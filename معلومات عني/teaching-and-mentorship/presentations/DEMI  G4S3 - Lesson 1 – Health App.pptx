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83" r:id="rId5"/>
    <p:sldMasterId id="2147483712" r:id="rId6"/>
    <p:sldMasterId id="2147483755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</p:sldIdLst>
  <p:sldSz cy="6858000" cx="12192000"/>
  <p:notesSz cx="6858000" cy="9144000"/>
  <p:embeddedFontLst>
    <p:embeddedFont>
      <p:font typeface="Fredoka"/>
      <p:regular r:id="rId38"/>
      <p:bold r:id="rId39"/>
    </p:embeddedFont>
    <p:embeddedFont>
      <p:font typeface="Quicksand"/>
      <p:regular r:id="rId40"/>
      <p:bold r:id="rId41"/>
    </p:embeddedFont>
    <p:embeddedFont>
      <p:font typeface="Quicksand Light"/>
      <p:regular r:id="rId42"/>
      <p:bold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44" roundtripDataSignature="AMtx7mh/VPgX+r556QiK/cPbnjXPrBvP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Quicksand-regular.fntdata"/><Relationship Id="rId20" Type="http://schemas.openxmlformats.org/officeDocument/2006/relationships/slide" Target="slides/slide12.xml"/><Relationship Id="rId42" Type="http://schemas.openxmlformats.org/officeDocument/2006/relationships/font" Target="fonts/QuicksandLight-regular.fntdata"/><Relationship Id="rId41" Type="http://schemas.openxmlformats.org/officeDocument/2006/relationships/font" Target="fonts/Quicksand-bold.fntdata"/><Relationship Id="rId22" Type="http://schemas.openxmlformats.org/officeDocument/2006/relationships/slide" Target="slides/slide14.xml"/><Relationship Id="rId44" Type="http://customschemas.google.com/relationships/presentationmetadata" Target="metadata"/><Relationship Id="rId21" Type="http://schemas.openxmlformats.org/officeDocument/2006/relationships/slide" Target="slides/slide13.xml"/><Relationship Id="rId43" Type="http://schemas.openxmlformats.org/officeDocument/2006/relationships/font" Target="fonts/QuicksandLight-bold.fntdata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slide" Target="slides/slide25.xml"/><Relationship Id="rId10" Type="http://schemas.openxmlformats.org/officeDocument/2006/relationships/slide" Target="slides/slide2.xml"/><Relationship Id="rId32" Type="http://schemas.openxmlformats.org/officeDocument/2006/relationships/slide" Target="slides/slide24.xml"/><Relationship Id="rId13" Type="http://schemas.openxmlformats.org/officeDocument/2006/relationships/slide" Target="slides/slide5.xml"/><Relationship Id="rId35" Type="http://schemas.openxmlformats.org/officeDocument/2006/relationships/slide" Target="slides/slide27.xml"/><Relationship Id="rId12" Type="http://schemas.openxmlformats.org/officeDocument/2006/relationships/slide" Target="slides/slide4.xml"/><Relationship Id="rId34" Type="http://schemas.openxmlformats.org/officeDocument/2006/relationships/slide" Target="slides/slide26.xml"/><Relationship Id="rId15" Type="http://schemas.openxmlformats.org/officeDocument/2006/relationships/slide" Target="slides/slide7.xml"/><Relationship Id="rId37" Type="http://schemas.openxmlformats.org/officeDocument/2006/relationships/slide" Target="slides/slide29.xml"/><Relationship Id="rId14" Type="http://schemas.openxmlformats.org/officeDocument/2006/relationships/slide" Target="slides/slide6.xml"/><Relationship Id="rId36" Type="http://schemas.openxmlformats.org/officeDocument/2006/relationships/slide" Target="slides/slide28.xml"/><Relationship Id="rId17" Type="http://schemas.openxmlformats.org/officeDocument/2006/relationships/slide" Target="slides/slide9.xml"/><Relationship Id="rId39" Type="http://schemas.openxmlformats.org/officeDocument/2006/relationships/font" Target="fonts/Fredoka-bold.fntdata"/><Relationship Id="rId16" Type="http://schemas.openxmlformats.org/officeDocument/2006/relationships/slide" Target="slides/slide8.xml"/><Relationship Id="rId38" Type="http://schemas.openxmlformats.org/officeDocument/2006/relationships/font" Target="fonts/Fredoka-regular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rive.google.com/file/d/1XT7KjX9bujTHN-7N916oZa4Xa0208hmm/view?usp=sharing" TargetMode="Externa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0" name="Shape 2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1" name="Google Shape;2391;g3f3ba1429e3_0_6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2" name="Google Shape;2392;g3f3ba1429e3_0_6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0" name="Shape 2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1" name="Google Shape;240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2" name="Google Shape;240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6" name="Shape 2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7" name="Google Shape;2407;g2de0fd72278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8" name="Google Shape;2408;g2de0fd72278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09" name="Google Shape;2409;g2de0fd72278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1" name="Shape 2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2" name="Google Shape;241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3" name="Google Shape;241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7" name="Shape 2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8" name="Google Shape;24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419" name="Google Shape;241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3" name="Shape 2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4" name="Google Shape;2424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5" name="Google Shape;242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8" name="Shape 2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9" name="Google Shape;2429;g2de0fd72278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0" name="Google Shape;2430;g2de0fd72278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1" name="Google Shape;2431;g2de0fd72278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4" name="Shape 2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5" name="Google Shape;2435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6" name="Google Shape;243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0" name="Shape 2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1" name="Google Shape;2441;g2de0fd72278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2" name="Google Shape;2442;g2de0fd72278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3" name="Google Shape;2443;g2de0fd72278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6" name="Shape 2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" name="Google Shape;2447;g2de0fd72278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8" name="Google Shape;2448;g2de0fd72278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9" name="Google Shape;2449;g2de0fd72278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2" name="Shape 2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Google Shape;2453;g2de0fd72278_0_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4" name="Google Shape;2454;g2de0fd72278_0_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5" name="Google Shape;2455;g2de0fd72278_0_2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8" name="Shape 2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" name="Google Shape;2459;g2de0fd72278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0" name="Google Shape;2460;g2de0fd72278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1" name="Google Shape;2461;g2de0fd72278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5" name="Shape 2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6" name="Google Shape;2466;g2de0fd72278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7" name="Google Shape;2467;g2de0fd72278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8" name="Google Shape;2468;g2de0fd72278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2" name="Shape 2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3" name="Google Shape;2473;g2de0fd72278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4" name="Google Shape;2474;g2de0fd72278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5" name="Google Shape;2475;g2de0fd72278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9" name="Shape 2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0" name="Google Shape;2480;g2e046b7af1d_1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1" name="Google Shape;2481;g2e046b7af1d_1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2" name="Google Shape;2482;g2e046b7af1d_1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6" name="Shape 2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7" name="Google Shape;2487;g2e046b7af1d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8" name="Google Shape;2488;g2e046b7af1d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 this slide, you need to mention: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Students should not copy others work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They should use trusted references: for example links that ends with .org or . edu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US"/>
              <a:t>use accurate related words in your search</a:t>
            </a:r>
            <a:endParaRPr/>
          </a:p>
        </p:txBody>
      </p:sp>
      <p:sp>
        <p:nvSpPr>
          <p:cNvPr id="2489" name="Google Shape;2489;g2e046b7af1d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2" name="Shape 2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3" name="Google Shape;2493;p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4" name="Google Shape;2494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8" name="Shape 2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9" name="Google Shape;2499;g3f3ba1429e3_0_20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0" name="Google Shape;2500;g3f3ba1429e3_0_20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1" name="Google Shape;2501;g3f3ba1429e3_0_20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5" name="Shape 2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6" name="Google Shape;2506;g2de0fd72278_0_7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7" name="Google Shape;2507;g2de0fd72278_0_7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8" name="Google Shape;2508;g2de0fd72278_0_7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0" name="Shape 2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1" name="Google Shape;2511;g2030daf065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2" name="Google Shape;2512;g2030daf065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200"/>
              <a:buFont typeface="Arial"/>
              <a:buNone/>
            </a:pPr>
            <a:r>
              <a:rPr lang="en-US"/>
              <a:t>(App lab)</a:t>
            </a:r>
            <a:endParaRPr/>
          </a:p>
        </p:txBody>
      </p:sp>
      <p:sp>
        <p:nvSpPr>
          <p:cNvPr id="2513" name="Google Shape;2513;g2030daf065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6" name="Shape 2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7" name="Google Shape;2517;p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8" name="Google Shape;2518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1" name="Shape 2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2" name="Google Shape;2522;p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23" name="Google Shape;2523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8" name="Shape 2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" name="Google Shape;2529;g2030daf08d1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0" name="Google Shape;2530;g2030daf08d1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4" name="Shape 2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5" name="Google Shape;2535;g2de0fd72278_0_13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6" name="Google Shape;2536;g2de0fd72278_0_13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https://drive.google.com/file/d/1XT7KjX9bujTHN-7N916oZa4Xa0208hmm/view?usp=sharing</a:t>
            </a:r>
            <a:endParaRPr/>
          </a:p>
        </p:txBody>
      </p:sp>
      <p:sp>
        <p:nvSpPr>
          <p:cNvPr id="2537" name="Google Shape;2537;g2de0fd72278_0_136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0" name="Shape 2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1" name="Google Shape;2541;g2de0fd72278_0_19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2" name="Google Shape;2542;g2de0fd72278_0_19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4" name="Shape 2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5" name="Google Shape;2545;g2de0fd72278_0_19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6" name="Google Shape;2546;g2de0fd72278_0_19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8" name="Shape 2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" name="Google Shape;2549;g27b0a9b8b0f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0" name="Google Shape;2550;g27b0a9b8b0f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4" name="Shape 2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5" name="Google Shape;2555;g3f3ba1429e3_0_39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6" name="Google Shape;2556;g3f3ba1429e3_0_39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8" name="Shape 2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9" name="Google Shape;2559;g3f3ba1429e3_0_39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0" name="Google Shape;2560;g3f3ba1429e3_0_39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.jp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png"/><Relationship Id="rId3" Type="http://schemas.openxmlformats.org/officeDocument/2006/relationships/image" Target="../media/image20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8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1.png"/><Relationship Id="rId3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ssion Entry Point with Science background">
  <p:cSld name="Session Entry Point with Science background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f3ba1429e3_0_3978"/>
          <p:cNvSpPr/>
          <p:nvPr/>
        </p:nvSpPr>
        <p:spPr>
          <a:xfrm>
            <a:off x="204186" y="173736"/>
            <a:ext cx="11656500" cy="6382500"/>
          </a:xfrm>
          <a:prstGeom prst="rect">
            <a:avLst/>
          </a:prstGeom>
          <a:blipFill rotWithShape="1">
            <a:blip r:embed="rId2">
              <a:alphaModFix amt="7000"/>
            </a:blip>
            <a:tile algn="tl" flip="none" tx="0" sx="99996" ty="0" sy="99996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8" name="Google Shape;28;g3f3ba1429e3_0_3978"/>
          <p:cNvSpPr txBox="1"/>
          <p:nvPr>
            <p:ph type="title"/>
          </p:nvPr>
        </p:nvSpPr>
        <p:spPr>
          <a:xfrm>
            <a:off x="838200" y="2523046"/>
            <a:ext cx="7754700" cy="6825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2745"/>
              </a:srgbClr>
            </a:outerShdw>
          </a:effectLst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7F"/>
              </a:buClr>
              <a:buSzPts val="4400"/>
              <a:buFont typeface="Fredoka"/>
              <a:buNone/>
              <a:defRPr b="1" i="0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g3f3ba1429e3_0_3978"/>
          <p:cNvSpPr txBox="1"/>
          <p:nvPr>
            <p:ph idx="1" type="body"/>
          </p:nvPr>
        </p:nvSpPr>
        <p:spPr>
          <a:xfrm>
            <a:off x="838200" y="3077083"/>
            <a:ext cx="7752600" cy="5430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139700">
              <a:schemeClr val="dk1">
                <a:alpha val="12941"/>
              </a:schemeClr>
            </a:outerShdw>
          </a:effectLst>
        </p:spPr>
        <p:txBody>
          <a:bodyPr anchorCtr="0" anchor="t" bIns="0" lIns="0" spcFirstLastPara="1" rIns="0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y Questions?">
  <p:cSld name="Any Questions?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g3f3ba1429e3_0_42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8936" y="1127591"/>
            <a:ext cx="5710169" cy="396199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g3f3ba1429e3_0_4254"/>
          <p:cNvSpPr txBox="1"/>
          <p:nvPr/>
        </p:nvSpPr>
        <p:spPr>
          <a:xfrm>
            <a:off x="6288656" y="2231425"/>
            <a:ext cx="47685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002060"/>
                </a:solidFill>
                <a:latin typeface="Fredoka"/>
                <a:ea typeface="Fredoka"/>
                <a:cs typeface="Fredoka"/>
                <a:sym typeface="Fredoka"/>
              </a:rPr>
              <a:t>ANY QUESTIONS?</a:t>
            </a:r>
            <a:endParaRPr b="0" i="0" sz="1400" u="none" cap="none" strike="noStrike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f3ba1429e3_0_3982"/>
          <p:cNvSpPr txBox="1"/>
          <p:nvPr/>
        </p:nvSpPr>
        <p:spPr>
          <a:xfrm>
            <a:off x="854675" y="2764213"/>
            <a:ext cx="4019100" cy="7941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3137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7F"/>
              </a:buClr>
              <a:buSzPts val="4400"/>
              <a:buFont typeface="Fredoka"/>
              <a:buNone/>
            </a:pPr>
            <a:r>
              <a:rPr b="1" i="0" lang="en-US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rPr>
              <a:t>ATTENDANCE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" name="Google Shape;35;g3f3ba1429e3_0_39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0675" y="1197038"/>
            <a:ext cx="4463924" cy="4463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 this session you will learn...">
  <p:cSld name="In this session you will learn...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f3ba1429e3_0_3985"/>
          <p:cNvSpPr txBox="1"/>
          <p:nvPr>
            <p:ph idx="1" type="body"/>
          </p:nvPr>
        </p:nvSpPr>
        <p:spPr>
          <a:xfrm>
            <a:off x="2022957" y="1116184"/>
            <a:ext cx="91500" cy="3108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38" name="Google Shape;38;g3f3ba1429e3_0_3985"/>
          <p:cNvSpPr txBox="1"/>
          <p:nvPr/>
        </p:nvSpPr>
        <p:spPr>
          <a:xfrm>
            <a:off x="996843" y="968220"/>
            <a:ext cx="104427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Quicksand"/>
              <a:buNone/>
            </a:pPr>
            <a:r>
              <a:rPr b="1" i="0" lang="en-US" sz="4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IN THIS LESSON YOU WILL…</a:t>
            </a:r>
            <a:endParaRPr b="1" i="0" sz="4800" u="none" cap="none" strike="noStrike">
              <a:solidFill>
                <a:srgbClr val="FC7C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9" name="Google Shape;39;g3f3ba1429e3_0_3985"/>
          <p:cNvSpPr txBox="1"/>
          <p:nvPr/>
        </p:nvSpPr>
        <p:spPr>
          <a:xfrm>
            <a:off x="1085620" y="597608"/>
            <a:ext cx="33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small" strike="noStrike">
                <a:solidFill>
                  <a:srgbClr val="757070"/>
                </a:solidFill>
                <a:latin typeface="Quicksand"/>
                <a:ea typeface="Quicksand"/>
                <a:cs typeface="Quicksand"/>
                <a:sym typeface="Quicksand"/>
              </a:rPr>
              <a:t>Lesson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g3f3ba1429e3_0_3985"/>
          <p:cNvSpPr txBox="1"/>
          <p:nvPr>
            <p:ph idx="2" type="body"/>
          </p:nvPr>
        </p:nvSpPr>
        <p:spPr>
          <a:xfrm>
            <a:off x="1871003" y="1667167"/>
            <a:ext cx="8773200" cy="19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Calibri"/>
              <a:buChar char="●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4000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Calibri"/>
              <a:buChar char="●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Char char="●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619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Calibri"/>
              <a:buChar char="●"/>
              <a:defRPr b="0" i="0" sz="1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619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Calibri"/>
              <a:buChar char="●"/>
              <a:defRPr b="0" i="0" sz="1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1" name="Google Shape;41;g3f3ba1429e3_0_3985"/>
          <p:cNvSpPr txBox="1"/>
          <p:nvPr>
            <p:ph idx="3" type="body"/>
          </p:nvPr>
        </p:nvSpPr>
        <p:spPr>
          <a:xfrm>
            <a:off x="2337773" y="654820"/>
            <a:ext cx="678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ke 1">
  <p:cSld name="Make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g3f3ba1429e3_0_3991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44" name="Google Shape;44;g3f3ba1429e3_0_3991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45" name="Google Shape;45;g3f3ba1429e3_0_3991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46" name="Google Shape;46;g3f3ba1429e3_0_3991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47" name="Google Shape;47;g3f3ba1429e3_0_3991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48" name="Google Shape;48;g3f3ba1429e3_0_3991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49" name="Google Shape;49;g3f3ba1429e3_0_3991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50" name="Google Shape;50;g3f3ba1429e3_0_3991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51" name="Google Shape;51;g3f3ba1429e3_0_3991"/>
          <p:cNvSpPr txBox="1"/>
          <p:nvPr/>
        </p:nvSpPr>
        <p:spPr>
          <a:xfrm>
            <a:off x="628150" y="798475"/>
            <a:ext cx="319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42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Ice breaking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g3f3ba1429e3_0_3991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pic>
        <p:nvPicPr>
          <p:cNvPr id="53" name="Google Shape;53;g3f3ba1429e3_0_39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66811" y="1485900"/>
            <a:ext cx="582930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3ba1429e3_0_4003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edoka"/>
              <a:buNone/>
              <a:defRPr b="0" i="0" sz="60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g3f3ba1429e3_0_4003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7" name="Google Shape;57;g3f3ba1429e3_0_4003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8" name="Google Shape;58;g3f3ba1429e3_0_4003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9" name="Google Shape;59;g3f3ba1429e3_0_4003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g3f3ba1429e3_0_4003"/>
          <p:cNvSpPr/>
          <p:nvPr/>
        </p:nvSpPr>
        <p:spPr>
          <a:xfrm>
            <a:off x="10619213" y="6082557"/>
            <a:ext cx="993300" cy="399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76200" rotWithShape="0" algn="tl" dir="2700000" dist="139700">
              <a:srgbClr val="000000">
                <a:alpha val="23137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sert Video">
  <p:cSld name="Insert Video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3ba1429e3_0_4010"/>
          <p:cNvSpPr/>
          <p:nvPr>
            <p:ph idx="2" type="media"/>
          </p:nvPr>
        </p:nvSpPr>
        <p:spPr>
          <a:xfrm>
            <a:off x="1124438" y="688283"/>
            <a:ext cx="9491100" cy="53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18288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63" name="Google Shape;63;g3f3ba1429e3_0_4010"/>
          <p:cNvSpPr txBox="1"/>
          <p:nvPr>
            <p:ph type="title"/>
          </p:nvPr>
        </p:nvSpPr>
        <p:spPr>
          <a:xfrm>
            <a:off x="325939" y="78301"/>
            <a:ext cx="7579800" cy="459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27000" rotWithShape="0" algn="tl" dir="2700000" dist="127000">
              <a:srgbClr val="BFBFBF">
                <a:alpha val="72941"/>
              </a:srgbClr>
            </a:outerShdw>
          </a:effectLst>
        </p:spPr>
        <p:txBody>
          <a:bodyPr anchorCtr="0" anchor="ctr" bIns="0" lIns="91425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icksand"/>
              <a:buNone/>
              <a:defRPr b="1" i="0" sz="3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g3f3ba1429e3_0_4010"/>
          <p:cNvSpPr txBox="1"/>
          <p:nvPr>
            <p:ph idx="1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ke">
  <p:cSld name="1_Make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Google Shape;66;g3f3ba1429e3_0_4014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67" name="Google Shape;67;g3f3ba1429e3_0_4014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68" name="Google Shape;68;g3f3ba1429e3_0_4014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69" name="Google Shape;69;g3f3ba1429e3_0_4014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70" name="Google Shape;70;g3f3ba1429e3_0_4014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71" name="Google Shape;71;g3f3ba1429e3_0_4014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72" name="Google Shape;72;g3f3ba1429e3_0_4014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73" name="Google Shape;73;g3f3ba1429e3_0_4014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74" name="Google Shape;74;g3f3ba1429e3_0_4014"/>
          <p:cNvSpPr txBox="1"/>
          <p:nvPr/>
        </p:nvSpPr>
        <p:spPr>
          <a:xfrm>
            <a:off x="680025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Make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3f3ba1429e3_0_4014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ontent T1">
  <p:cSld name="Title with content T1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g3f3ba1429e3_0_4025"/>
          <p:cNvGrpSpPr/>
          <p:nvPr/>
        </p:nvGrpSpPr>
        <p:grpSpPr>
          <a:xfrm>
            <a:off x="0" y="579518"/>
            <a:ext cx="4207500" cy="823623"/>
            <a:chOff x="0" y="579518"/>
            <a:chExt cx="4207500" cy="823623"/>
          </a:xfrm>
        </p:grpSpPr>
        <p:sp>
          <p:nvSpPr>
            <p:cNvPr id="78" name="Google Shape;78;g3f3ba1429e3_0_4025"/>
            <p:cNvSpPr/>
            <p:nvPr/>
          </p:nvSpPr>
          <p:spPr>
            <a:xfrm>
              <a:off x="0" y="676841"/>
              <a:ext cx="42075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9" name="Google Shape;79;g3f3ba1429e3_0_4025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80" name="Google Shape;80;g3f3ba1429e3_0_4025"/>
          <p:cNvSpPr txBox="1"/>
          <p:nvPr>
            <p:ph idx="1" type="body"/>
          </p:nvPr>
        </p:nvSpPr>
        <p:spPr>
          <a:xfrm>
            <a:off x="781050" y="1581150"/>
            <a:ext cx="10477500" cy="44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81" name="Google Shape;81;g3f3ba1429e3_0_4025"/>
          <p:cNvSpPr txBox="1"/>
          <p:nvPr>
            <p:ph idx="2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82" name="Google Shape;82;g3f3ba1429e3_0_4025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3ba1429e3_0_4032"/>
          <p:cNvSpPr txBox="1"/>
          <p:nvPr/>
        </p:nvSpPr>
        <p:spPr>
          <a:xfrm>
            <a:off x="1122400" y="2754450"/>
            <a:ext cx="4324800" cy="13491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3137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7F"/>
              </a:buClr>
              <a:buSzPts val="4400"/>
              <a:buFont typeface="Fredoka"/>
              <a:buNone/>
            </a:pPr>
            <a:r>
              <a:rPr b="1" i="0" lang="en-US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rPr>
              <a:t>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g3f3ba1429e3_0_40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94825" y="1310325"/>
            <a:ext cx="6337025" cy="4237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ke">
  <p:cSld name="Mak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g3f3ba1429e3_0_4035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88" name="Google Shape;88;g3f3ba1429e3_0_4035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89" name="Google Shape;89;g3f3ba1429e3_0_4035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90" name="Google Shape;90;g3f3ba1429e3_0_4035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1" name="Google Shape;91;g3f3ba1429e3_0_4035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2" name="Google Shape;92;g3f3ba1429e3_0_4035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3" name="Google Shape;93;g3f3ba1429e3_0_4035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94" name="Google Shape;94;g3f3ba1429e3_0_4035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95" name="Google Shape;95;g3f3ba1429e3_0_4035"/>
          <p:cNvSpPr txBox="1"/>
          <p:nvPr/>
        </p:nvSpPr>
        <p:spPr>
          <a:xfrm>
            <a:off x="680025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Make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" name="Google Shape;96;g3f3ba1429e3_0_4035"/>
          <p:cNvGrpSpPr/>
          <p:nvPr/>
        </p:nvGrpSpPr>
        <p:grpSpPr>
          <a:xfrm>
            <a:off x="5941746" y="1054485"/>
            <a:ext cx="4147720" cy="4749029"/>
            <a:chOff x="5329188" y="1014865"/>
            <a:chExt cx="4147720" cy="4749029"/>
          </a:xfrm>
        </p:grpSpPr>
        <p:grpSp>
          <p:nvGrpSpPr>
            <p:cNvPr id="97" name="Google Shape;97;g3f3ba1429e3_0_4035"/>
            <p:cNvGrpSpPr/>
            <p:nvPr/>
          </p:nvGrpSpPr>
          <p:grpSpPr>
            <a:xfrm>
              <a:off x="5329188" y="1014865"/>
              <a:ext cx="4147720" cy="3894027"/>
              <a:chOff x="5329188" y="1014865"/>
              <a:chExt cx="4147720" cy="3894027"/>
            </a:xfrm>
          </p:grpSpPr>
          <p:sp>
            <p:nvSpPr>
              <p:cNvPr id="98" name="Google Shape;98;g3f3ba1429e3_0_4035"/>
              <p:cNvSpPr/>
              <p:nvPr/>
            </p:nvSpPr>
            <p:spPr>
              <a:xfrm>
                <a:off x="5329188" y="1014865"/>
                <a:ext cx="4147720" cy="3894027"/>
              </a:xfrm>
              <a:custGeom>
                <a:rect b="b" l="l" r="r" t="t"/>
                <a:pathLst>
                  <a:path extrusionOk="0" h="3894027" w="4147720">
                    <a:moveTo>
                      <a:pt x="3657049" y="1315659"/>
                    </a:moveTo>
                    <a:cubicBezTo>
                      <a:pt x="3546876" y="1183842"/>
                      <a:pt x="3430966" y="1054894"/>
                      <a:pt x="3325356" y="919165"/>
                    </a:cubicBezTo>
                    <a:cubicBezTo>
                      <a:pt x="3016087" y="520976"/>
                      <a:pt x="2609293" y="137520"/>
                      <a:pt x="2095585" y="30345"/>
                    </a:cubicBezTo>
                    <a:cubicBezTo>
                      <a:pt x="1575488" y="-78133"/>
                      <a:pt x="956430" y="106358"/>
                      <a:pt x="642598" y="549660"/>
                    </a:cubicBezTo>
                    <a:cubicBezTo>
                      <a:pt x="433986" y="844195"/>
                      <a:pt x="352497" y="1210179"/>
                      <a:pt x="345195" y="1566646"/>
                    </a:cubicBezTo>
                    <a:cubicBezTo>
                      <a:pt x="341936" y="1729364"/>
                      <a:pt x="369838" y="1893777"/>
                      <a:pt x="343631" y="2055582"/>
                    </a:cubicBezTo>
                    <a:cubicBezTo>
                      <a:pt x="314686" y="2233554"/>
                      <a:pt x="214812" y="2389622"/>
                      <a:pt x="127456" y="2543866"/>
                    </a:cubicBezTo>
                    <a:cubicBezTo>
                      <a:pt x="11937" y="2747915"/>
                      <a:pt x="-37869" y="2972564"/>
                      <a:pt x="32276" y="3202559"/>
                    </a:cubicBezTo>
                    <a:cubicBezTo>
                      <a:pt x="190952" y="3722135"/>
                      <a:pt x="907406" y="3963604"/>
                      <a:pt x="1399601" y="3876639"/>
                    </a:cubicBezTo>
                    <a:cubicBezTo>
                      <a:pt x="1667929" y="3829179"/>
                      <a:pt x="1913831" y="3699188"/>
                      <a:pt x="2173814" y="3617177"/>
                    </a:cubicBezTo>
                    <a:cubicBezTo>
                      <a:pt x="2388164" y="3549508"/>
                      <a:pt x="2608771" y="3529820"/>
                      <a:pt x="2826641" y="3594490"/>
                    </a:cubicBezTo>
                    <a:cubicBezTo>
                      <a:pt x="3323139" y="3741823"/>
                      <a:pt x="3831632" y="3487837"/>
                      <a:pt x="4041939" y="3020806"/>
                    </a:cubicBezTo>
                    <a:cubicBezTo>
                      <a:pt x="4295795" y="2457030"/>
                      <a:pt x="4058237" y="1816851"/>
                      <a:pt x="3694600" y="1361945"/>
                    </a:cubicBezTo>
                    <a:cubicBezTo>
                      <a:pt x="3682213" y="1346038"/>
                      <a:pt x="3669827" y="1330784"/>
                      <a:pt x="3657049" y="1315659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9" name="Google Shape;99;g3f3ba1429e3_0_4035"/>
              <p:cNvSpPr/>
              <p:nvPr/>
            </p:nvSpPr>
            <p:spPr>
              <a:xfrm>
                <a:off x="5329188" y="1014865"/>
                <a:ext cx="4147720" cy="3894027"/>
              </a:xfrm>
              <a:custGeom>
                <a:rect b="b" l="l" r="r" t="t"/>
                <a:pathLst>
                  <a:path extrusionOk="0" h="3894027" w="4147720">
                    <a:moveTo>
                      <a:pt x="3657049" y="1315659"/>
                    </a:moveTo>
                    <a:cubicBezTo>
                      <a:pt x="3546876" y="1183842"/>
                      <a:pt x="3430966" y="1054894"/>
                      <a:pt x="3325356" y="919165"/>
                    </a:cubicBezTo>
                    <a:cubicBezTo>
                      <a:pt x="3016087" y="520976"/>
                      <a:pt x="2609293" y="137520"/>
                      <a:pt x="2095585" y="30345"/>
                    </a:cubicBezTo>
                    <a:cubicBezTo>
                      <a:pt x="1575488" y="-78133"/>
                      <a:pt x="956430" y="106358"/>
                      <a:pt x="642598" y="549660"/>
                    </a:cubicBezTo>
                    <a:cubicBezTo>
                      <a:pt x="433986" y="844195"/>
                      <a:pt x="352497" y="1210179"/>
                      <a:pt x="345195" y="1566646"/>
                    </a:cubicBezTo>
                    <a:cubicBezTo>
                      <a:pt x="341936" y="1729364"/>
                      <a:pt x="369838" y="1893777"/>
                      <a:pt x="343631" y="2055582"/>
                    </a:cubicBezTo>
                    <a:cubicBezTo>
                      <a:pt x="314686" y="2233554"/>
                      <a:pt x="214812" y="2389622"/>
                      <a:pt x="127456" y="2543866"/>
                    </a:cubicBezTo>
                    <a:cubicBezTo>
                      <a:pt x="11937" y="2747915"/>
                      <a:pt x="-37869" y="2972564"/>
                      <a:pt x="32276" y="3202559"/>
                    </a:cubicBezTo>
                    <a:cubicBezTo>
                      <a:pt x="190952" y="3722135"/>
                      <a:pt x="907406" y="3963604"/>
                      <a:pt x="1399601" y="3876639"/>
                    </a:cubicBezTo>
                    <a:cubicBezTo>
                      <a:pt x="1667929" y="3829179"/>
                      <a:pt x="1913831" y="3699188"/>
                      <a:pt x="2173814" y="3617177"/>
                    </a:cubicBezTo>
                    <a:cubicBezTo>
                      <a:pt x="2388164" y="3549508"/>
                      <a:pt x="2608771" y="3529820"/>
                      <a:pt x="2826641" y="3594490"/>
                    </a:cubicBezTo>
                    <a:cubicBezTo>
                      <a:pt x="3323139" y="3741823"/>
                      <a:pt x="3831632" y="3487837"/>
                      <a:pt x="4041939" y="3020806"/>
                    </a:cubicBezTo>
                    <a:cubicBezTo>
                      <a:pt x="4295795" y="2457030"/>
                      <a:pt x="4058237" y="1816851"/>
                      <a:pt x="3694600" y="1361945"/>
                    </a:cubicBezTo>
                    <a:cubicBezTo>
                      <a:pt x="3682213" y="1346038"/>
                      <a:pt x="3669827" y="1330784"/>
                      <a:pt x="3657049" y="1315659"/>
                    </a:cubicBezTo>
                    <a:close/>
                  </a:path>
                </a:pathLst>
              </a:custGeom>
              <a:solidFill>
                <a:srgbClr val="FFFFFF">
                  <a:alpha val="68235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100" name="Google Shape;100;g3f3ba1429e3_0_4035"/>
            <p:cNvGrpSpPr/>
            <p:nvPr/>
          </p:nvGrpSpPr>
          <p:grpSpPr>
            <a:xfrm>
              <a:off x="5474376" y="5044181"/>
              <a:ext cx="3724515" cy="719713"/>
              <a:chOff x="5474376" y="5044181"/>
              <a:chExt cx="3724515" cy="719713"/>
            </a:xfrm>
          </p:grpSpPr>
          <p:sp>
            <p:nvSpPr>
              <p:cNvPr id="101" name="Google Shape;101;g3f3ba1429e3_0_4035"/>
              <p:cNvSpPr/>
              <p:nvPr/>
            </p:nvSpPr>
            <p:spPr>
              <a:xfrm>
                <a:off x="5474376" y="5044181"/>
                <a:ext cx="3724515" cy="719713"/>
              </a:xfrm>
              <a:custGeom>
                <a:rect b="b" l="l" r="r" t="t"/>
                <a:pathLst>
                  <a:path extrusionOk="0" h="719713" w="3724515">
                    <a:moveTo>
                      <a:pt x="3724516" y="359857"/>
                    </a:moveTo>
                    <a:cubicBezTo>
                      <a:pt x="3724516" y="558600"/>
                      <a:pt x="2890755" y="719713"/>
                      <a:pt x="1862258" y="719713"/>
                    </a:cubicBezTo>
                    <a:cubicBezTo>
                      <a:pt x="833761" y="719713"/>
                      <a:pt x="0" y="558600"/>
                      <a:pt x="0" y="359857"/>
                    </a:cubicBezTo>
                    <a:cubicBezTo>
                      <a:pt x="0" y="161113"/>
                      <a:pt x="833761" y="0"/>
                      <a:pt x="1862258" y="0"/>
                    </a:cubicBezTo>
                    <a:cubicBezTo>
                      <a:pt x="2890755" y="0"/>
                      <a:pt x="3724516" y="161113"/>
                      <a:pt x="3724516" y="35985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02" name="Google Shape;102;g3f3ba1429e3_0_4035"/>
              <p:cNvSpPr/>
              <p:nvPr/>
            </p:nvSpPr>
            <p:spPr>
              <a:xfrm>
                <a:off x="5474376" y="5044181"/>
                <a:ext cx="3724515" cy="719713"/>
              </a:xfrm>
              <a:custGeom>
                <a:rect b="b" l="l" r="r" t="t"/>
                <a:pathLst>
                  <a:path extrusionOk="0" h="719713" w="3724515">
                    <a:moveTo>
                      <a:pt x="3724516" y="359857"/>
                    </a:moveTo>
                    <a:cubicBezTo>
                      <a:pt x="3724516" y="558600"/>
                      <a:pt x="2890755" y="719713"/>
                      <a:pt x="1862258" y="719713"/>
                    </a:cubicBezTo>
                    <a:cubicBezTo>
                      <a:pt x="833761" y="719713"/>
                      <a:pt x="0" y="558600"/>
                      <a:pt x="0" y="359857"/>
                    </a:cubicBezTo>
                    <a:cubicBezTo>
                      <a:pt x="0" y="161113"/>
                      <a:pt x="833761" y="0"/>
                      <a:pt x="1862258" y="0"/>
                    </a:cubicBezTo>
                    <a:cubicBezTo>
                      <a:pt x="2890755" y="0"/>
                      <a:pt x="3724516" y="161113"/>
                      <a:pt x="3724516" y="359857"/>
                    </a:cubicBezTo>
                    <a:close/>
                  </a:path>
                </a:pathLst>
              </a:custGeom>
              <a:solidFill>
                <a:srgbClr val="FFFFFF">
                  <a:alpha val="48235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103" name="Google Shape;103;g3f3ba1429e3_0_4035"/>
            <p:cNvGrpSpPr/>
            <p:nvPr/>
          </p:nvGrpSpPr>
          <p:grpSpPr>
            <a:xfrm>
              <a:off x="6679374" y="3857046"/>
              <a:ext cx="1534214" cy="247727"/>
              <a:chOff x="6679374" y="3857046"/>
              <a:chExt cx="1534214" cy="247727"/>
            </a:xfrm>
          </p:grpSpPr>
          <p:sp>
            <p:nvSpPr>
              <p:cNvPr id="104" name="Google Shape;104;g3f3ba1429e3_0_4035"/>
              <p:cNvSpPr/>
              <p:nvPr/>
            </p:nvSpPr>
            <p:spPr>
              <a:xfrm>
                <a:off x="6685893" y="3863565"/>
                <a:ext cx="1521176" cy="234689"/>
              </a:xfrm>
              <a:custGeom>
                <a:rect b="b" l="l" r="r" t="t"/>
                <a:pathLst>
                  <a:path extrusionOk="0" h="234689" w="1521176">
                    <a:moveTo>
                      <a:pt x="1460287" y="0"/>
                    </a:moveTo>
                    <a:cubicBezTo>
                      <a:pt x="1493915" y="0"/>
                      <a:pt x="1521176" y="0"/>
                      <a:pt x="1521176" y="0"/>
                    </a:cubicBezTo>
                    <a:lnTo>
                      <a:pt x="1521176" y="234689"/>
                    </a:lnTo>
                    <a:cubicBezTo>
                      <a:pt x="1521176" y="234689"/>
                      <a:pt x="1493916" y="234689"/>
                      <a:pt x="1460287" y="234689"/>
                    </a:cubicBezTo>
                    <a:lnTo>
                      <a:pt x="60889" y="234689"/>
                    </a:lnTo>
                    <a:cubicBezTo>
                      <a:pt x="27261" y="234689"/>
                      <a:pt x="0" y="234689"/>
                      <a:pt x="0" y="234689"/>
                    </a:cubicBezTo>
                    <a:lnTo>
                      <a:pt x="0" y="0"/>
                    </a:lnTo>
                    <a:cubicBezTo>
                      <a:pt x="0" y="0"/>
                      <a:pt x="27261" y="0"/>
                      <a:pt x="6088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05" name="Google Shape;105;g3f3ba1429e3_0_4035"/>
              <p:cNvSpPr/>
              <p:nvPr/>
            </p:nvSpPr>
            <p:spPr>
              <a:xfrm>
                <a:off x="6679374" y="3857046"/>
                <a:ext cx="1534214" cy="247727"/>
              </a:xfrm>
              <a:custGeom>
                <a:rect b="b" l="l" r="r" t="t"/>
                <a:pathLst>
                  <a:path extrusionOk="0" h="247727" w="1534214">
                    <a:moveTo>
                      <a:pt x="1466807" y="247727"/>
                    </a:moveTo>
                    <a:lnTo>
                      <a:pt x="67408" y="247727"/>
                    </a:lnTo>
                    <a:cubicBezTo>
                      <a:pt x="30236" y="247727"/>
                      <a:pt x="78" y="217622"/>
                      <a:pt x="0" y="180450"/>
                    </a:cubicBezTo>
                    <a:lnTo>
                      <a:pt x="0" y="67408"/>
                    </a:lnTo>
                    <a:cubicBezTo>
                      <a:pt x="78" y="30210"/>
                      <a:pt x="30210" y="78"/>
                      <a:pt x="67408" y="0"/>
                    </a:cubicBezTo>
                    <a:lnTo>
                      <a:pt x="1466807" y="0"/>
                    </a:lnTo>
                    <a:cubicBezTo>
                      <a:pt x="1504005" y="65"/>
                      <a:pt x="1534136" y="30210"/>
                      <a:pt x="1534215" y="67408"/>
                    </a:cubicBezTo>
                    <a:lnTo>
                      <a:pt x="1534215" y="180450"/>
                    </a:lnTo>
                    <a:cubicBezTo>
                      <a:pt x="1534136" y="217622"/>
                      <a:pt x="1503979" y="247727"/>
                      <a:pt x="1466807" y="247727"/>
                    </a:cubicBezTo>
                    <a:close/>
                    <a:moveTo>
                      <a:pt x="67408" y="13038"/>
                    </a:moveTo>
                    <a:cubicBezTo>
                      <a:pt x="37381" y="13038"/>
                      <a:pt x="13038" y="37381"/>
                      <a:pt x="13038" y="67408"/>
                    </a:cubicBezTo>
                    <a:lnTo>
                      <a:pt x="13038" y="180450"/>
                    </a:lnTo>
                    <a:cubicBezTo>
                      <a:pt x="13116" y="210425"/>
                      <a:pt x="37433" y="234689"/>
                      <a:pt x="67408" y="234689"/>
                    </a:cubicBezTo>
                    <a:lnTo>
                      <a:pt x="1466807" y="234689"/>
                    </a:lnTo>
                    <a:cubicBezTo>
                      <a:pt x="1496782" y="234689"/>
                      <a:pt x="1521098" y="210425"/>
                      <a:pt x="1521176" y="180450"/>
                    </a:cubicBezTo>
                    <a:lnTo>
                      <a:pt x="1521176" y="67408"/>
                    </a:lnTo>
                    <a:cubicBezTo>
                      <a:pt x="1521176" y="37381"/>
                      <a:pt x="1496834" y="13038"/>
                      <a:pt x="1466807" y="1303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06" name="Google Shape;106;g3f3ba1429e3_0_4035"/>
              <p:cNvSpPr/>
              <p:nvPr/>
            </p:nvSpPr>
            <p:spPr>
              <a:xfrm>
                <a:off x="674678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07" name="Google Shape;107;g3f3ba1429e3_0_4035"/>
              <p:cNvSpPr/>
              <p:nvPr/>
            </p:nvSpPr>
            <p:spPr>
              <a:xfrm>
                <a:off x="686595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08" name="Google Shape;108;g3f3ba1429e3_0_4035"/>
              <p:cNvSpPr/>
              <p:nvPr/>
            </p:nvSpPr>
            <p:spPr>
              <a:xfrm>
                <a:off x="698512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09" name="Google Shape;109;g3f3ba1429e3_0_4035"/>
              <p:cNvSpPr/>
              <p:nvPr/>
            </p:nvSpPr>
            <p:spPr>
              <a:xfrm>
                <a:off x="710429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10" name="Google Shape;110;g3f3ba1429e3_0_4035"/>
              <p:cNvSpPr/>
              <p:nvPr/>
            </p:nvSpPr>
            <p:spPr>
              <a:xfrm>
                <a:off x="722346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11" name="Google Shape;111;g3f3ba1429e3_0_4035"/>
              <p:cNvSpPr/>
              <p:nvPr/>
            </p:nvSpPr>
            <p:spPr>
              <a:xfrm>
                <a:off x="734263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12" name="Google Shape;112;g3f3ba1429e3_0_4035"/>
              <p:cNvSpPr/>
              <p:nvPr/>
            </p:nvSpPr>
            <p:spPr>
              <a:xfrm>
                <a:off x="746180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0" y="0"/>
                    </a:lnTo>
                    <a:lnTo>
                      <a:pt x="95570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13" name="Google Shape;113;g3f3ba1429e3_0_4035"/>
              <p:cNvSpPr/>
              <p:nvPr/>
            </p:nvSpPr>
            <p:spPr>
              <a:xfrm>
                <a:off x="758097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114" name="Google Shape;114;g3f3ba1429e3_0_4035"/>
            <p:cNvGrpSpPr/>
            <p:nvPr/>
          </p:nvGrpSpPr>
          <p:grpSpPr>
            <a:xfrm>
              <a:off x="6150150" y="1372824"/>
              <a:ext cx="1654036" cy="1634647"/>
              <a:chOff x="6150150" y="1372824"/>
              <a:chExt cx="1654036" cy="1634647"/>
            </a:xfrm>
          </p:grpSpPr>
          <p:sp>
            <p:nvSpPr>
              <p:cNvPr id="115" name="Google Shape;115;g3f3ba1429e3_0_4035"/>
              <p:cNvSpPr/>
              <p:nvPr/>
            </p:nvSpPr>
            <p:spPr>
              <a:xfrm>
                <a:off x="6318474" y="1530234"/>
                <a:ext cx="1462504" cy="1469935"/>
              </a:xfrm>
              <a:custGeom>
                <a:rect b="b" l="l" r="r" t="t"/>
                <a:pathLst>
                  <a:path extrusionOk="0" h="1469935" w="1462504">
                    <a:moveTo>
                      <a:pt x="1337206" y="738358"/>
                    </a:moveTo>
                    <a:lnTo>
                      <a:pt x="1462504" y="681250"/>
                    </a:lnTo>
                    <a:lnTo>
                      <a:pt x="1436428" y="530788"/>
                    </a:lnTo>
                    <a:lnTo>
                      <a:pt x="1298222" y="520097"/>
                    </a:lnTo>
                    <a:cubicBezTo>
                      <a:pt x="1280594" y="473954"/>
                      <a:pt x="1257334" y="430159"/>
                      <a:pt x="1228989" y="389714"/>
                    </a:cubicBezTo>
                    <a:lnTo>
                      <a:pt x="1300308" y="269371"/>
                    </a:lnTo>
                    <a:lnTo>
                      <a:pt x="1192221" y="161283"/>
                    </a:lnTo>
                    <a:lnTo>
                      <a:pt x="1070965" y="233385"/>
                    </a:lnTo>
                    <a:cubicBezTo>
                      <a:pt x="1001119" y="185835"/>
                      <a:pt x="922041" y="153539"/>
                      <a:pt x="838883" y="138597"/>
                    </a:cubicBezTo>
                    <a:lnTo>
                      <a:pt x="803941" y="0"/>
                    </a:lnTo>
                    <a:lnTo>
                      <a:pt x="651132" y="0"/>
                    </a:lnTo>
                    <a:lnTo>
                      <a:pt x="615929" y="139379"/>
                    </a:lnTo>
                    <a:cubicBezTo>
                      <a:pt x="568587" y="148415"/>
                      <a:pt x="522496" y="163083"/>
                      <a:pt x="478635" y="183057"/>
                    </a:cubicBezTo>
                    <a:lnTo>
                      <a:pt x="369375" y="88530"/>
                    </a:lnTo>
                    <a:lnTo>
                      <a:pt x="244337" y="176147"/>
                    </a:lnTo>
                    <a:lnTo>
                      <a:pt x="296491" y="311354"/>
                    </a:lnTo>
                    <a:cubicBezTo>
                      <a:pt x="262839" y="345684"/>
                      <a:pt x="233385" y="383899"/>
                      <a:pt x="208743" y="425178"/>
                    </a:cubicBezTo>
                    <a:lnTo>
                      <a:pt x="65322" y="410315"/>
                    </a:lnTo>
                    <a:lnTo>
                      <a:pt x="13169" y="553736"/>
                    </a:lnTo>
                    <a:lnTo>
                      <a:pt x="132208" y="634443"/>
                    </a:lnTo>
                    <a:cubicBezTo>
                      <a:pt x="126498" y="667951"/>
                      <a:pt x="123616" y="701890"/>
                      <a:pt x="123603" y="735881"/>
                    </a:cubicBezTo>
                    <a:cubicBezTo>
                      <a:pt x="123603" y="750353"/>
                      <a:pt x="123603" y="764565"/>
                      <a:pt x="125298" y="778777"/>
                    </a:cubicBezTo>
                    <a:lnTo>
                      <a:pt x="0" y="848662"/>
                    </a:lnTo>
                    <a:lnTo>
                      <a:pt x="39115" y="996255"/>
                    </a:lnTo>
                    <a:lnTo>
                      <a:pt x="180971" y="994430"/>
                    </a:lnTo>
                    <a:cubicBezTo>
                      <a:pt x="201989" y="1038708"/>
                      <a:pt x="228261" y="1080287"/>
                      <a:pt x="259201" y="1118293"/>
                    </a:cubicBezTo>
                    <a:lnTo>
                      <a:pt x="197921" y="1245417"/>
                    </a:lnTo>
                    <a:lnTo>
                      <a:pt x="315266" y="1343595"/>
                    </a:lnTo>
                    <a:lnTo>
                      <a:pt x="428699" y="1262367"/>
                    </a:lnTo>
                    <a:cubicBezTo>
                      <a:pt x="471647" y="1287165"/>
                      <a:pt x="517503" y="1306566"/>
                      <a:pt x="565210" y="1320126"/>
                    </a:cubicBezTo>
                    <a:lnTo>
                      <a:pt x="588027" y="1456898"/>
                    </a:lnTo>
                    <a:lnTo>
                      <a:pt x="740183" y="1469936"/>
                    </a:lnTo>
                    <a:lnTo>
                      <a:pt x="786078" y="1340466"/>
                    </a:lnTo>
                    <a:cubicBezTo>
                      <a:pt x="836028" y="1336020"/>
                      <a:pt x="885208" y="1325328"/>
                      <a:pt x="932498" y="1308652"/>
                    </a:cubicBezTo>
                    <a:lnTo>
                      <a:pt x="1028460" y="1406309"/>
                    </a:lnTo>
                    <a:lnTo>
                      <a:pt x="1160798" y="1329905"/>
                    </a:lnTo>
                    <a:lnTo>
                      <a:pt x="1124422" y="1198349"/>
                    </a:lnTo>
                    <a:cubicBezTo>
                      <a:pt x="1162780" y="1165766"/>
                      <a:pt x="1196940" y="1128529"/>
                      <a:pt x="1226120" y="1087523"/>
                    </a:cubicBezTo>
                    <a:lnTo>
                      <a:pt x="1360545" y="1112296"/>
                    </a:lnTo>
                    <a:lnTo>
                      <a:pt x="1425736" y="973960"/>
                    </a:lnTo>
                    <a:lnTo>
                      <a:pt x="1320257" y="886864"/>
                    </a:lnTo>
                    <a:cubicBezTo>
                      <a:pt x="1332056" y="838257"/>
                      <a:pt x="1337754" y="788373"/>
                      <a:pt x="1337206" y="738358"/>
                    </a:cubicBezTo>
                    <a:close/>
                    <a:moveTo>
                      <a:pt x="1111253" y="735750"/>
                    </a:moveTo>
                    <a:cubicBezTo>
                      <a:pt x="1111253" y="946371"/>
                      <a:pt x="940504" y="1117120"/>
                      <a:pt x="729883" y="1117120"/>
                    </a:cubicBezTo>
                    <a:cubicBezTo>
                      <a:pt x="519263" y="1117120"/>
                      <a:pt x="348513" y="946371"/>
                      <a:pt x="348513" y="735750"/>
                    </a:cubicBezTo>
                    <a:cubicBezTo>
                      <a:pt x="348513" y="525130"/>
                      <a:pt x="519263" y="354381"/>
                      <a:pt x="729883" y="354381"/>
                    </a:cubicBezTo>
                    <a:cubicBezTo>
                      <a:pt x="940504" y="354381"/>
                      <a:pt x="1111253" y="525130"/>
                      <a:pt x="1111253" y="735750"/>
                    </a:cubicBezTo>
                    <a:cubicBezTo>
                      <a:pt x="1111253" y="735789"/>
                      <a:pt x="1111253" y="735842"/>
                      <a:pt x="1111253" y="735881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16" name="Google Shape;116;g3f3ba1429e3_0_4035"/>
              <p:cNvSpPr/>
              <p:nvPr/>
            </p:nvSpPr>
            <p:spPr>
              <a:xfrm>
                <a:off x="6309854" y="1521890"/>
                <a:ext cx="1477470" cy="1485581"/>
              </a:xfrm>
              <a:custGeom>
                <a:rect b="b" l="l" r="r" t="t"/>
                <a:pathLst>
                  <a:path extrusionOk="0" h="1485581" w="1477470">
                    <a:moveTo>
                      <a:pt x="747500" y="1485582"/>
                    </a:moveTo>
                    <a:lnTo>
                      <a:pt x="747500" y="1485582"/>
                    </a:lnTo>
                    <a:lnTo>
                      <a:pt x="595343" y="1472544"/>
                    </a:lnTo>
                    <a:cubicBezTo>
                      <a:pt x="592123" y="1472283"/>
                      <a:pt x="589489" y="1469871"/>
                      <a:pt x="588954" y="1466676"/>
                    </a:cubicBezTo>
                    <a:lnTo>
                      <a:pt x="566268" y="1333425"/>
                    </a:lnTo>
                    <a:cubicBezTo>
                      <a:pt x="520842" y="1320257"/>
                      <a:pt x="477086" y="1301885"/>
                      <a:pt x="435885" y="1278664"/>
                    </a:cubicBezTo>
                    <a:lnTo>
                      <a:pt x="326103" y="1356894"/>
                    </a:lnTo>
                    <a:cubicBezTo>
                      <a:pt x="323586" y="1358902"/>
                      <a:pt x="320014" y="1358902"/>
                      <a:pt x="317497" y="1356894"/>
                    </a:cubicBezTo>
                    <a:lnTo>
                      <a:pt x="200153" y="1258716"/>
                    </a:lnTo>
                    <a:cubicBezTo>
                      <a:pt x="197675" y="1256643"/>
                      <a:pt x="196919" y="1253148"/>
                      <a:pt x="198327" y="1250241"/>
                    </a:cubicBezTo>
                    <a:lnTo>
                      <a:pt x="257521" y="1127029"/>
                    </a:lnTo>
                    <a:cubicBezTo>
                      <a:pt x="228563" y="1090809"/>
                      <a:pt x="203764" y="1051446"/>
                      <a:pt x="183594" y="1009685"/>
                    </a:cubicBezTo>
                    <a:lnTo>
                      <a:pt x="46301" y="1011380"/>
                    </a:lnTo>
                    <a:cubicBezTo>
                      <a:pt x="43041" y="1011536"/>
                      <a:pt x="40134" y="1009333"/>
                      <a:pt x="39391" y="1006164"/>
                    </a:cubicBezTo>
                    <a:lnTo>
                      <a:pt x="276" y="858571"/>
                    </a:lnTo>
                    <a:cubicBezTo>
                      <a:pt x="-624" y="855481"/>
                      <a:pt x="732" y="852182"/>
                      <a:pt x="3535" y="850618"/>
                    </a:cubicBezTo>
                    <a:lnTo>
                      <a:pt x="124922" y="782818"/>
                    </a:lnTo>
                    <a:cubicBezTo>
                      <a:pt x="124009" y="768215"/>
                      <a:pt x="123618" y="755829"/>
                      <a:pt x="123618" y="743704"/>
                    </a:cubicBezTo>
                    <a:cubicBezTo>
                      <a:pt x="123631" y="710821"/>
                      <a:pt x="126291" y="677991"/>
                      <a:pt x="131571" y="645525"/>
                    </a:cubicBezTo>
                    <a:lnTo>
                      <a:pt x="16183" y="567296"/>
                    </a:lnTo>
                    <a:cubicBezTo>
                      <a:pt x="13523" y="565431"/>
                      <a:pt x="12454" y="562002"/>
                      <a:pt x="13575" y="558951"/>
                    </a:cubicBezTo>
                    <a:lnTo>
                      <a:pt x="65728" y="415530"/>
                    </a:lnTo>
                    <a:cubicBezTo>
                      <a:pt x="66928" y="412531"/>
                      <a:pt x="69953" y="410680"/>
                      <a:pt x="73160" y="410967"/>
                    </a:cubicBezTo>
                    <a:lnTo>
                      <a:pt x="212539" y="425309"/>
                    </a:lnTo>
                    <a:cubicBezTo>
                      <a:pt x="236152" y="386337"/>
                      <a:pt x="264053" y="350117"/>
                      <a:pt x="295723" y="317352"/>
                    </a:cubicBezTo>
                    <a:lnTo>
                      <a:pt x="245787" y="186317"/>
                    </a:lnTo>
                    <a:cubicBezTo>
                      <a:pt x="244574" y="183305"/>
                      <a:pt x="245669" y="179863"/>
                      <a:pt x="248394" y="178103"/>
                    </a:cubicBezTo>
                    <a:lnTo>
                      <a:pt x="373432" y="90486"/>
                    </a:lnTo>
                    <a:cubicBezTo>
                      <a:pt x="375987" y="88465"/>
                      <a:pt x="379612" y="88465"/>
                      <a:pt x="382167" y="90486"/>
                    </a:cubicBezTo>
                    <a:lnTo>
                      <a:pt x="487908" y="181754"/>
                    </a:lnTo>
                    <a:cubicBezTo>
                      <a:pt x="529696" y="163161"/>
                      <a:pt x="573426" y="149301"/>
                      <a:pt x="618291" y="140422"/>
                    </a:cubicBezTo>
                    <a:lnTo>
                      <a:pt x="652321" y="5346"/>
                    </a:lnTo>
                    <a:cubicBezTo>
                      <a:pt x="653181" y="2230"/>
                      <a:pt x="655997" y="52"/>
                      <a:pt x="659231" y="0"/>
                    </a:cubicBezTo>
                    <a:lnTo>
                      <a:pt x="812039" y="0"/>
                    </a:lnTo>
                    <a:cubicBezTo>
                      <a:pt x="815260" y="26"/>
                      <a:pt x="818050" y="2230"/>
                      <a:pt x="818819" y="5346"/>
                    </a:cubicBezTo>
                    <a:lnTo>
                      <a:pt x="852719" y="139510"/>
                    </a:lnTo>
                    <a:cubicBezTo>
                      <a:pt x="933595" y="154647"/>
                      <a:pt x="1010547" y="186056"/>
                      <a:pt x="1078933" y="231821"/>
                    </a:cubicBezTo>
                    <a:lnTo>
                      <a:pt x="1196278" y="162066"/>
                    </a:lnTo>
                    <a:cubicBezTo>
                      <a:pt x="1199029" y="160345"/>
                      <a:pt x="1202614" y="160788"/>
                      <a:pt x="1204883" y="163109"/>
                    </a:cubicBezTo>
                    <a:lnTo>
                      <a:pt x="1312840" y="271066"/>
                    </a:lnTo>
                    <a:cubicBezTo>
                      <a:pt x="1315082" y="273374"/>
                      <a:pt x="1315500" y="276894"/>
                      <a:pt x="1313883" y="279671"/>
                    </a:cubicBezTo>
                    <a:lnTo>
                      <a:pt x="1245302" y="397276"/>
                    </a:lnTo>
                    <a:cubicBezTo>
                      <a:pt x="1271952" y="436170"/>
                      <a:pt x="1294039" y="477997"/>
                      <a:pt x="1311145" y="521922"/>
                    </a:cubicBezTo>
                    <a:lnTo>
                      <a:pt x="1444918" y="532223"/>
                    </a:lnTo>
                    <a:cubicBezTo>
                      <a:pt x="1448138" y="532484"/>
                      <a:pt x="1450772" y="534896"/>
                      <a:pt x="1451306" y="538090"/>
                    </a:cubicBezTo>
                    <a:lnTo>
                      <a:pt x="1477383" y="688552"/>
                    </a:lnTo>
                    <a:cubicBezTo>
                      <a:pt x="1477879" y="691720"/>
                      <a:pt x="1476236" y="694849"/>
                      <a:pt x="1473341" y="696244"/>
                    </a:cubicBezTo>
                    <a:lnTo>
                      <a:pt x="1352085" y="751396"/>
                    </a:lnTo>
                    <a:cubicBezTo>
                      <a:pt x="1351616" y="799090"/>
                      <a:pt x="1345579" y="846563"/>
                      <a:pt x="1334092" y="892862"/>
                    </a:cubicBezTo>
                    <a:lnTo>
                      <a:pt x="1436052" y="977089"/>
                    </a:lnTo>
                    <a:cubicBezTo>
                      <a:pt x="1438516" y="979110"/>
                      <a:pt x="1439324" y="982526"/>
                      <a:pt x="1438007" y="985433"/>
                    </a:cubicBezTo>
                    <a:lnTo>
                      <a:pt x="1373468" y="1123900"/>
                    </a:lnTo>
                    <a:cubicBezTo>
                      <a:pt x="1372099" y="1126821"/>
                      <a:pt x="1368957" y="1128476"/>
                      <a:pt x="1365775" y="1127942"/>
                    </a:cubicBezTo>
                    <a:lnTo>
                      <a:pt x="1235392" y="1103951"/>
                    </a:lnTo>
                    <a:cubicBezTo>
                      <a:pt x="1207256" y="1142675"/>
                      <a:pt x="1174803" y="1178061"/>
                      <a:pt x="1138649" y="1209431"/>
                    </a:cubicBezTo>
                    <a:lnTo>
                      <a:pt x="1173722" y="1336554"/>
                    </a:lnTo>
                    <a:cubicBezTo>
                      <a:pt x="1174582" y="1339671"/>
                      <a:pt x="1173252" y="1342995"/>
                      <a:pt x="1170462" y="1344638"/>
                    </a:cubicBezTo>
                    <a:lnTo>
                      <a:pt x="1038123" y="1421042"/>
                    </a:lnTo>
                    <a:cubicBezTo>
                      <a:pt x="1035346" y="1422568"/>
                      <a:pt x="1031904" y="1422085"/>
                      <a:pt x="1029648" y="1419869"/>
                    </a:cubicBezTo>
                    <a:lnTo>
                      <a:pt x="936685" y="1325472"/>
                    </a:lnTo>
                    <a:cubicBezTo>
                      <a:pt x="891560" y="1340922"/>
                      <a:pt x="844779" y="1351027"/>
                      <a:pt x="797306" y="1355590"/>
                    </a:cubicBezTo>
                    <a:lnTo>
                      <a:pt x="752976" y="1480888"/>
                    </a:lnTo>
                    <a:cubicBezTo>
                      <a:pt x="752129" y="1483326"/>
                      <a:pt x="750042" y="1485113"/>
                      <a:pt x="747500" y="1485582"/>
                    </a:cubicBezTo>
                    <a:close/>
                    <a:moveTo>
                      <a:pt x="601341" y="1458723"/>
                    </a:moveTo>
                    <a:lnTo>
                      <a:pt x="742676" y="1470979"/>
                    </a:lnTo>
                    <a:lnTo>
                      <a:pt x="786745" y="1346594"/>
                    </a:lnTo>
                    <a:cubicBezTo>
                      <a:pt x="787632" y="1343999"/>
                      <a:pt x="790005" y="1342200"/>
                      <a:pt x="792743" y="1342030"/>
                    </a:cubicBezTo>
                    <a:cubicBezTo>
                      <a:pt x="842106" y="1337624"/>
                      <a:pt x="890725" y="1327062"/>
                      <a:pt x="937468" y="1310608"/>
                    </a:cubicBezTo>
                    <a:cubicBezTo>
                      <a:pt x="940062" y="1309695"/>
                      <a:pt x="942957" y="1310360"/>
                      <a:pt x="944900" y="1312303"/>
                    </a:cubicBezTo>
                    <a:lnTo>
                      <a:pt x="1037080" y="1406048"/>
                    </a:lnTo>
                    <a:lnTo>
                      <a:pt x="1159901" y="1335120"/>
                    </a:lnTo>
                    <a:lnTo>
                      <a:pt x="1124958" y="1208779"/>
                    </a:lnTo>
                    <a:cubicBezTo>
                      <a:pt x="1124189" y="1206158"/>
                      <a:pt x="1125063" y="1203329"/>
                      <a:pt x="1127175" y="1201608"/>
                    </a:cubicBezTo>
                    <a:cubicBezTo>
                      <a:pt x="1165038" y="1169351"/>
                      <a:pt x="1198807" y="1132570"/>
                      <a:pt x="1227700" y="1092087"/>
                    </a:cubicBezTo>
                    <a:cubicBezTo>
                      <a:pt x="1229291" y="1089831"/>
                      <a:pt x="1232029" y="1088723"/>
                      <a:pt x="1234741" y="1089218"/>
                    </a:cubicBezTo>
                    <a:lnTo>
                      <a:pt x="1363689" y="1112948"/>
                    </a:lnTo>
                    <a:lnTo>
                      <a:pt x="1423665" y="984521"/>
                    </a:lnTo>
                    <a:lnTo>
                      <a:pt x="1322488" y="900945"/>
                    </a:lnTo>
                    <a:cubicBezTo>
                      <a:pt x="1320272" y="899224"/>
                      <a:pt x="1319346" y="896330"/>
                      <a:pt x="1320141" y="893644"/>
                    </a:cubicBezTo>
                    <a:cubicBezTo>
                      <a:pt x="1332384" y="845624"/>
                      <a:pt x="1338643" y="796261"/>
                      <a:pt x="1338786" y="746702"/>
                    </a:cubicBezTo>
                    <a:cubicBezTo>
                      <a:pt x="1338799" y="743938"/>
                      <a:pt x="1340429" y="741435"/>
                      <a:pt x="1342958" y="740314"/>
                    </a:cubicBezTo>
                    <a:lnTo>
                      <a:pt x="1463302" y="685423"/>
                    </a:lnTo>
                    <a:lnTo>
                      <a:pt x="1438659" y="545782"/>
                    </a:lnTo>
                    <a:lnTo>
                      <a:pt x="1305799" y="535482"/>
                    </a:lnTo>
                    <a:cubicBezTo>
                      <a:pt x="1303074" y="535287"/>
                      <a:pt x="1300727" y="533487"/>
                      <a:pt x="1299801" y="530919"/>
                    </a:cubicBezTo>
                    <a:cubicBezTo>
                      <a:pt x="1282421" y="485167"/>
                      <a:pt x="1259474" y="441724"/>
                      <a:pt x="1231481" y="401579"/>
                    </a:cubicBezTo>
                    <a:cubicBezTo>
                      <a:pt x="1229994" y="399232"/>
                      <a:pt x="1229994" y="396233"/>
                      <a:pt x="1231481" y="393887"/>
                    </a:cubicBezTo>
                    <a:lnTo>
                      <a:pt x="1299932" y="278237"/>
                    </a:lnTo>
                    <a:lnTo>
                      <a:pt x="1199668" y="177972"/>
                    </a:lnTo>
                    <a:lnTo>
                      <a:pt x="1083105" y="247206"/>
                    </a:lnTo>
                    <a:cubicBezTo>
                      <a:pt x="1080811" y="248705"/>
                      <a:pt x="1077838" y="248705"/>
                      <a:pt x="1075543" y="247206"/>
                    </a:cubicBezTo>
                    <a:cubicBezTo>
                      <a:pt x="1006584" y="200437"/>
                      <a:pt x="928589" y="168624"/>
                      <a:pt x="846591" y="153852"/>
                    </a:cubicBezTo>
                    <a:cubicBezTo>
                      <a:pt x="843853" y="153369"/>
                      <a:pt x="841663" y="151322"/>
                      <a:pt x="840984" y="148636"/>
                    </a:cubicBezTo>
                    <a:lnTo>
                      <a:pt x="807215" y="15385"/>
                    </a:lnTo>
                    <a:lnTo>
                      <a:pt x="665228" y="15385"/>
                    </a:lnTo>
                    <a:lnTo>
                      <a:pt x="631459" y="149549"/>
                    </a:lnTo>
                    <a:cubicBezTo>
                      <a:pt x="630755" y="152222"/>
                      <a:pt x="628565" y="154256"/>
                      <a:pt x="625853" y="154764"/>
                    </a:cubicBezTo>
                    <a:cubicBezTo>
                      <a:pt x="579058" y="163669"/>
                      <a:pt x="533503" y="178116"/>
                      <a:pt x="490124" y="197791"/>
                    </a:cubicBezTo>
                    <a:cubicBezTo>
                      <a:pt x="487621" y="198964"/>
                      <a:pt x="484661" y="198547"/>
                      <a:pt x="482562" y="196748"/>
                    </a:cubicBezTo>
                    <a:lnTo>
                      <a:pt x="377604" y="105480"/>
                    </a:lnTo>
                    <a:lnTo>
                      <a:pt x="261433" y="186708"/>
                    </a:lnTo>
                    <a:lnTo>
                      <a:pt x="311109" y="317091"/>
                    </a:lnTo>
                    <a:cubicBezTo>
                      <a:pt x="312087" y="319659"/>
                      <a:pt x="311474" y="322567"/>
                      <a:pt x="309544" y="324523"/>
                    </a:cubicBezTo>
                    <a:cubicBezTo>
                      <a:pt x="276349" y="358514"/>
                      <a:pt x="247247" y="396272"/>
                      <a:pt x="222839" y="437043"/>
                    </a:cubicBezTo>
                    <a:cubicBezTo>
                      <a:pt x="221405" y="439377"/>
                      <a:pt x="218785" y="440694"/>
                      <a:pt x="216060" y="440433"/>
                    </a:cubicBezTo>
                    <a:lnTo>
                      <a:pt x="77723" y="426221"/>
                    </a:lnTo>
                    <a:lnTo>
                      <a:pt x="29221" y="559473"/>
                    </a:lnTo>
                    <a:lnTo>
                      <a:pt x="143697" y="637702"/>
                    </a:lnTo>
                    <a:cubicBezTo>
                      <a:pt x="146018" y="639228"/>
                      <a:pt x="147204" y="642005"/>
                      <a:pt x="146696" y="644743"/>
                    </a:cubicBezTo>
                    <a:cubicBezTo>
                      <a:pt x="141115" y="677873"/>
                      <a:pt x="138273" y="711408"/>
                      <a:pt x="138221" y="745007"/>
                    </a:cubicBezTo>
                    <a:cubicBezTo>
                      <a:pt x="138221" y="758046"/>
                      <a:pt x="138221" y="771084"/>
                      <a:pt x="139916" y="787382"/>
                    </a:cubicBezTo>
                    <a:cubicBezTo>
                      <a:pt x="140033" y="790107"/>
                      <a:pt x="138625" y="792675"/>
                      <a:pt x="136265" y="794031"/>
                    </a:cubicBezTo>
                    <a:lnTo>
                      <a:pt x="15791" y="861309"/>
                    </a:lnTo>
                    <a:lnTo>
                      <a:pt x="52560" y="998211"/>
                    </a:lnTo>
                    <a:lnTo>
                      <a:pt x="189201" y="995734"/>
                    </a:lnTo>
                    <a:lnTo>
                      <a:pt x="189201" y="995734"/>
                    </a:lnTo>
                    <a:cubicBezTo>
                      <a:pt x="191939" y="995721"/>
                      <a:pt x="194429" y="997298"/>
                      <a:pt x="195590" y="999775"/>
                    </a:cubicBezTo>
                    <a:cubicBezTo>
                      <a:pt x="216203" y="1043532"/>
                      <a:pt x="242032" y="1084642"/>
                      <a:pt x="272515" y="1122205"/>
                    </a:cubicBezTo>
                    <a:cubicBezTo>
                      <a:pt x="274223" y="1124304"/>
                      <a:pt x="274575" y="1127186"/>
                      <a:pt x="273428" y="1129637"/>
                    </a:cubicBezTo>
                    <a:lnTo>
                      <a:pt x="214495" y="1251936"/>
                    </a:lnTo>
                    <a:lnTo>
                      <a:pt x="323104" y="1343204"/>
                    </a:lnTo>
                    <a:lnTo>
                      <a:pt x="432104" y="1264974"/>
                    </a:lnTo>
                    <a:cubicBezTo>
                      <a:pt x="434451" y="1263488"/>
                      <a:pt x="437449" y="1263488"/>
                      <a:pt x="439796" y="1264974"/>
                    </a:cubicBezTo>
                    <a:cubicBezTo>
                      <a:pt x="482288" y="1289382"/>
                      <a:pt x="527609" y="1308522"/>
                      <a:pt x="574743" y="1321951"/>
                    </a:cubicBezTo>
                    <a:cubicBezTo>
                      <a:pt x="577389" y="1322669"/>
                      <a:pt x="579371" y="1324859"/>
                      <a:pt x="579828" y="1327558"/>
                    </a:cubicBezTo>
                    <a:close/>
                    <a:moveTo>
                      <a:pt x="738504" y="1132766"/>
                    </a:moveTo>
                    <a:cubicBezTo>
                      <a:pt x="523985" y="1132688"/>
                      <a:pt x="350145" y="958744"/>
                      <a:pt x="350224" y="744225"/>
                    </a:cubicBezTo>
                    <a:cubicBezTo>
                      <a:pt x="350302" y="529706"/>
                      <a:pt x="524245" y="355867"/>
                      <a:pt x="738764" y="355945"/>
                    </a:cubicBezTo>
                    <a:cubicBezTo>
                      <a:pt x="953231" y="356023"/>
                      <a:pt x="1127044" y="529889"/>
                      <a:pt x="1127044" y="744356"/>
                    </a:cubicBezTo>
                    <a:cubicBezTo>
                      <a:pt x="1126679" y="958744"/>
                      <a:pt x="952892" y="1132414"/>
                      <a:pt x="738504" y="1132636"/>
                    </a:cubicBezTo>
                    <a:close/>
                    <a:moveTo>
                      <a:pt x="738504" y="370026"/>
                    </a:moveTo>
                    <a:cubicBezTo>
                      <a:pt x="531769" y="370026"/>
                      <a:pt x="364174" y="537621"/>
                      <a:pt x="364174" y="744356"/>
                    </a:cubicBezTo>
                    <a:cubicBezTo>
                      <a:pt x="364174" y="951090"/>
                      <a:pt x="531769" y="1118685"/>
                      <a:pt x="738504" y="1118685"/>
                    </a:cubicBezTo>
                    <a:cubicBezTo>
                      <a:pt x="945238" y="1118685"/>
                      <a:pt x="1112833" y="951090"/>
                      <a:pt x="1112833" y="744356"/>
                    </a:cubicBezTo>
                    <a:cubicBezTo>
                      <a:pt x="1112689" y="537660"/>
                      <a:pt x="945199" y="370118"/>
                      <a:pt x="738504" y="36989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17" name="Google Shape;117;g3f3ba1429e3_0_4035"/>
              <p:cNvSpPr/>
              <p:nvPr/>
            </p:nvSpPr>
            <p:spPr>
              <a:xfrm>
                <a:off x="6160586" y="2392657"/>
                <a:ext cx="73464" cy="173729"/>
              </a:xfrm>
              <a:custGeom>
                <a:rect b="b" l="l" r="r" t="t"/>
                <a:pathLst>
                  <a:path extrusionOk="0" h="173729" w="73464">
                    <a:moveTo>
                      <a:pt x="52408" y="173729"/>
                    </a:moveTo>
                    <a:cubicBezTo>
                      <a:pt x="43229" y="173703"/>
                      <a:pt x="35106" y="167745"/>
                      <a:pt x="32329" y="158996"/>
                    </a:cubicBezTo>
                    <a:cubicBezTo>
                      <a:pt x="18196" y="115031"/>
                      <a:pt x="7465" y="70049"/>
                      <a:pt x="255" y="24441"/>
                    </a:cubicBezTo>
                    <a:cubicBezTo>
                      <a:pt x="-1544" y="12889"/>
                      <a:pt x="6370" y="2054"/>
                      <a:pt x="17922" y="255"/>
                    </a:cubicBezTo>
                    <a:cubicBezTo>
                      <a:pt x="29474" y="-1544"/>
                      <a:pt x="40309" y="6370"/>
                      <a:pt x="42108" y="17922"/>
                    </a:cubicBezTo>
                    <a:cubicBezTo>
                      <a:pt x="49005" y="61352"/>
                      <a:pt x="59201" y="104209"/>
                      <a:pt x="72618" y="146088"/>
                    </a:cubicBezTo>
                    <a:cubicBezTo>
                      <a:pt x="75799" y="157040"/>
                      <a:pt x="69749" y="168553"/>
                      <a:pt x="58927" y="172165"/>
                    </a:cubicBezTo>
                    <a:cubicBezTo>
                      <a:pt x="56867" y="173064"/>
                      <a:pt x="54651" y="173599"/>
                      <a:pt x="52408" y="173729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18" name="Google Shape;118;g3f3ba1429e3_0_4035"/>
              <p:cNvSpPr/>
              <p:nvPr/>
            </p:nvSpPr>
            <p:spPr>
              <a:xfrm>
                <a:off x="6150150" y="1372824"/>
                <a:ext cx="1592671" cy="947920"/>
              </a:xfrm>
              <a:custGeom>
                <a:rect b="b" l="l" r="r" t="t"/>
                <a:pathLst>
                  <a:path extrusionOk="0" h="947920" w="1592671">
                    <a:moveTo>
                      <a:pt x="21252" y="947921"/>
                    </a:moveTo>
                    <a:cubicBezTo>
                      <a:pt x="9766" y="947921"/>
                      <a:pt x="352" y="938807"/>
                      <a:pt x="0" y="927321"/>
                    </a:cubicBezTo>
                    <a:cubicBezTo>
                      <a:pt x="0" y="919106"/>
                      <a:pt x="0" y="910892"/>
                      <a:pt x="0" y="902678"/>
                    </a:cubicBezTo>
                    <a:cubicBezTo>
                      <a:pt x="117" y="404016"/>
                      <a:pt x="404461" y="-123"/>
                      <a:pt x="903123" y="0"/>
                    </a:cubicBezTo>
                    <a:cubicBezTo>
                      <a:pt x="1166144" y="65"/>
                      <a:pt x="1416062" y="114814"/>
                      <a:pt x="1587541" y="314261"/>
                    </a:cubicBezTo>
                    <a:cubicBezTo>
                      <a:pt x="1595168" y="323114"/>
                      <a:pt x="1594178" y="336491"/>
                      <a:pt x="1585325" y="344118"/>
                    </a:cubicBezTo>
                    <a:cubicBezTo>
                      <a:pt x="1576472" y="351746"/>
                      <a:pt x="1563094" y="350755"/>
                      <a:pt x="1555467" y="341902"/>
                    </a:cubicBezTo>
                    <a:cubicBezTo>
                      <a:pt x="1245834" y="-18645"/>
                      <a:pt x="702542" y="-59916"/>
                      <a:pt x="341994" y="249721"/>
                    </a:cubicBezTo>
                    <a:cubicBezTo>
                      <a:pt x="151635" y="413195"/>
                      <a:pt x="42114" y="651626"/>
                      <a:pt x="42114" y="902548"/>
                    </a:cubicBezTo>
                    <a:cubicBezTo>
                      <a:pt x="42114" y="910371"/>
                      <a:pt x="42114" y="918194"/>
                      <a:pt x="42114" y="926017"/>
                    </a:cubicBezTo>
                    <a:cubicBezTo>
                      <a:pt x="42479" y="937673"/>
                      <a:pt x="33326" y="947426"/>
                      <a:pt x="21657" y="947791"/>
                    </a:cubicBezTo>
                    <a:cubicBezTo>
                      <a:pt x="21617" y="947791"/>
                      <a:pt x="21565" y="947791"/>
                      <a:pt x="21513" y="94779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19" name="Google Shape;119;g3f3ba1429e3_0_4035"/>
              <p:cNvSpPr/>
              <p:nvPr/>
            </p:nvSpPr>
            <p:spPr>
              <a:xfrm>
                <a:off x="7625432" y="1620850"/>
                <a:ext cx="178754" cy="192966"/>
              </a:xfrm>
              <a:custGeom>
                <a:rect b="b" l="l" r="r" t="t"/>
                <a:pathLst>
                  <a:path extrusionOk="0" h="192966" w="178754">
                    <a:moveTo>
                      <a:pt x="155416" y="0"/>
                    </a:moveTo>
                    <a:lnTo>
                      <a:pt x="178755" y="192967"/>
                    </a:lnTo>
                    <a:lnTo>
                      <a:pt x="0" y="116823"/>
                    </a:lnTo>
                    <a:lnTo>
                      <a:pt x="155416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120" name="Google Shape;120;g3f3ba1429e3_0_4035"/>
            <p:cNvGrpSpPr/>
            <p:nvPr/>
          </p:nvGrpSpPr>
          <p:grpSpPr>
            <a:xfrm>
              <a:off x="7567967" y="2334044"/>
              <a:ext cx="1372636" cy="1390272"/>
              <a:chOff x="7567967" y="2334044"/>
              <a:chExt cx="1372636" cy="1390272"/>
            </a:xfrm>
          </p:grpSpPr>
          <p:sp>
            <p:nvSpPr>
              <p:cNvPr id="121" name="Google Shape;121;g3f3ba1429e3_0_4035"/>
              <p:cNvSpPr/>
              <p:nvPr/>
            </p:nvSpPr>
            <p:spPr>
              <a:xfrm>
                <a:off x="7574582" y="2341867"/>
                <a:ext cx="1224816" cy="1222599"/>
              </a:xfrm>
              <a:custGeom>
                <a:rect b="b" l="l" r="r" t="t"/>
                <a:pathLst>
                  <a:path extrusionOk="0" h="1222599" w="1224816">
                    <a:moveTo>
                      <a:pt x="1117772" y="613712"/>
                    </a:moveTo>
                    <a:lnTo>
                      <a:pt x="1224816" y="581768"/>
                    </a:lnTo>
                    <a:lnTo>
                      <a:pt x="1197175" y="425309"/>
                    </a:lnTo>
                    <a:lnTo>
                      <a:pt x="1084916" y="432089"/>
                    </a:lnTo>
                    <a:cubicBezTo>
                      <a:pt x="1070260" y="393548"/>
                      <a:pt x="1050951" y="356949"/>
                      <a:pt x="1027417" y="323089"/>
                    </a:cubicBezTo>
                    <a:lnTo>
                      <a:pt x="1097954" y="234168"/>
                    </a:lnTo>
                    <a:lnTo>
                      <a:pt x="985564" y="122299"/>
                    </a:lnTo>
                    <a:lnTo>
                      <a:pt x="895861" y="193488"/>
                    </a:lnTo>
                    <a:cubicBezTo>
                      <a:pt x="837788" y="154243"/>
                      <a:pt x="772153" y="127593"/>
                      <a:pt x="703155" y="115259"/>
                    </a:cubicBezTo>
                    <a:lnTo>
                      <a:pt x="690117" y="0"/>
                    </a:lnTo>
                    <a:lnTo>
                      <a:pt x="531049" y="0"/>
                    </a:lnTo>
                    <a:lnTo>
                      <a:pt x="518011" y="116041"/>
                    </a:lnTo>
                    <a:cubicBezTo>
                      <a:pt x="478584" y="123525"/>
                      <a:pt x="440199" y="135703"/>
                      <a:pt x="403666" y="152287"/>
                    </a:cubicBezTo>
                    <a:lnTo>
                      <a:pt x="325436" y="64540"/>
                    </a:lnTo>
                    <a:lnTo>
                      <a:pt x="195053" y="155808"/>
                    </a:lnTo>
                    <a:lnTo>
                      <a:pt x="250987" y="259201"/>
                    </a:lnTo>
                    <a:cubicBezTo>
                      <a:pt x="222994" y="287755"/>
                      <a:pt x="198482" y="319529"/>
                      <a:pt x="177973" y="353859"/>
                    </a:cubicBezTo>
                    <a:lnTo>
                      <a:pt x="63757" y="326609"/>
                    </a:lnTo>
                    <a:lnTo>
                      <a:pt x="9779" y="474333"/>
                    </a:lnTo>
                    <a:lnTo>
                      <a:pt x="114085" y="526486"/>
                    </a:lnTo>
                    <a:cubicBezTo>
                      <a:pt x="109313" y="554349"/>
                      <a:pt x="106914" y="582577"/>
                      <a:pt x="106914" y="610844"/>
                    </a:cubicBezTo>
                    <a:cubicBezTo>
                      <a:pt x="106914" y="622839"/>
                      <a:pt x="106914" y="634704"/>
                      <a:pt x="108348" y="646569"/>
                    </a:cubicBezTo>
                    <a:lnTo>
                      <a:pt x="0" y="689334"/>
                    </a:lnTo>
                    <a:lnTo>
                      <a:pt x="41071" y="842795"/>
                    </a:lnTo>
                    <a:lnTo>
                      <a:pt x="154895" y="825975"/>
                    </a:lnTo>
                    <a:cubicBezTo>
                      <a:pt x="172379" y="862822"/>
                      <a:pt x="194271" y="897412"/>
                      <a:pt x="220086" y="928978"/>
                    </a:cubicBezTo>
                    <a:lnTo>
                      <a:pt x="156981" y="1024548"/>
                    </a:lnTo>
                    <a:lnTo>
                      <a:pt x="278759" y="1126638"/>
                    </a:lnTo>
                    <a:lnTo>
                      <a:pt x="360900" y="1048408"/>
                    </a:lnTo>
                    <a:cubicBezTo>
                      <a:pt x="396690" y="1068996"/>
                      <a:pt x="434879" y="1085111"/>
                      <a:pt x="474594" y="1096389"/>
                    </a:cubicBezTo>
                    <a:lnTo>
                      <a:pt x="477592" y="1208779"/>
                    </a:lnTo>
                    <a:lnTo>
                      <a:pt x="635877" y="1222600"/>
                    </a:lnTo>
                    <a:lnTo>
                      <a:pt x="658303" y="1113469"/>
                    </a:lnTo>
                    <a:cubicBezTo>
                      <a:pt x="699817" y="1109845"/>
                      <a:pt x="740718" y="1101083"/>
                      <a:pt x="780081" y="1087393"/>
                    </a:cubicBezTo>
                    <a:lnTo>
                      <a:pt x="846185" y="1176444"/>
                    </a:lnTo>
                    <a:lnTo>
                      <a:pt x="983739" y="1097041"/>
                    </a:lnTo>
                    <a:lnTo>
                      <a:pt x="939800" y="995603"/>
                    </a:lnTo>
                    <a:cubicBezTo>
                      <a:pt x="971639" y="968419"/>
                      <a:pt x="1000050" y="937466"/>
                      <a:pt x="1024418" y="903423"/>
                    </a:cubicBezTo>
                    <a:lnTo>
                      <a:pt x="1129506" y="938365"/>
                    </a:lnTo>
                    <a:lnTo>
                      <a:pt x="1196654" y="794944"/>
                    </a:lnTo>
                    <a:lnTo>
                      <a:pt x="1101865" y="737315"/>
                    </a:lnTo>
                    <a:cubicBezTo>
                      <a:pt x="1112283" y="696935"/>
                      <a:pt x="1117629" y="655408"/>
                      <a:pt x="1117772" y="613712"/>
                    </a:cubicBezTo>
                    <a:close/>
                    <a:moveTo>
                      <a:pt x="929760" y="611496"/>
                    </a:moveTo>
                    <a:cubicBezTo>
                      <a:pt x="929760" y="786769"/>
                      <a:pt x="787682" y="928847"/>
                      <a:pt x="612408" y="928847"/>
                    </a:cubicBezTo>
                    <a:cubicBezTo>
                      <a:pt x="437135" y="928847"/>
                      <a:pt x="295056" y="786769"/>
                      <a:pt x="295056" y="611496"/>
                    </a:cubicBezTo>
                    <a:cubicBezTo>
                      <a:pt x="295056" y="436222"/>
                      <a:pt x="437135" y="294144"/>
                      <a:pt x="612408" y="294144"/>
                    </a:cubicBezTo>
                    <a:cubicBezTo>
                      <a:pt x="612448" y="294144"/>
                      <a:pt x="612500" y="294144"/>
                      <a:pt x="612539" y="294144"/>
                    </a:cubicBezTo>
                    <a:cubicBezTo>
                      <a:pt x="787734" y="294144"/>
                      <a:pt x="929760" y="436170"/>
                      <a:pt x="929760" y="611365"/>
                    </a:cubicBezTo>
                    <a:cubicBezTo>
                      <a:pt x="929760" y="611404"/>
                      <a:pt x="929760" y="611456"/>
                      <a:pt x="929760" y="611496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22" name="Google Shape;122;g3f3ba1429e3_0_4035"/>
              <p:cNvSpPr/>
              <p:nvPr/>
            </p:nvSpPr>
            <p:spPr>
              <a:xfrm>
                <a:off x="7567967" y="2334044"/>
                <a:ext cx="1238465" cy="1238383"/>
              </a:xfrm>
              <a:custGeom>
                <a:rect b="b" l="l" r="r" t="t"/>
                <a:pathLst>
                  <a:path extrusionOk="0" h="1238383" w="1238465">
                    <a:moveTo>
                      <a:pt x="642362" y="1238376"/>
                    </a:moveTo>
                    <a:lnTo>
                      <a:pt x="641710" y="1238376"/>
                    </a:lnTo>
                    <a:lnTo>
                      <a:pt x="483556" y="1225338"/>
                    </a:lnTo>
                    <a:cubicBezTo>
                      <a:pt x="479970" y="1225077"/>
                      <a:pt x="477154" y="1222157"/>
                      <a:pt x="477037" y="1218558"/>
                    </a:cubicBezTo>
                    <a:lnTo>
                      <a:pt x="474168" y="1111253"/>
                    </a:lnTo>
                    <a:cubicBezTo>
                      <a:pt x="437348" y="1100418"/>
                      <a:pt x="401884" y="1085463"/>
                      <a:pt x="368427" y="1066662"/>
                    </a:cubicBezTo>
                    <a:lnTo>
                      <a:pt x="290198" y="1140850"/>
                    </a:lnTo>
                    <a:cubicBezTo>
                      <a:pt x="287525" y="1143236"/>
                      <a:pt x="283483" y="1143236"/>
                      <a:pt x="280810" y="1140850"/>
                    </a:cubicBezTo>
                    <a:lnTo>
                      <a:pt x="159033" y="1038760"/>
                    </a:lnTo>
                    <a:cubicBezTo>
                      <a:pt x="156295" y="1036400"/>
                      <a:pt x="155734" y="1032384"/>
                      <a:pt x="157729" y="1029372"/>
                    </a:cubicBezTo>
                    <a:lnTo>
                      <a:pt x="217966" y="938104"/>
                    </a:lnTo>
                    <a:cubicBezTo>
                      <a:pt x="194471" y="908521"/>
                      <a:pt x="174313" y="876420"/>
                      <a:pt x="157859" y="842403"/>
                    </a:cubicBezTo>
                    <a:lnTo>
                      <a:pt x="49120" y="858571"/>
                    </a:lnTo>
                    <a:cubicBezTo>
                      <a:pt x="45548" y="859145"/>
                      <a:pt x="42144" y="856876"/>
                      <a:pt x="41297" y="853356"/>
                    </a:cubicBezTo>
                    <a:lnTo>
                      <a:pt x="226" y="699634"/>
                    </a:lnTo>
                    <a:cubicBezTo>
                      <a:pt x="-673" y="696166"/>
                      <a:pt x="1178" y="692567"/>
                      <a:pt x="4529" y="691290"/>
                    </a:cubicBezTo>
                    <a:lnTo>
                      <a:pt x="108053" y="650349"/>
                    </a:lnTo>
                    <a:cubicBezTo>
                      <a:pt x="107271" y="638745"/>
                      <a:pt x="107010" y="628836"/>
                      <a:pt x="107010" y="619318"/>
                    </a:cubicBezTo>
                    <a:cubicBezTo>
                      <a:pt x="107023" y="592381"/>
                      <a:pt x="109161" y="565483"/>
                      <a:pt x="113399" y="538872"/>
                    </a:cubicBezTo>
                    <a:lnTo>
                      <a:pt x="13265" y="488936"/>
                    </a:lnTo>
                    <a:cubicBezTo>
                      <a:pt x="10031" y="487358"/>
                      <a:pt x="8506" y="483590"/>
                      <a:pt x="9745" y="480200"/>
                    </a:cubicBezTo>
                    <a:lnTo>
                      <a:pt x="64114" y="330911"/>
                    </a:lnTo>
                    <a:cubicBezTo>
                      <a:pt x="65431" y="327587"/>
                      <a:pt x="68964" y="325709"/>
                      <a:pt x="72459" y="326479"/>
                    </a:cubicBezTo>
                    <a:lnTo>
                      <a:pt x="181589" y="352555"/>
                    </a:lnTo>
                    <a:cubicBezTo>
                      <a:pt x="200912" y="320950"/>
                      <a:pt x="223598" y="291523"/>
                      <a:pt x="249258" y="264807"/>
                    </a:cubicBezTo>
                    <a:lnTo>
                      <a:pt x="195801" y="165977"/>
                    </a:lnTo>
                    <a:cubicBezTo>
                      <a:pt x="194106" y="162809"/>
                      <a:pt x="195057" y="158884"/>
                      <a:pt x="198017" y="156851"/>
                    </a:cubicBezTo>
                    <a:lnTo>
                      <a:pt x="328400" y="65583"/>
                    </a:lnTo>
                    <a:cubicBezTo>
                      <a:pt x="331360" y="63496"/>
                      <a:pt x="335428" y="64005"/>
                      <a:pt x="337788" y="66756"/>
                    </a:cubicBezTo>
                    <a:lnTo>
                      <a:pt x="412106" y="150592"/>
                    </a:lnTo>
                    <a:cubicBezTo>
                      <a:pt x="446018" y="135585"/>
                      <a:pt x="481483" y="124346"/>
                      <a:pt x="517846" y="117084"/>
                    </a:cubicBezTo>
                    <a:lnTo>
                      <a:pt x="530885" y="6258"/>
                    </a:lnTo>
                    <a:cubicBezTo>
                      <a:pt x="531341" y="2712"/>
                      <a:pt x="534340" y="39"/>
                      <a:pt x="537925" y="0"/>
                    </a:cubicBezTo>
                    <a:lnTo>
                      <a:pt x="696862" y="0"/>
                    </a:lnTo>
                    <a:cubicBezTo>
                      <a:pt x="700408" y="39"/>
                      <a:pt x="703381" y="2725"/>
                      <a:pt x="703772" y="6258"/>
                    </a:cubicBezTo>
                    <a:lnTo>
                      <a:pt x="716810" y="116432"/>
                    </a:lnTo>
                    <a:cubicBezTo>
                      <a:pt x="783215" y="129027"/>
                      <a:pt x="846437" y="154790"/>
                      <a:pt x="902736" y="192184"/>
                    </a:cubicBezTo>
                    <a:lnTo>
                      <a:pt x="988398" y="124255"/>
                    </a:lnTo>
                    <a:cubicBezTo>
                      <a:pt x="991097" y="121921"/>
                      <a:pt x="995087" y="121921"/>
                      <a:pt x="997786" y="124255"/>
                    </a:cubicBezTo>
                    <a:lnTo>
                      <a:pt x="1110045" y="236645"/>
                    </a:lnTo>
                    <a:cubicBezTo>
                      <a:pt x="1112431" y="239318"/>
                      <a:pt x="1112431" y="243359"/>
                      <a:pt x="1110045" y="246032"/>
                    </a:cubicBezTo>
                    <a:lnTo>
                      <a:pt x="1042767" y="330781"/>
                    </a:lnTo>
                    <a:cubicBezTo>
                      <a:pt x="1064359" y="362438"/>
                      <a:pt x="1082339" y="396429"/>
                      <a:pt x="1096355" y="432089"/>
                    </a:cubicBezTo>
                    <a:lnTo>
                      <a:pt x="1203399" y="425700"/>
                    </a:lnTo>
                    <a:cubicBezTo>
                      <a:pt x="1206998" y="425504"/>
                      <a:pt x="1210179" y="428021"/>
                      <a:pt x="1210831" y="431567"/>
                    </a:cubicBezTo>
                    <a:lnTo>
                      <a:pt x="1238342" y="588026"/>
                    </a:lnTo>
                    <a:cubicBezTo>
                      <a:pt x="1239020" y="591560"/>
                      <a:pt x="1236856" y="595028"/>
                      <a:pt x="1233387" y="595980"/>
                    </a:cubicBezTo>
                    <a:lnTo>
                      <a:pt x="1131428" y="626359"/>
                    </a:lnTo>
                    <a:cubicBezTo>
                      <a:pt x="1130906" y="665161"/>
                      <a:pt x="1126004" y="703780"/>
                      <a:pt x="1116825" y="741487"/>
                    </a:cubicBezTo>
                    <a:lnTo>
                      <a:pt x="1206789" y="796769"/>
                    </a:lnTo>
                    <a:cubicBezTo>
                      <a:pt x="1209814" y="798673"/>
                      <a:pt x="1210987" y="802506"/>
                      <a:pt x="1209527" y="805766"/>
                    </a:cubicBezTo>
                    <a:lnTo>
                      <a:pt x="1142380" y="949187"/>
                    </a:lnTo>
                    <a:cubicBezTo>
                      <a:pt x="1140855" y="952407"/>
                      <a:pt x="1137191" y="954024"/>
                      <a:pt x="1133775" y="952968"/>
                    </a:cubicBezTo>
                    <a:lnTo>
                      <a:pt x="1033510" y="919590"/>
                    </a:lnTo>
                    <a:cubicBezTo>
                      <a:pt x="1010745" y="951038"/>
                      <a:pt x="984499" y="979814"/>
                      <a:pt x="955281" y="1005382"/>
                    </a:cubicBezTo>
                    <a:lnTo>
                      <a:pt x="997133" y="1102126"/>
                    </a:lnTo>
                    <a:cubicBezTo>
                      <a:pt x="998555" y="1105386"/>
                      <a:pt x="997316" y="1109180"/>
                      <a:pt x="994265" y="1110992"/>
                    </a:cubicBezTo>
                    <a:lnTo>
                      <a:pt x="856581" y="1190395"/>
                    </a:lnTo>
                    <a:cubicBezTo>
                      <a:pt x="853517" y="1192234"/>
                      <a:pt x="849566" y="1191438"/>
                      <a:pt x="847454" y="1188570"/>
                    </a:cubicBezTo>
                    <a:lnTo>
                      <a:pt x="784349" y="1103560"/>
                    </a:lnTo>
                    <a:cubicBezTo>
                      <a:pt x="747633" y="1116012"/>
                      <a:pt x="709626" y="1124239"/>
                      <a:pt x="671046" y="1128072"/>
                    </a:cubicBezTo>
                    <a:lnTo>
                      <a:pt x="649663" y="1232379"/>
                    </a:lnTo>
                    <a:cubicBezTo>
                      <a:pt x="649129" y="1235951"/>
                      <a:pt x="645974" y="1238546"/>
                      <a:pt x="642362" y="1238376"/>
                    </a:cubicBezTo>
                    <a:close/>
                    <a:moveTo>
                      <a:pt x="490988" y="1210865"/>
                    </a:moveTo>
                    <a:lnTo>
                      <a:pt x="636756" y="1223904"/>
                    </a:lnTo>
                    <a:lnTo>
                      <a:pt x="657747" y="1120901"/>
                    </a:lnTo>
                    <a:cubicBezTo>
                      <a:pt x="658425" y="1117837"/>
                      <a:pt x="661007" y="1115568"/>
                      <a:pt x="664136" y="1115295"/>
                    </a:cubicBezTo>
                    <a:cubicBezTo>
                      <a:pt x="705089" y="1111605"/>
                      <a:pt x="745416" y="1102843"/>
                      <a:pt x="784218" y="1089218"/>
                    </a:cubicBezTo>
                    <a:cubicBezTo>
                      <a:pt x="787165" y="1088201"/>
                      <a:pt x="790438" y="1089205"/>
                      <a:pt x="792302" y="1091695"/>
                    </a:cubicBezTo>
                    <a:lnTo>
                      <a:pt x="854625" y="1175662"/>
                    </a:lnTo>
                    <a:lnTo>
                      <a:pt x="981357" y="1102517"/>
                    </a:lnTo>
                    <a:lnTo>
                      <a:pt x="939765" y="1006816"/>
                    </a:lnTo>
                    <a:cubicBezTo>
                      <a:pt x="938605" y="1003935"/>
                      <a:pt x="939387" y="1000649"/>
                      <a:pt x="941721" y="998602"/>
                    </a:cubicBezTo>
                    <a:cubicBezTo>
                      <a:pt x="973221" y="971795"/>
                      <a:pt x="1001202" y="941129"/>
                      <a:pt x="1025036" y="907334"/>
                    </a:cubicBezTo>
                    <a:cubicBezTo>
                      <a:pt x="1026913" y="904857"/>
                      <a:pt x="1030147" y="903814"/>
                      <a:pt x="1033119" y="904726"/>
                    </a:cubicBezTo>
                    <a:lnTo>
                      <a:pt x="1132210" y="937844"/>
                    </a:lnTo>
                    <a:lnTo>
                      <a:pt x="1194012" y="805244"/>
                    </a:lnTo>
                    <a:lnTo>
                      <a:pt x="1104960" y="750484"/>
                    </a:lnTo>
                    <a:cubicBezTo>
                      <a:pt x="1102339" y="748828"/>
                      <a:pt x="1101075" y="745672"/>
                      <a:pt x="1101831" y="742660"/>
                    </a:cubicBezTo>
                    <a:cubicBezTo>
                      <a:pt x="1112040" y="702829"/>
                      <a:pt x="1117255" y="661875"/>
                      <a:pt x="1117346" y="620753"/>
                    </a:cubicBezTo>
                    <a:cubicBezTo>
                      <a:pt x="1117360" y="617649"/>
                      <a:pt x="1119433" y="614924"/>
                      <a:pt x="1122432" y="614103"/>
                    </a:cubicBezTo>
                    <a:lnTo>
                      <a:pt x="1223348" y="583985"/>
                    </a:lnTo>
                    <a:lnTo>
                      <a:pt x="1197923" y="439912"/>
                    </a:lnTo>
                    <a:lnTo>
                      <a:pt x="1092052" y="446300"/>
                    </a:lnTo>
                    <a:cubicBezTo>
                      <a:pt x="1088949" y="446535"/>
                      <a:pt x="1086055" y="444671"/>
                      <a:pt x="1085012" y="441737"/>
                    </a:cubicBezTo>
                    <a:cubicBezTo>
                      <a:pt x="1070539" y="403756"/>
                      <a:pt x="1051490" y="367680"/>
                      <a:pt x="1028295" y="334302"/>
                    </a:cubicBezTo>
                    <a:cubicBezTo>
                      <a:pt x="1026431" y="331837"/>
                      <a:pt x="1026431" y="328421"/>
                      <a:pt x="1028295" y="325957"/>
                    </a:cubicBezTo>
                    <a:lnTo>
                      <a:pt x="1094790" y="241990"/>
                    </a:lnTo>
                    <a:lnTo>
                      <a:pt x="991136" y="139118"/>
                    </a:lnTo>
                    <a:lnTo>
                      <a:pt x="906387" y="206396"/>
                    </a:lnTo>
                    <a:cubicBezTo>
                      <a:pt x="903923" y="208260"/>
                      <a:pt x="900507" y="208260"/>
                      <a:pt x="898042" y="206396"/>
                    </a:cubicBezTo>
                    <a:cubicBezTo>
                      <a:pt x="840857" y="167529"/>
                      <a:pt x="776135" y="141139"/>
                      <a:pt x="708075" y="128949"/>
                    </a:cubicBezTo>
                    <a:cubicBezTo>
                      <a:pt x="705024" y="128388"/>
                      <a:pt x="702690" y="125911"/>
                      <a:pt x="702338" y="122821"/>
                    </a:cubicBezTo>
                    <a:lnTo>
                      <a:pt x="689300" y="13690"/>
                    </a:lnTo>
                    <a:lnTo>
                      <a:pt x="543923" y="13690"/>
                    </a:lnTo>
                    <a:lnTo>
                      <a:pt x="530885" y="123473"/>
                    </a:lnTo>
                    <a:cubicBezTo>
                      <a:pt x="530637" y="126549"/>
                      <a:pt x="528329" y="129079"/>
                      <a:pt x="525278" y="129601"/>
                    </a:cubicBezTo>
                    <a:cubicBezTo>
                      <a:pt x="486437" y="137019"/>
                      <a:pt x="448613" y="149054"/>
                      <a:pt x="412627" y="165456"/>
                    </a:cubicBezTo>
                    <a:cubicBezTo>
                      <a:pt x="409785" y="166681"/>
                      <a:pt x="406473" y="165951"/>
                      <a:pt x="404413" y="163630"/>
                    </a:cubicBezTo>
                    <a:lnTo>
                      <a:pt x="330747" y="80707"/>
                    </a:lnTo>
                    <a:lnTo>
                      <a:pt x="210925" y="164543"/>
                    </a:lnTo>
                    <a:lnTo>
                      <a:pt x="263861" y="262330"/>
                    </a:lnTo>
                    <a:cubicBezTo>
                      <a:pt x="265282" y="265081"/>
                      <a:pt x="264812" y="268419"/>
                      <a:pt x="262687" y="270675"/>
                    </a:cubicBezTo>
                    <a:cubicBezTo>
                      <a:pt x="235059" y="298811"/>
                      <a:pt x="210899" y="330155"/>
                      <a:pt x="190716" y="364029"/>
                    </a:cubicBezTo>
                    <a:cubicBezTo>
                      <a:pt x="189047" y="366636"/>
                      <a:pt x="185931" y="367940"/>
                      <a:pt x="182893" y="367288"/>
                    </a:cubicBezTo>
                    <a:lnTo>
                      <a:pt x="74805" y="341212"/>
                    </a:lnTo>
                    <a:lnTo>
                      <a:pt x="24869" y="478635"/>
                    </a:lnTo>
                    <a:lnTo>
                      <a:pt x="123699" y="528050"/>
                    </a:lnTo>
                    <a:cubicBezTo>
                      <a:pt x="126463" y="529485"/>
                      <a:pt x="128001" y="532536"/>
                      <a:pt x="127480" y="535613"/>
                    </a:cubicBezTo>
                    <a:cubicBezTo>
                      <a:pt x="122826" y="563097"/>
                      <a:pt x="120465" y="590921"/>
                      <a:pt x="120439" y="618797"/>
                    </a:cubicBezTo>
                    <a:cubicBezTo>
                      <a:pt x="120439" y="629358"/>
                      <a:pt x="120439" y="640571"/>
                      <a:pt x="121873" y="654000"/>
                    </a:cubicBezTo>
                    <a:cubicBezTo>
                      <a:pt x="122043" y="657051"/>
                      <a:pt x="120270" y="659880"/>
                      <a:pt x="117440" y="661041"/>
                    </a:cubicBezTo>
                    <a:lnTo>
                      <a:pt x="14960" y="701590"/>
                    </a:lnTo>
                    <a:lnTo>
                      <a:pt x="52771" y="842795"/>
                    </a:lnTo>
                    <a:lnTo>
                      <a:pt x="160337" y="826888"/>
                    </a:lnTo>
                    <a:cubicBezTo>
                      <a:pt x="163440" y="826431"/>
                      <a:pt x="166465" y="828074"/>
                      <a:pt x="167768" y="830930"/>
                    </a:cubicBezTo>
                    <a:cubicBezTo>
                      <a:pt x="184927" y="867215"/>
                      <a:pt x="206375" y="901310"/>
                      <a:pt x="231656" y="932498"/>
                    </a:cubicBezTo>
                    <a:cubicBezTo>
                      <a:pt x="233482" y="934975"/>
                      <a:pt x="233482" y="938365"/>
                      <a:pt x="231656" y="940842"/>
                    </a:cubicBezTo>
                    <a:lnTo>
                      <a:pt x="172071" y="1031198"/>
                    </a:lnTo>
                    <a:lnTo>
                      <a:pt x="284070" y="1125204"/>
                    </a:lnTo>
                    <a:lnTo>
                      <a:pt x="362299" y="1051798"/>
                    </a:lnTo>
                    <a:cubicBezTo>
                      <a:pt x="364529" y="1049608"/>
                      <a:pt x="367945" y="1049178"/>
                      <a:pt x="370644" y="1050755"/>
                    </a:cubicBezTo>
                    <a:cubicBezTo>
                      <a:pt x="405873" y="1071095"/>
                      <a:pt x="443502" y="1087002"/>
                      <a:pt x="482643" y="1098084"/>
                    </a:cubicBezTo>
                    <a:cubicBezTo>
                      <a:pt x="485616" y="1098879"/>
                      <a:pt x="487741" y="1101526"/>
                      <a:pt x="487858" y="1104603"/>
                    </a:cubicBezTo>
                    <a:close/>
                    <a:moveTo>
                      <a:pt x="619154" y="943320"/>
                    </a:moveTo>
                    <a:cubicBezTo>
                      <a:pt x="439995" y="943320"/>
                      <a:pt x="294761" y="798086"/>
                      <a:pt x="294761" y="618927"/>
                    </a:cubicBezTo>
                    <a:cubicBezTo>
                      <a:pt x="294761" y="439768"/>
                      <a:pt x="439995" y="294535"/>
                      <a:pt x="619154" y="294535"/>
                    </a:cubicBezTo>
                    <a:cubicBezTo>
                      <a:pt x="798313" y="294535"/>
                      <a:pt x="943546" y="439768"/>
                      <a:pt x="943546" y="618927"/>
                    </a:cubicBezTo>
                    <a:cubicBezTo>
                      <a:pt x="943546" y="798151"/>
                      <a:pt x="798378" y="943489"/>
                      <a:pt x="619154" y="943711"/>
                    </a:cubicBezTo>
                    <a:close/>
                    <a:moveTo>
                      <a:pt x="619154" y="308616"/>
                    </a:moveTo>
                    <a:cubicBezTo>
                      <a:pt x="447778" y="308538"/>
                      <a:pt x="308790" y="447422"/>
                      <a:pt x="308712" y="618797"/>
                    </a:cubicBezTo>
                    <a:cubicBezTo>
                      <a:pt x="308634" y="790172"/>
                      <a:pt x="447518" y="929160"/>
                      <a:pt x="618893" y="929238"/>
                    </a:cubicBezTo>
                    <a:cubicBezTo>
                      <a:pt x="790268" y="929317"/>
                      <a:pt x="929256" y="790433"/>
                      <a:pt x="929335" y="619058"/>
                    </a:cubicBezTo>
                    <a:cubicBezTo>
                      <a:pt x="929335" y="619018"/>
                      <a:pt x="929335" y="618966"/>
                      <a:pt x="929335" y="618927"/>
                    </a:cubicBezTo>
                    <a:cubicBezTo>
                      <a:pt x="928904" y="447839"/>
                      <a:pt x="790242" y="309294"/>
                      <a:pt x="619154" y="30900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23" name="Google Shape;123;g3f3ba1429e3_0_4035"/>
              <p:cNvSpPr/>
              <p:nvPr/>
            </p:nvSpPr>
            <p:spPr>
              <a:xfrm>
                <a:off x="7694039" y="2627918"/>
                <a:ext cx="1244319" cy="1096398"/>
              </a:xfrm>
              <a:custGeom>
                <a:rect b="b" l="l" r="r" t="t"/>
                <a:pathLst>
                  <a:path extrusionOk="0" h="1096398" w="1244319">
                    <a:moveTo>
                      <a:pt x="487996" y="1096398"/>
                    </a:moveTo>
                    <a:cubicBezTo>
                      <a:pt x="312697" y="1095968"/>
                      <a:pt x="142964" y="1034832"/>
                      <a:pt x="7666" y="923380"/>
                    </a:cubicBezTo>
                    <a:cubicBezTo>
                      <a:pt x="-1330" y="915923"/>
                      <a:pt x="-2595" y="902584"/>
                      <a:pt x="4863" y="893588"/>
                    </a:cubicBezTo>
                    <a:cubicBezTo>
                      <a:pt x="12321" y="884591"/>
                      <a:pt x="25659" y="883327"/>
                      <a:pt x="34655" y="890785"/>
                    </a:cubicBezTo>
                    <a:cubicBezTo>
                      <a:pt x="338121" y="1141667"/>
                      <a:pt x="787512" y="1099045"/>
                      <a:pt x="1038395" y="795579"/>
                    </a:cubicBezTo>
                    <a:cubicBezTo>
                      <a:pt x="1215820" y="580969"/>
                      <a:pt x="1252066" y="282679"/>
                      <a:pt x="1131175" y="31823"/>
                    </a:cubicBezTo>
                    <a:cubicBezTo>
                      <a:pt x="1125334" y="21640"/>
                      <a:pt x="1128867" y="8654"/>
                      <a:pt x="1139050" y="2812"/>
                    </a:cubicBezTo>
                    <a:cubicBezTo>
                      <a:pt x="1149233" y="-3016"/>
                      <a:pt x="1162219" y="505"/>
                      <a:pt x="1168060" y="10688"/>
                    </a:cubicBezTo>
                    <a:cubicBezTo>
                      <a:pt x="1168556" y="11574"/>
                      <a:pt x="1168999" y="12487"/>
                      <a:pt x="1169377" y="13439"/>
                    </a:cubicBezTo>
                    <a:cubicBezTo>
                      <a:pt x="1350335" y="389293"/>
                      <a:pt x="1192338" y="840679"/>
                      <a:pt x="816496" y="1021624"/>
                    </a:cubicBezTo>
                    <a:cubicBezTo>
                      <a:pt x="714015" y="1070961"/>
                      <a:pt x="601729" y="1096529"/>
                      <a:pt x="487996" y="109639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24" name="Google Shape;124;g3f3ba1429e3_0_4035"/>
              <p:cNvSpPr/>
              <p:nvPr/>
            </p:nvSpPr>
            <p:spPr>
              <a:xfrm>
                <a:off x="8772018" y="2530792"/>
                <a:ext cx="168585" cy="194400"/>
              </a:xfrm>
              <a:custGeom>
                <a:rect b="b" l="l" r="r" t="t"/>
                <a:pathLst>
                  <a:path extrusionOk="0" h="194400" w="168585">
                    <a:moveTo>
                      <a:pt x="652" y="194401"/>
                    </a:moveTo>
                    <a:lnTo>
                      <a:pt x="0" y="0"/>
                    </a:lnTo>
                    <a:lnTo>
                      <a:pt x="168585" y="96614"/>
                    </a:lnTo>
                    <a:lnTo>
                      <a:pt x="652" y="19440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125" name="Google Shape;125;g3f3ba1429e3_0_4035"/>
            <p:cNvGrpSpPr/>
            <p:nvPr/>
          </p:nvGrpSpPr>
          <p:grpSpPr>
            <a:xfrm>
              <a:off x="5716757" y="2701775"/>
              <a:ext cx="2100989" cy="2869805"/>
              <a:chOff x="5716757" y="2701775"/>
              <a:chExt cx="2100989" cy="2869805"/>
            </a:xfrm>
          </p:grpSpPr>
          <p:sp>
            <p:nvSpPr>
              <p:cNvPr id="126" name="Google Shape;126;g3f3ba1429e3_0_4035"/>
              <p:cNvSpPr/>
              <p:nvPr/>
            </p:nvSpPr>
            <p:spPr>
              <a:xfrm>
                <a:off x="5716757" y="5232585"/>
                <a:ext cx="1347376" cy="338995"/>
              </a:xfrm>
              <a:custGeom>
                <a:rect b="b" l="l" r="r" t="t"/>
                <a:pathLst>
                  <a:path extrusionOk="0" h="338995" w="1347376">
                    <a:moveTo>
                      <a:pt x="1347376" y="169497"/>
                    </a:moveTo>
                    <a:cubicBezTo>
                      <a:pt x="1347376" y="263108"/>
                      <a:pt x="1045756" y="338995"/>
                      <a:pt x="673688" y="338995"/>
                    </a:cubicBezTo>
                    <a:cubicBezTo>
                      <a:pt x="301620" y="338995"/>
                      <a:pt x="0" y="263108"/>
                      <a:pt x="0" y="169497"/>
                    </a:cubicBezTo>
                    <a:cubicBezTo>
                      <a:pt x="0" y="75887"/>
                      <a:pt x="301621" y="0"/>
                      <a:pt x="673688" y="0"/>
                    </a:cubicBezTo>
                    <a:cubicBezTo>
                      <a:pt x="1045756" y="0"/>
                      <a:pt x="1347376" y="75887"/>
                      <a:pt x="1347376" y="16949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27" name="Google Shape;127;g3f3ba1429e3_0_4035"/>
              <p:cNvSpPr/>
              <p:nvPr/>
            </p:nvSpPr>
            <p:spPr>
              <a:xfrm>
                <a:off x="7044315" y="4907931"/>
                <a:ext cx="766259" cy="353076"/>
              </a:xfrm>
              <a:custGeom>
                <a:rect b="b" l="l" r="r" t="t"/>
                <a:pathLst>
                  <a:path extrusionOk="0" h="353076" w="766259">
                    <a:moveTo>
                      <a:pt x="765347" y="353077"/>
                    </a:moveTo>
                    <a:cubicBezTo>
                      <a:pt x="765347" y="345514"/>
                      <a:pt x="766260" y="337952"/>
                      <a:pt x="766260" y="330129"/>
                    </a:cubicBezTo>
                    <a:cubicBezTo>
                      <a:pt x="766260" y="147593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129"/>
                    </a:cubicBezTo>
                    <a:cubicBezTo>
                      <a:pt x="0" y="337952"/>
                      <a:pt x="0" y="345514"/>
                      <a:pt x="1043" y="3530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28" name="Google Shape;128;g3f3ba1429e3_0_4035"/>
              <p:cNvSpPr/>
              <p:nvPr/>
            </p:nvSpPr>
            <p:spPr>
              <a:xfrm>
                <a:off x="7037275" y="4900891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8"/>
                    </a:moveTo>
                    <a:lnTo>
                      <a:pt x="8084" y="367288"/>
                    </a:lnTo>
                    <a:cubicBezTo>
                      <a:pt x="4394" y="367301"/>
                      <a:pt x="1317" y="364446"/>
                      <a:pt x="1043" y="360769"/>
                    </a:cubicBezTo>
                    <a:cubicBezTo>
                      <a:pt x="391" y="351903"/>
                      <a:pt x="0" y="344341"/>
                      <a:pt x="0" y="337170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170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20"/>
                      <a:pt x="776052" y="367236"/>
                      <a:pt x="772388" y="367288"/>
                    </a:cubicBezTo>
                    <a:close/>
                    <a:moveTo>
                      <a:pt x="14603" y="353468"/>
                    </a:moveTo>
                    <a:lnTo>
                      <a:pt x="765608" y="353468"/>
                    </a:lnTo>
                    <a:cubicBezTo>
                      <a:pt x="765608" y="347731"/>
                      <a:pt x="765608" y="342516"/>
                      <a:pt x="765608" y="337561"/>
                    </a:cubicBezTo>
                    <a:cubicBezTo>
                      <a:pt x="765608" y="159458"/>
                      <a:pt x="596893" y="14472"/>
                      <a:pt x="389584" y="14472"/>
                    </a:cubicBezTo>
                    <a:cubicBezTo>
                      <a:pt x="182275" y="14472"/>
                      <a:pt x="13429" y="159458"/>
                      <a:pt x="13429" y="337561"/>
                    </a:cubicBezTo>
                    <a:cubicBezTo>
                      <a:pt x="14081" y="342255"/>
                      <a:pt x="14342" y="347340"/>
                      <a:pt x="14603" y="35346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29" name="Google Shape;129;g3f3ba1429e3_0_4035"/>
              <p:cNvSpPr/>
              <p:nvPr/>
            </p:nvSpPr>
            <p:spPr>
              <a:xfrm>
                <a:off x="7044315" y="4939354"/>
                <a:ext cx="766259" cy="353076"/>
              </a:xfrm>
              <a:custGeom>
                <a:rect b="b" l="l" r="r" t="t"/>
                <a:pathLst>
                  <a:path extrusionOk="0" h="353076" w="766259">
                    <a:moveTo>
                      <a:pt x="765347" y="353077"/>
                    </a:moveTo>
                    <a:cubicBezTo>
                      <a:pt x="765347" y="345514"/>
                      <a:pt x="766260" y="337822"/>
                      <a:pt x="766260" y="330129"/>
                    </a:cubicBezTo>
                    <a:cubicBezTo>
                      <a:pt x="766260" y="147593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129"/>
                    </a:cubicBezTo>
                    <a:cubicBezTo>
                      <a:pt x="0" y="337822"/>
                      <a:pt x="0" y="345514"/>
                      <a:pt x="1043" y="35307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0" name="Google Shape;130;g3f3ba1429e3_0_4035"/>
              <p:cNvSpPr/>
              <p:nvPr/>
            </p:nvSpPr>
            <p:spPr>
              <a:xfrm>
                <a:off x="7037275" y="4932313"/>
                <a:ext cx="780471" cy="367158"/>
              </a:xfrm>
              <a:custGeom>
                <a:rect b="b" l="l" r="r" t="t"/>
                <a:pathLst>
                  <a:path extrusionOk="0" h="367158" w="780471">
                    <a:moveTo>
                      <a:pt x="772388" y="367158"/>
                    </a:moveTo>
                    <a:lnTo>
                      <a:pt x="8084" y="367158"/>
                    </a:lnTo>
                    <a:cubicBezTo>
                      <a:pt x="4433" y="367171"/>
                      <a:pt x="1382" y="364407"/>
                      <a:pt x="1043" y="360769"/>
                    </a:cubicBezTo>
                    <a:cubicBezTo>
                      <a:pt x="391" y="351773"/>
                      <a:pt x="0" y="344341"/>
                      <a:pt x="0" y="337170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170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07"/>
                      <a:pt x="776038" y="367171"/>
                      <a:pt x="772388" y="367158"/>
                    </a:cubicBezTo>
                    <a:close/>
                    <a:moveTo>
                      <a:pt x="14603" y="353077"/>
                    </a:moveTo>
                    <a:lnTo>
                      <a:pt x="765608" y="353077"/>
                    </a:lnTo>
                    <a:cubicBezTo>
                      <a:pt x="765608" y="347340"/>
                      <a:pt x="765608" y="342125"/>
                      <a:pt x="765608" y="337170"/>
                    </a:cubicBezTo>
                    <a:cubicBezTo>
                      <a:pt x="765608" y="159067"/>
                      <a:pt x="596893" y="14082"/>
                      <a:pt x="389584" y="14082"/>
                    </a:cubicBezTo>
                    <a:cubicBezTo>
                      <a:pt x="182275" y="14082"/>
                      <a:pt x="13429" y="159067"/>
                      <a:pt x="13429" y="337170"/>
                    </a:cubicBezTo>
                    <a:cubicBezTo>
                      <a:pt x="14081" y="342125"/>
                      <a:pt x="14342" y="347340"/>
                      <a:pt x="14603" y="35307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1" name="Google Shape;131;g3f3ba1429e3_0_4035"/>
              <p:cNvSpPr/>
              <p:nvPr/>
            </p:nvSpPr>
            <p:spPr>
              <a:xfrm>
                <a:off x="6559174" y="3157334"/>
                <a:ext cx="615784" cy="645539"/>
              </a:xfrm>
              <a:custGeom>
                <a:rect b="b" l="l" r="r" t="t"/>
                <a:pathLst>
                  <a:path extrusionOk="0" h="645539" w="615784">
                    <a:moveTo>
                      <a:pt x="45099" y="5033"/>
                    </a:moveTo>
                    <a:lnTo>
                      <a:pt x="308603" y="421606"/>
                    </a:lnTo>
                    <a:lnTo>
                      <a:pt x="598183" y="258627"/>
                    </a:lnTo>
                    <a:lnTo>
                      <a:pt x="615785" y="399962"/>
                    </a:lnTo>
                    <a:cubicBezTo>
                      <a:pt x="615785" y="399962"/>
                      <a:pt x="336896" y="619397"/>
                      <a:pt x="298042" y="636737"/>
                    </a:cubicBezTo>
                    <a:cubicBezTo>
                      <a:pt x="259188" y="654078"/>
                      <a:pt x="188520" y="643908"/>
                      <a:pt x="170919" y="622656"/>
                    </a:cubicBezTo>
                    <a:cubicBezTo>
                      <a:pt x="153317" y="601404"/>
                      <a:pt x="5072" y="76091"/>
                      <a:pt x="5072" y="76091"/>
                    </a:cubicBezTo>
                    <a:cubicBezTo>
                      <a:pt x="5072" y="76091"/>
                      <a:pt x="-21005" y="-23130"/>
                      <a:pt x="45099" y="50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2" name="Google Shape;132;g3f3ba1429e3_0_4035"/>
              <p:cNvSpPr/>
              <p:nvPr/>
            </p:nvSpPr>
            <p:spPr>
              <a:xfrm>
                <a:off x="6552042" y="3149579"/>
                <a:ext cx="630022" cy="660808"/>
              </a:xfrm>
              <a:custGeom>
                <a:rect b="b" l="l" r="r" t="t"/>
                <a:pathLst>
                  <a:path extrusionOk="0" h="660808" w="630022">
                    <a:moveTo>
                      <a:pt x="255498" y="660790"/>
                    </a:moveTo>
                    <a:cubicBezTo>
                      <a:pt x="221338" y="660790"/>
                      <a:pt x="186004" y="651402"/>
                      <a:pt x="172575" y="634714"/>
                    </a:cubicBezTo>
                    <a:cubicBezTo>
                      <a:pt x="154452" y="612939"/>
                      <a:pt x="20418" y="139259"/>
                      <a:pt x="5294" y="84759"/>
                    </a:cubicBezTo>
                    <a:cubicBezTo>
                      <a:pt x="3599" y="78631"/>
                      <a:pt x="-9309" y="25695"/>
                      <a:pt x="12725" y="6529"/>
                    </a:cubicBezTo>
                    <a:cubicBezTo>
                      <a:pt x="22504" y="-1816"/>
                      <a:pt x="36716" y="-2207"/>
                      <a:pt x="54969" y="5616"/>
                    </a:cubicBezTo>
                    <a:cubicBezTo>
                      <a:pt x="56286" y="6151"/>
                      <a:pt x="57395" y="7116"/>
                      <a:pt x="58099" y="8354"/>
                    </a:cubicBezTo>
                    <a:lnTo>
                      <a:pt x="318082" y="419321"/>
                    </a:lnTo>
                    <a:lnTo>
                      <a:pt x="601795" y="260124"/>
                    </a:lnTo>
                    <a:cubicBezTo>
                      <a:pt x="603868" y="259015"/>
                      <a:pt x="606371" y="259015"/>
                      <a:pt x="608444" y="260124"/>
                    </a:cubicBezTo>
                    <a:cubicBezTo>
                      <a:pt x="610544" y="261219"/>
                      <a:pt x="612004" y="263253"/>
                      <a:pt x="612356" y="265600"/>
                    </a:cubicBezTo>
                    <a:lnTo>
                      <a:pt x="629958" y="406804"/>
                    </a:lnTo>
                    <a:cubicBezTo>
                      <a:pt x="630297" y="409242"/>
                      <a:pt x="629293" y="411681"/>
                      <a:pt x="627350" y="413193"/>
                    </a:cubicBezTo>
                    <a:cubicBezTo>
                      <a:pt x="615876" y="422190"/>
                      <a:pt x="347157" y="632888"/>
                      <a:pt x="308043" y="650751"/>
                    </a:cubicBezTo>
                    <a:cubicBezTo>
                      <a:pt x="291406" y="657674"/>
                      <a:pt x="273517" y="661090"/>
                      <a:pt x="255498" y="660790"/>
                    </a:cubicBezTo>
                    <a:close/>
                    <a:moveTo>
                      <a:pt x="31631" y="14743"/>
                    </a:moveTo>
                    <a:cubicBezTo>
                      <a:pt x="28150" y="14600"/>
                      <a:pt x="24721" y="15708"/>
                      <a:pt x="21983" y="17872"/>
                    </a:cubicBezTo>
                    <a:cubicBezTo>
                      <a:pt x="10378" y="27912"/>
                      <a:pt x="13899" y="62333"/>
                      <a:pt x="18853" y="81630"/>
                    </a:cubicBezTo>
                    <a:cubicBezTo>
                      <a:pt x="77917" y="291024"/>
                      <a:pt x="170489" y="609159"/>
                      <a:pt x="183527" y="626239"/>
                    </a:cubicBezTo>
                    <a:cubicBezTo>
                      <a:pt x="198912" y="644623"/>
                      <a:pt x="266450" y="654662"/>
                      <a:pt x="302175" y="638364"/>
                    </a:cubicBezTo>
                    <a:cubicBezTo>
                      <a:pt x="337900" y="622066"/>
                      <a:pt x="584584" y="429752"/>
                      <a:pt x="615094" y="405110"/>
                    </a:cubicBezTo>
                    <a:lnTo>
                      <a:pt x="599187" y="278247"/>
                    </a:lnTo>
                    <a:lnTo>
                      <a:pt x="319125" y="435880"/>
                    </a:lnTo>
                    <a:cubicBezTo>
                      <a:pt x="315839" y="437692"/>
                      <a:pt x="311706" y="436597"/>
                      <a:pt x="309738" y="433402"/>
                    </a:cubicBezTo>
                    <a:lnTo>
                      <a:pt x="47407" y="18655"/>
                    </a:lnTo>
                    <a:cubicBezTo>
                      <a:pt x="42426" y="16425"/>
                      <a:pt x="37081" y="15095"/>
                      <a:pt x="31631" y="147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3" name="Google Shape;133;g3f3ba1429e3_0_4035"/>
              <p:cNvSpPr/>
              <p:nvPr/>
            </p:nvSpPr>
            <p:spPr>
              <a:xfrm>
                <a:off x="6941965" y="3352986"/>
                <a:ext cx="275368" cy="377849"/>
              </a:xfrm>
              <a:custGeom>
                <a:rect b="b" l="l" r="r" t="t"/>
                <a:pathLst>
                  <a:path extrusionOk="0" h="377849" w="275368">
                    <a:moveTo>
                      <a:pt x="201311" y="42374"/>
                    </a:moveTo>
                    <a:lnTo>
                      <a:pt x="0" y="169498"/>
                    </a:lnTo>
                    <a:lnTo>
                      <a:pt x="107044" y="377849"/>
                    </a:lnTo>
                    <a:lnTo>
                      <a:pt x="275368" y="194271"/>
                    </a:lnTo>
                    <a:lnTo>
                      <a:pt x="257767" y="0"/>
                    </a:lnTo>
                    <a:lnTo>
                      <a:pt x="201311" y="42374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4" name="Google Shape;134;g3f3ba1429e3_0_4035"/>
              <p:cNvSpPr/>
              <p:nvPr/>
            </p:nvSpPr>
            <p:spPr>
              <a:xfrm>
                <a:off x="6934890" y="3346286"/>
                <a:ext cx="289538" cy="391606"/>
              </a:xfrm>
              <a:custGeom>
                <a:rect b="b" l="l" r="r" t="t"/>
                <a:pathLst>
                  <a:path extrusionOk="0" h="391606" w="289538">
                    <a:moveTo>
                      <a:pt x="114119" y="391590"/>
                    </a:moveTo>
                    <a:lnTo>
                      <a:pt x="113206" y="391590"/>
                    </a:lnTo>
                    <a:cubicBezTo>
                      <a:pt x="110951" y="391186"/>
                      <a:pt x="108995" y="389804"/>
                      <a:pt x="107861" y="387809"/>
                    </a:cubicBezTo>
                    <a:lnTo>
                      <a:pt x="816" y="179196"/>
                    </a:lnTo>
                    <a:cubicBezTo>
                      <a:pt x="-905" y="175937"/>
                      <a:pt x="177" y="171895"/>
                      <a:pt x="3293" y="169939"/>
                    </a:cubicBezTo>
                    <a:lnTo>
                      <a:pt x="204344" y="43598"/>
                    </a:lnTo>
                    <a:lnTo>
                      <a:pt x="260539" y="1485"/>
                    </a:lnTo>
                    <a:cubicBezTo>
                      <a:pt x="263603" y="-901"/>
                      <a:pt x="268036" y="-354"/>
                      <a:pt x="270422" y="2710"/>
                    </a:cubicBezTo>
                    <a:cubicBezTo>
                      <a:pt x="271256" y="3780"/>
                      <a:pt x="271765" y="5083"/>
                      <a:pt x="271882" y="6439"/>
                    </a:cubicBezTo>
                    <a:lnTo>
                      <a:pt x="289484" y="200710"/>
                    </a:lnTo>
                    <a:cubicBezTo>
                      <a:pt x="289745" y="202678"/>
                      <a:pt x="289067" y="204660"/>
                      <a:pt x="287659" y="206055"/>
                    </a:cubicBezTo>
                    <a:lnTo>
                      <a:pt x="119334" y="389765"/>
                    </a:lnTo>
                    <a:cubicBezTo>
                      <a:pt x="117913" y="391055"/>
                      <a:pt x="116036" y="391721"/>
                      <a:pt x="114119" y="391590"/>
                    </a:cubicBezTo>
                    <a:close/>
                    <a:moveTo>
                      <a:pt x="16332" y="178675"/>
                    </a:moveTo>
                    <a:lnTo>
                      <a:pt x="115814" y="372293"/>
                    </a:lnTo>
                    <a:lnTo>
                      <a:pt x="275142" y="198493"/>
                    </a:lnTo>
                    <a:lnTo>
                      <a:pt x="258974" y="19999"/>
                    </a:lnTo>
                    <a:lnTo>
                      <a:pt x="212558" y="54681"/>
                    </a:lnTo>
                    <a:lnTo>
                      <a:pt x="212558" y="54681"/>
                    </a:lnTo>
                    <a:close/>
                    <a:moveTo>
                      <a:pt x="208386" y="49074"/>
                    </a:moveTo>
                    <a:lnTo>
                      <a:pt x="208386" y="49074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5" name="Google Shape;135;g3f3ba1429e3_0_4035"/>
              <p:cNvSpPr/>
              <p:nvPr/>
            </p:nvSpPr>
            <p:spPr>
              <a:xfrm>
                <a:off x="6312607" y="3857958"/>
                <a:ext cx="720870" cy="1274753"/>
              </a:xfrm>
              <a:custGeom>
                <a:rect b="b" l="l" r="r" t="t"/>
                <a:pathLst>
                  <a:path extrusionOk="0" h="1274753" w="720870">
                    <a:moveTo>
                      <a:pt x="0" y="279280"/>
                    </a:moveTo>
                    <a:lnTo>
                      <a:pt x="491543" y="773301"/>
                    </a:lnTo>
                    <a:cubicBezTo>
                      <a:pt x="491543" y="773301"/>
                      <a:pt x="367940" y="889863"/>
                      <a:pt x="279671" y="988823"/>
                    </a:cubicBezTo>
                    <a:cubicBezTo>
                      <a:pt x="191402" y="1087784"/>
                      <a:pt x="46677" y="1214777"/>
                      <a:pt x="46677" y="1214777"/>
                    </a:cubicBezTo>
                    <a:lnTo>
                      <a:pt x="96092" y="1274753"/>
                    </a:lnTo>
                    <a:cubicBezTo>
                      <a:pt x="96092" y="1274753"/>
                      <a:pt x="668212" y="844490"/>
                      <a:pt x="695853" y="815675"/>
                    </a:cubicBezTo>
                    <a:cubicBezTo>
                      <a:pt x="723494" y="786860"/>
                      <a:pt x="724146" y="730926"/>
                      <a:pt x="717106" y="656869"/>
                    </a:cubicBezTo>
                    <a:cubicBezTo>
                      <a:pt x="710065" y="582811"/>
                      <a:pt x="501713" y="0"/>
                      <a:pt x="50171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6" name="Google Shape;136;g3f3ba1429e3_0_4035"/>
              <p:cNvSpPr/>
              <p:nvPr/>
            </p:nvSpPr>
            <p:spPr>
              <a:xfrm>
                <a:off x="6305525" y="3851195"/>
                <a:ext cx="736305" cy="1288775"/>
              </a:xfrm>
              <a:custGeom>
                <a:rect b="b" l="l" r="r" t="t"/>
                <a:pathLst>
                  <a:path extrusionOk="0" h="1288775" w="736305">
                    <a:moveTo>
                      <a:pt x="103174" y="1288688"/>
                    </a:moveTo>
                    <a:cubicBezTo>
                      <a:pt x="101049" y="1288675"/>
                      <a:pt x="99054" y="1287723"/>
                      <a:pt x="97698" y="1286080"/>
                    </a:cubicBezTo>
                    <a:lnTo>
                      <a:pt x="48283" y="1225974"/>
                    </a:lnTo>
                    <a:cubicBezTo>
                      <a:pt x="45858" y="1223040"/>
                      <a:pt x="46197" y="1218711"/>
                      <a:pt x="49065" y="1216195"/>
                    </a:cubicBezTo>
                    <a:cubicBezTo>
                      <a:pt x="50500" y="1215021"/>
                      <a:pt x="194573" y="1088289"/>
                      <a:pt x="281538" y="990893"/>
                    </a:cubicBezTo>
                    <a:cubicBezTo>
                      <a:pt x="358725" y="904449"/>
                      <a:pt x="464074" y="803403"/>
                      <a:pt x="488586" y="779934"/>
                    </a:cubicBezTo>
                    <a:lnTo>
                      <a:pt x="2128" y="290998"/>
                    </a:lnTo>
                    <a:cubicBezTo>
                      <a:pt x="576" y="289460"/>
                      <a:pt x="-193" y="287308"/>
                      <a:pt x="42" y="285131"/>
                    </a:cubicBezTo>
                    <a:cubicBezTo>
                      <a:pt x="393" y="282928"/>
                      <a:pt x="1736" y="280998"/>
                      <a:pt x="3692" y="279916"/>
                    </a:cubicBezTo>
                    <a:lnTo>
                      <a:pt x="506448" y="636"/>
                    </a:lnTo>
                    <a:cubicBezTo>
                      <a:pt x="508365" y="-212"/>
                      <a:pt x="510529" y="-212"/>
                      <a:pt x="512446" y="636"/>
                    </a:cubicBezTo>
                    <a:cubicBezTo>
                      <a:pt x="514376" y="1431"/>
                      <a:pt x="515875" y="2996"/>
                      <a:pt x="516618" y="4938"/>
                    </a:cubicBezTo>
                    <a:cubicBezTo>
                      <a:pt x="525093" y="28668"/>
                      <a:pt x="725231" y="589314"/>
                      <a:pt x="732402" y="663372"/>
                    </a:cubicBezTo>
                    <a:cubicBezTo>
                      <a:pt x="739964" y="743166"/>
                      <a:pt x="738660" y="798448"/>
                      <a:pt x="709194" y="828045"/>
                    </a:cubicBezTo>
                    <a:cubicBezTo>
                      <a:pt x="679727" y="857642"/>
                      <a:pt x="131467" y="1270173"/>
                      <a:pt x="108129" y="1287775"/>
                    </a:cubicBezTo>
                    <a:cubicBezTo>
                      <a:pt x="106630" y="1288622"/>
                      <a:pt x="104882" y="1288948"/>
                      <a:pt x="103174" y="1288688"/>
                    </a:cubicBezTo>
                    <a:close/>
                    <a:moveTo>
                      <a:pt x="64060" y="1222323"/>
                    </a:moveTo>
                    <a:lnTo>
                      <a:pt x="104869" y="1271868"/>
                    </a:lnTo>
                    <a:cubicBezTo>
                      <a:pt x="163281" y="1227799"/>
                      <a:pt x="672947" y="843561"/>
                      <a:pt x="699024" y="817484"/>
                    </a:cubicBezTo>
                    <a:cubicBezTo>
                      <a:pt x="725100" y="791407"/>
                      <a:pt x="725100" y="737690"/>
                      <a:pt x="718190" y="664284"/>
                    </a:cubicBezTo>
                    <a:cubicBezTo>
                      <a:pt x="711671" y="596485"/>
                      <a:pt x="530830" y="86688"/>
                      <a:pt x="505927" y="16933"/>
                    </a:cubicBezTo>
                    <a:lnTo>
                      <a:pt x="19208" y="287739"/>
                    </a:lnTo>
                    <a:lnTo>
                      <a:pt x="504232" y="775110"/>
                    </a:lnTo>
                    <a:cubicBezTo>
                      <a:pt x="505536" y="776492"/>
                      <a:pt x="506279" y="778304"/>
                      <a:pt x="506318" y="780195"/>
                    </a:cubicBezTo>
                    <a:cubicBezTo>
                      <a:pt x="506214" y="782098"/>
                      <a:pt x="505431" y="783911"/>
                      <a:pt x="504102" y="785279"/>
                    </a:cubicBezTo>
                    <a:cubicBezTo>
                      <a:pt x="502798" y="786453"/>
                      <a:pt x="379716" y="902624"/>
                      <a:pt x="292621" y="1000281"/>
                    </a:cubicBezTo>
                    <a:cubicBezTo>
                      <a:pt x="213869" y="1087768"/>
                      <a:pt x="90136" y="1198724"/>
                      <a:pt x="63147" y="122232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7" name="Google Shape;137;g3f3ba1429e3_0_4035"/>
              <p:cNvSpPr/>
              <p:nvPr/>
            </p:nvSpPr>
            <p:spPr>
              <a:xfrm>
                <a:off x="6248718" y="4779243"/>
                <a:ext cx="445910" cy="557386"/>
              </a:xfrm>
              <a:custGeom>
                <a:rect b="b" l="l" r="r" t="t"/>
                <a:pathLst>
                  <a:path extrusionOk="0" h="557386" w="445910">
                    <a:moveTo>
                      <a:pt x="326740" y="0"/>
                    </a:moveTo>
                    <a:lnTo>
                      <a:pt x="445910" y="207961"/>
                    </a:lnTo>
                    <a:lnTo>
                      <a:pt x="204441" y="334302"/>
                    </a:lnTo>
                    <a:cubicBezTo>
                      <a:pt x="195940" y="362138"/>
                      <a:pt x="195940" y="391865"/>
                      <a:pt x="204441" y="419702"/>
                    </a:cubicBezTo>
                    <a:cubicBezTo>
                      <a:pt x="219305" y="460643"/>
                      <a:pt x="256594" y="501452"/>
                      <a:pt x="260115" y="524009"/>
                    </a:cubicBezTo>
                    <a:cubicBezTo>
                      <a:pt x="263635" y="546565"/>
                      <a:pt x="267547" y="557387"/>
                      <a:pt x="219305" y="557387"/>
                    </a:cubicBezTo>
                    <a:cubicBezTo>
                      <a:pt x="171063" y="557387"/>
                      <a:pt x="119040" y="516577"/>
                      <a:pt x="92964" y="486849"/>
                    </a:cubicBezTo>
                    <a:cubicBezTo>
                      <a:pt x="66887" y="457122"/>
                      <a:pt x="63237" y="375372"/>
                      <a:pt x="40811" y="341994"/>
                    </a:cubicBezTo>
                    <a:cubicBezTo>
                      <a:pt x="18385" y="308616"/>
                      <a:pt x="-18644" y="260244"/>
                      <a:pt x="11083" y="215653"/>
                    </a:cubicBezTo>
                    <a:cubicBezTo>
                      <a:pt x="40811" y="171062"/>
                      <a:pt x="100135" y="163500"/>
                      <a:pt x="100135" y="163500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8" name="Google Shape;138;g3f3ba1429e3_0_4035"/>
              <p:cNvSpPr/>
              <p:nvPr/>
            </p:nvSpPr>
            <p:spPr>
              <a:xfrm>
                <a:off x="6241498" y="4771893"/>
                <a:ext cx="460182" cy="571516"/>
              </a:xfrm>
              <a:custGeom>
                <a:rect b="b" l="l" r="r" t="t"/>
                <a:pathLst>
                  <a:path extrusionOk="0" h="571516" w="460182">
                    <a:moveTo>
                      <a:pt x="226264" y="571517"/>
                    </a:moveTo>
                    <a:cubicBezTo>
                      <a:pt x="172807" y="571517"/>
                      <a:pt x="118438" y="525752"/>
                      <a:pt x="94708" y="498633"/>
                    </a:cubicBezTo>
                    <a:cubicBezTo>
                      <a:pt x="79584" y="481422"/>
                      <a:pt x="71761" y="449478"/>
                      <a:pt x="64198" y="418578"/>
                    </a:cubicBezTo>
                    <a:cubicBezTo>
                      <a:pt x="60078" y="395891"/>
                      <a:pt x="52660" y="373921"/>
                      <a:pt x="42164" y="353386"/>
                    </a:cubicBezTo>
                    <a:lnTo>
                      <a:pt x="37340" y="346215"/>
                    </a:lnTo>
                    <a:cubicBezTo>
                      <a:pt x="14001" y="311794"/>
                      <a:pt x="-17943" y="264726"/>
                      <a:pt x="12436" y="219222"/>
                    </a:cubicBezTo>
                    <a:cubicBezTo>
                      <a:pt x="40860" y="176457"/>
                      <a:pt x="93926" y="166156"/>
                      <a:pt x="104617" y="164461"/>
                    </a:cubicBezTo>
                    <a:lnTo>
                      <a:pt x="329788" y="2004"/>
                    </a:lnTo>
                    <a:cubicBezTo>
                      <a:pt x="331405" y="505"/>
                      <a:pt x="333595" y="-199"/>
                      <a:pt x="335786" y="49"/>
                    </a:cubicBezTo>
                    <a:cubicBezTo>
                      <a:pt x="337729" y="453"/>
                      <a:pt x="339397" y="1692"/>
                      <a:pt x="340349" y="3439"/>
                    </a:cubicBezTo>
                    <a:lnTo>
                      <a:pt x="459258" y="212051"/>
                    </a:lnTo>
                    <a:cubicBezTo>
                      <a:pt x="460197" y="213720"/>
                      <a:pt x="460432" y="215689"/>
                      <a:pt x="459910" y="217527"/>
                    </a:cubicBezTo>
                    <a:cubicBezTo>
                      <a:pt x="459389" y="219353"/>
                      <a:pt x="458111" y="220878"/>
                      <a:pt x="456390" y="221700"/>
                    </a:cubicBezTo>
                    <a:lnTo>
                      <a:pt x="217528" y="346606"/>
                    </a:lnTo>
                    <a:cubicBezTo>
                      <a:pt x="210240" y="372214"/>
                      <a:pt x="210514" y="399385"/>
                      <a:pt x="218311" y="424836"/>
                    </a:cubicBezTo>
                    <a:cubicBezTo>
                      <a:pt x="226864" y="445384"/>
                      <a:pt x="237568" y="464968"/>
                      <a:pt x="250255" y="483247"/>
                    </a:cubicBezTo>
                    <a:cubicBezTo>
                      <a:pt x="260907" y="497355"/>
                      <a:pt x="269069" y="513196"/>
                      <a:pt x="274375" y="530055"/>
                    </a:cubicBezTo>
                    <a:lnTo>
                      <a:pt x="274375" y="532402"/>
                    </a:lnTo>
                    <a:cubicBezTo>
                      <a:pt x="276201" y="543615"/>
                      <a:pt x="277896" y="553263"/>
                      <a:pt x="271377" y="560956"/>
                    </a:cubicBezTo>
                    <a:cubicBezTo>
                      <a:pt x="264858" y="568648"/>
                      <a:pt x="252341" y="571517"/>
                      <a:pt x="226264" y="571517"/>
                    </a:cubicBezTo>
                    <a:close/>
                    <a:moveTo>
                      <a:pt x="331744" y="17651"/>
                    </a:moveTo>
                    <a:lnTo>
                      <a:pt x="111527" y="176457"/>
                    </a:lnTo>
                    <a:cubicBezTo>
                      <a:pt x="110602" y="177213"/>
                      <a:pt x="109454" y="177656"/>
                      <a:pt x="108268" y="177761"/>
                    </a:cubicBezTo>
                    <a:cubicBezTo>
                      <a:pt x="108268" y="177761"/>
                      <a:pt x="51682" y="185453"/>
                      <a:pt x="24171" y="226654"/>
                    </a:cubicBezTo>
                    <a:cubicBezTo>
                      <a:pt x="-863" y="264204"/>
                      <a:pt x="26779" y="304884"/>
                      <a:pt x="48944" y="337871"/>
                    </a:cubicBezTo>
                    <a:lnTo>
                      <a:pt x="53898" y="345172"/>
                    </a:lnTo>
                    <a:cubicBezTo>
                      <a:pt x="65476" y="367142"/>
                      <a:pt x="73612" y="390754"/>
                      <a:pt x="78019" y="415188"/>
                    </a:cubicBezTo>
                    <a:cubicBezTo>
                      <a:pt x="85060" y="444393"/>
                      <a:pt x="92491" y="474642"/>
                      <a:pt x="105269" y="489245"/>
                    </a:cubicBezTo>
                    <a:cubicBezTo>
                      <a:pt x="133953" y="522102"/>
                      <a:pt x="184151" y="557435"/>
                      <a:pt x="226264" y="557435"/>
                    </a:cubicBezTo>
                    <a:cubicBezTo>
                      <a:pt x="245952" y="557435"/>
                      <a:pt x="257556" y="555480"/>
                      <a:pt x="260685" y="551698"/>
                    </a:cubicBezTo>
                    <a:cubicBezTo>
                      <a:pt x="263814" y="547917"/>
                      <a:pt x="261859" y="542702"/>
                      <a:pt x="260685" y="534618"/>
                    </a:cubicBezTo>
                    <a:lnTo>
                      <a:pt x="260685" y="532272"/>
                    </a:lnTo>
                    <a:cubicBezTo>
                      <a:pt x="255522" y="517395"/>
                      <a:pt x="248090" y="503418"/>
                      <a:pt x="238651" y="490810"/>
                    </a:cubicBezTo>
                    <a:cubicBezTo>
                      <a:pt x="225352" y="471644"/>
                      <a:pt x="214152" y="451095"/>
                      <a:pt x="205273" y="429530"/>
                    </a:cubicBezTo>
                    <a:cubicBezTo>
                      <a:pt x="196159" y="400194"/>
                      <a:pt x="196159" y="368771"/>
                      <a:pt x="205273" y="339435"/>
                    </a:cubicBezTo>
                    <a:cubicBezTo>
                      <a:pt x="205755" y="337649"/>
                      <a:pt x="206994" y="336176"/>
                      <a:pt x="208663" y="335393"/>
                    </a:cubicBezTo>
                    <a:lnTo>
                      <a:pt x="443352" y="212442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9" name="Google Shape;139;g3f3ba1429e3_0_4035"/>
              <p:cNvSpPr/>
              <p:nvPr/>
            </p:nvSpPr>
            <p:spPr>
              <a:xfrm>
                <a:off x="6248347" y="4972993"/>
                <a:ext cx="251749" cy="363261"/>
              </a:xfrm>
              <a:custGeom>
                <a:rect b="b" l="l" r="r" t="t"/>
                <a:pathLst>
                  <a:path extrusionOk="0" h="363261" w="251749">
                    <a:moveTo>
                      <a:pt x="251750" y="359596"/>
                    </a:moveTo>
                    <a:cubicBezTo>
                      <a:pt x="199597" y="344602"/>
                      <a:pt x="151225" y="302879"/>
                      <a:pt x="118108" y="257376"/>
                    </a:cubicBezTo>
                    <a:cubicBezTo>
                      <a:pt x="81079" y="206526"/>
                      <a:pt x="90336" y="118518"/>
                      <a:pt x="52916" y="86183"/>
                    </a:cubicBezTo>
                    <a:cubicBezTo>
                      <a:pt x="30230" y="66234"/>
                      <a:pt x="28404" y="27119"/>
                      <a:pt x="30360" y="0"/>
                    </a:cubicBezTo>
                    <a:cubicBezTo>
                      <a:pt x="22954" y="6180"/>
                      <a:pt x="16448" y="13377"/>
                      <a:pt x="11063" y="21383"/>
                    </a:cubicBezTo>
                    <a:cubicBezTo>
                      <a:pt x="-18664" y="65974"/>
                      <a:pt x="18495" y="114346"/>
                      <a:pt x="40790" y="147724"/>
                    </a:cubicBezTo>
                    <a:cubicBezTo>
                      <a:pt x="63086" y="181102"/>
                      <a:pt x="66867" y="262851"/>
                      <a:pt x="92944" y="292579"/>
                    </a:cubicBezTo>
                    <a:cubicBezTo>
                      <a:pt x="119020" y="322306"/>
                      <a:pt x="171173" y="363116"/>
                      <a:pt x="219285" y="363116"/>
                    </a:cubicBezTo>
                    <a:cubicBezTo>
                      <a:pt x="230224" y="363703"/>
                      <a:pt x="241189" y="362516"/>
                      <a:pt x="251750" y="35959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0" name="Google Shape;140;g3f3ba1429e3_0_4035"/>
              <p:cNvSpPr/>
              <p:nvPr/>
            </p:nvSpPr>
            <p:spPr>
              <a:xfrm>
                <a:off x="6241498" y="4966533"/>
                <a:ext cx="266292" cy="377116"/>
              </a:xfrm>
              <a:custGeom>
                <a:rect b="b" l="l" r="r" t="t"/>
                <a:pathLst>
                  <a:path extrusionOk="0" h="377116" w="266292">
                    <a:moveTo>
                      <a:pt x="226264" y="376877"/>
                    </a:moveTo>
                    <a:cubicBezTo>
                      <a:pt x="172807" y="376877"/>
                      <a:pt x="118438" y="331113"/>
                      <a:pt x="94708" y="303993"/>
                    </a:cubicBezTo>
                    <a:cubicBezTo>
                      <a:pt x="79584" y="286783"/>
                      <a:pt x="71761" y="254839"/>
                      <a:pt x="64198" y="223938"/>
                    </a:cubicBezTo>
                    <a:cubicBezTo>
                      <a:pt x="60078" y="201251"/>
                      <a:pt x="52660" y="179282"/>
                      <a:pt x="42164" y="158747"/>
                    </a:cubicBezTo>
                    <a:lnTo>
                      <a:pt x="37340" y="151576"/>
                    </a:lnTo>
                    <a:cubicBezTo>
                      <a:pt x="14001" y="117155"/>
                      <a:pt x="-17943" y="70086"/>
                      <a:pt x="12436" y="24583"/>
                    </a:cubicBezTo>
                    <a:cubicBezTo>
                      <a:pt x="18199" y="15964"/>
                      <a:pt x="25188" y="8246"/>
                      <a:pt x="33167" y="1635"/>
                    </a:cubicBezTo>
                    <a:cubicBezTo>
                      <a:pt x="35332" y="-151"/>
                      <a:pt x="38343" y="-503"/>
                      <a:pt x="40860" y="723"/>
                    </a:cubicBezTo>
                    <a:cubicBezTo>
                      <a:pt x="43441" y="2014"/>
                      <a:pt x="44941" y="4765"/>
                      <a:pt x="44641" y="7633"/>
                    </a:cubicBezTo>
                    <a:cubicBezTo>
                      <a:pt x="43076" y="29668"/>
                      <a:pt x="43468" y="69304"/>
                      <a:pt x="64850" y="87949"/>
                    </a:cubicBezTo>
                    <a:cubicBezTo>
                      <a:pt x="86233" y="106594"/>
                      <a:pt x="92752" y="139059"/>
                      <a:pt x="100184" y="173871"/>
                    </a:cubicBezTo>
                    <a:cubicBezTo>
                      <a:pt x="106834" y="204902"/>
                      <a:pt x="113222" y="236977"/>
                      <a:pt x="130694" y="260315"/>
                    </a:cubicBezTo>
                    <a:cubicBezTo>
                      <a:pt x="167201" y="310512"/>
                      <a:pt x="214530" y="346759"/>
                      <a:pt x="261077" y="359927"/>
                    </a:cubicBezTo>
                    <a:cubicBezTo>
                      <a:pt x="264075" y="360684"/>
                      <a:pt x="266214" y="363357"/>
                      <a:pt x="266292" y="366447"/>
                    </a:cubicBezTo>
                    <a:cubicBezTo>
                      <a:pt x="266331" y="369511"/>
                      <a:pt x="264453" y="372262"/>
                      <a:pt x="261598" y="373357"/>
                    </a:cubicBezTo>
                    <a:cubicBezTo>
                      <a:pt x="250098" y="376486"/>
                      <a:pt x="238155" y="377672"/>
                      <a:pt x="226264" y="376877"/>
                    </a:cubicBezTo>
                    <a:close/>
                    <a:moveTo>
                      <a:pt x="30690" y="24843"/>
                    </a:moveTo>
                    <a:cubicBezTo>
                      <a:pt x="28539" y="27256"/>
                      <a:pt x="26583" y="29824"/>
                      <a:pt x="24823" y="32536"/>
                    </a:cubicBezTo>
                    <a:cubicBezTo>
                      <a:pt x="-211" y="70086"/>
                      <a:pt x="27431" y="110766"/>
                      <a:pt x="49596" y="143753"/>
                    </a:cubicBezTo>
                    <a:lnTo>
                      <a:pt x="54550" y="151054"/>
                    </a:lnTo>
                    <a:cubicBezTo>
                      <a:pt x="66128" y="173024"/>
                      <a:pt x="74264" y="196636"/>
                      <a:pt x="78671" y="221070"/>
                    </a:cubicBezTo>
                    <a:cubicBezTo>
                      <a:pt x="85712" y="250275"/>
                      <a:pt x="93143" y="280524"/>
                      <a:pt x="105921" y="295127"/>
                    </a:cubicBezTo>
                    <a:cubicBezTo>
                      <a:pt x="134605" y="327984"/>
                      <a:pt x="184802" y="363318"/>
                      <a:pt x="226916" y="363318"/>
                    </a:cubicBezTo>
                    <a:lnTo>
                      <a:pt x="229785" y="363318"/>
                    </a:lnTo>
                    <a:cubicBezTo>
                      <a:pt x="185819" y="341504"/>
                      <a:pt x="148021" y="309000"/>
                      <a:pt x="119872" y="268790"/>
                    </a:cubicBezTo>
                    <a:cubicBezTo>
                      <a:pt x="101097" y="242713"/>
                      <a:pt x="93795" y="209466"/>
                      <a:pt x="87015" y="177522"/>
                    </a:cubicBezTo>
                    <a:cubicBezTo>
                      <a:pt x="80235" y="145578"/>
                      <a:pt x="73977" y="114417"/>
                      <a:pt x="56115" y="99292"/>
                    </a:cubicBezTo>
                    <a:cubicBezTo>
                      <a:pt x="35905" y="80778"/>
                      <a:pt x="30168" y="50920"/>
                      <a:pt x="30038" y="2432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1" name="Google Shape;141;g3f3ba1429e3_0_4035"/>
              <p:cNvSpPr/>
              <p:nvPr/>
            </p:nvSpPr>
            <p:spPr>
              <a:xfrm>
                <a:off x="6272188" y="4079218"/>
                <a:ext cx="669815" cy="1293658"/>
              </a:xfrm>
              <a:custGeom>
                <a:rect b="b" l="l" r="r" t="t"/>
                <a:pathLst>
                  <a:path extrusionOk="0" h="1293658" w="669815">
                    <a:moveTo>
                      <a:pt x="0" y="0"/>
                    </a:moveTo>
                    <a:cubicBezTo>
                      <a:pt x="0" y="0"/>
                      <a:pt x="95310" y="175495"/>
                      <a:pt x="169498" y="277846"/>
                    </a:cubicBezTo>
                    <a:cubicBezTo>
                      <a:pt x="268328" y="414357"/>
                      <a:pt x="447213" y="622709"/>
                      <a:pt x="447213" y="622709"/>
                    </a:cubicBezTo>
                    <a:lnTo>
                      <a:pt x="419050" y="1283097"/>
                    </a:lnTo>
                    <a:lnTo>
                      <a:pt x="507319" y="1293658"/>
                    </a:lnTo>
                    <a:cubicBezTo>
                      <a:pt x="507319" y="1293658"/>
                      <a:pt x="666256" y="643961"/>
                      <a:pt x="669777" y="590895"/>
                    </a:cubicBezTo>
                    <a:cubicBezTo>
                      <a:pt x="673297" y="537829"/>
                      <a:pt x="440172" y="40028"/>
                      <a:pt x="440172" y="40028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2" name="Google Shape;142;g3f3ba1429e3_0_4035"/>
              <p:cNvSpPr/>
              <p:nvPr/>
            </p:nvSpPr>
            <p:spPr>
              <a:xfrm>
                <a:off x="6265620" y="4072179"/>
                <a:ext cx="683429" cy="1307737"/>
              </a:xfrm>
              <a:custGeom>
                <a:rect b="b" l="l" r="r" t="t"/>
                <a:pathLst>
                  <a:path extrusionOk="0" h="1307737" w="683429">
                    <a:moveTo>
                      <a:pt x="513888" y="1307738"/>
                    </a:moveTo>
                    <a:lnTo>
                      <a:pt x="512975" y="1307738"/>
                    </a:lnTo>
                    <a:lnTo>
                      <a:pt x="424706" y="1297177"/>
                    </a:lnTo>
                    <a:cubicBezTo>
                      <a:pt x="421029" y="1296707"/>
                      <a:pt x="418344" y="1293448"/>
                      <a:pt x="418578" y="1289745"/>
                    </a:cubicBezTo>
                    <a:lnTo>
                      <a:pt x="446611" y="632224"/>
                    </a:lnTo>
                    <a:cubicBezTo>
                      <a:pt x="427575" y="609799"/>
                      <a:pt x="262901" y="416832"/>
                      <a:pt x="170329" y="289057"/>
                    </a:cubicBezTo>
                    <a:cubicBezTo>
                      <a:pt x="96793" y="187488"/>
                      <a:pt x="832" y="12254"/>
                      <a:pt x="832" y="10429"/>
                    </a:cubicBezTo>
                    <a:cubicBezTo>
                      <a:pt x="-994" y="7013"/>
                      <a:pt x="284" y="2749"/>
                      <a:pt x="3700" y="911"/>
                    </a:cubicBezTo>
                    <a:cubicBezTo>
                      <a:pt x="7012" y="-980"/>
                      <a:pt x="11236" y="167"/>
                      <a:pt x="13127" y="3479"/>
                    </a:cubicBezTo>
                    <a:cubicBezTo>
                      <a:pt x="13153" y="3544"/>
                      <a:pt x="13192" y="3596"/>
                      <a:pt x="13218" y="3649"/>
                    </a:cubicBezTo>
                    <a:cubicBezTo>
                      <a:pt x="14261" y="5474"/>
                      <a:pt x="109310" y="179926"/>
                      <a:pt x="182716" y="280712"/>
                    </a:cubicBezTo>
                    <a:cubicBezTo>
                      <a:pt x="280242" y="415528"/>
                      <a:pt x="458345" y="623097"/>
                      <a:pt x="460170" y="625184"/>
                    </a:cubicBezTo>
                    <a:cubicBezTo>
                      <a:pt x="461240" y="626566"/>
                      <a:pt x="461839" y="628261"/>
                      <a:pt x="461865" y="630008"/>
                    </a:cubicBezTo>
                    <a:lnTo>
                      <a:pt x="432920" y="1283878"/>
                    </a:lnTo>
                    <a:lnTo>
                      <a:pt x="508542" y="1293005"/>
                    </a:lnTo>
                    <a:cubicBezTo>
                      <a:pt x="524580" y="1226770"/>
                      <a:pt x="666045" y="646567"/>
                      <a:pt x="669304" y="597543"/>
                    </a:cubicBezTo>
                    <a:cubicBezTo>
                      <a:pt x="672042" y="555559"/>
                      <a:pt x="505022" y="188141"/>
                      <a:pt x="440352" y="49935"/>
                    </a:cubicBezTo>
                    <a:cubicBezTo>
                      <a:pt x="438762" y="46401"/>
                      <a:pt x="440261" y="42242"/>
                      <a:pt x="443742" y="40547"/>
                    </a:cubicBezTo>
                    <a:cubicBezTo>
                      <a:pt x="447262" y="38891"/>
                      <a:pt x="451461" y="40391"/>
                      <a:pt x="453117" y="43911"/>
                    </a:cubicBezTo>
                    <a:cubicBezTo>
                      <a:pt x="453117" y="43911"/>
                      <a:pt x="453130" y="43924"/>
                      <a:pt x="453130" y="43937"/>
                    </a:cubicBezTo>
                    <a:cubicBezTo>
                      <a:pt x="477120" y="95047"/>
                      <a:pt x="686906" y="545129"/>
                      <a:pt x="683386" y="598325"/>
                    </a:cubicBezTo>
                    <a:cubicBezTo>
                      <a:pt x="679866" y="651521"/>
                      <a:pt x="526926" y="1275664"/>
                      <a:pt x="520668" y="1302392"/>
                    </a:cubicBezTo>
                    <a:cubicBezTo>
                      <a:pt x="519938" y="1305534"/>
                      <a:pt x="517122" y="1307764"/>
                      <a:pt x="513888" y="130773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3" name="Google Shape;143;g3f3ba1429e3_0_4035"/>
              <p:cNvSpPr/>
              <p:nvPr/>
            </p:nvSpPr>
            <p:spPr>
              <a:xfrm>
                <a:off x="6756658" y="4074009"/>
                <a:ext cx="191564" cy="632741"/>
              </a:xfrm>
              <a:custGeom>
                <a:rect b="b" l="l" r="r" t="t"/>
                <a:pathLst>
                  <a:path extrusionOk="0" h="632741" w="191564">
                    <a:moveTo>
                      <a:pt x="183742" y="632741"/>
                    </a:moveTo>
                    <a:cubicBezTo>
                      <a:pt x="179831" y="632741"/>
                      <a:pt x="176636" y="629612"/>
                      <a:pt x="176571" y="625700"/>
                    </a:cubicBezTo>
                    <a:cubicBezTo>
                      <a:pt x="175789" y="439514"/>
                      <a:pt x="98341" y="291138"/>
                      <a:pt x="15939" y="134027"/>
                    </a:cubicBezTo>
                    <a:lnTo>
                      <a:pt x="684" y="104821"/>
                    </a:lnTo>
                    <a:cubicBezTo>
                      <a:pt x="-228" y="102878"/>
                      <a:pt x="-228" y="100636"/>
                      <a:pt x="684" y="98693"/>
                    </a:cubicBezTo>
                    <a:lnTo>
                      <a:pt x="42277" y="4296"/>
                    </a:lnTo>
                    <a:cubicBezTo>
                      <a:pt x="43828" y="697"/>
                      <a:pt x="48000" y="-972"/>
                      <a:pt x="51599" y="580"/>
                    </a:cubicBezTo>
                    <a:cubicBezTo>
                      <a:pt x="55197" y="2132"/>
                      <a:pt x="56866" y="6304"/>
                      <a:pt x="55315" y="9903"/>
                    </a:cubicBezTo>
                    <a:lnTo>
                      <a:pt x="16200" y="101171"/>
                    </a:lnTo>
                    <a:lnTo>
                      <a:pt x="29238" y="127247"/>
                    </a:lnTo>
                    <a:cubicBezTo>
                      <a:pt x="112292" y="285923"/>
                      <a:pt x="190652" y="435733"/>
                      <a:pt x="191565" y="625309"/>
                    </a:cubicBezTo>
                    <a:cubicBezTo>
                      <a:pt x="191565" y="629221"/>
                      <a:pt x="188436" y="632415"/>
                      <a:pt x="184524" y="63248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4" name="Google Shape;144;g3f3ba1429e3_0_4035"/>
              <p:cNvSpPr/>
              <p:nvPr/>
            </p:nvSpPr>
            <p:spPr>
              <a:xfrm>
                <a:off x="6762524" y="4950762"/>
                <a:ext cx="18874" cy="55869"/>
              </a:xfrm>
              <a:custGeom>
                <a:rect b="b" l="l" r="r" t="t"/>
                <a:pathLst>
                  <a:path extrusionOk="0" h="55869" w="18874">
                    <a:moveTo>
                      <a:pt x="7075" y="55869"/>
                    </a:moveTo>
                    <a:lnTo>
                      <a:pt x="6293" y="55869"/>
                    </a:lnTo>
                    <a:cubicBezTo>
                      <a:pt x="2446" y="55452"/>
                      <a:pt x="-344" y="52023"/>
                      <a:pt x="34" y="48177"/>
                    </a:cubicBezTo>
                    <a:cubicBezTo>
                      <a:pt x="34" y="48177"/>
                      <a:pt x="1729" y="30836"/>
                      <a:pt x="4858" y="6193"/>
                    </a:cubicBezTo>
                    <a:cubicBezTo>
                      <a:pt x="5250" y="2399"/>
                      <a:pt x="8653" y="-365"/>
                      <a:pt x="12447" y="39"/>
                    </a:cubicBezTo>
                    <a:cubicBezTo>
                      <a:pt x="12525" y="39"/>
                      <a:pt x="12603" y="52"/>
                      <a:pt x="12681" y="65"/>
                    </a:cubicBezTo>
                    <a:cubicBezTo>
                      <a:pt x="16475" y="457"/>
                      <a:pt x="19240" y="3859"/>
                      <a:pt x="18835" y="7654"/>
                    </a:cubicBezTo>
                    <a:cubicBezTo>
                      <a:pt x="18835" y="7732"/>
                      <a:pt x="18822" y="7810"/>
                      <a:pt x="18809" y="7889"/>
                    </a:cubicBezTo>
                    <a:cubicBezTo>
                      <a:pt x="15811" y="32401"/>
                      <a:pt x="14115" y="49481"/>
                      <a:pt x="14115" y="49611"/>
                    </a:cubicBezTo>
                    <a:cubicBezTo>
                      <a:pt x="13659" y="53157"/>
                      <a:pt x="10660" y="55830"/>
                      <a:pt x="7075" y="5586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5" name="Google Shape;145;g3f3ba1429e3_0_4035"/>
              <p:cNvSpPr/>
              <p:nvPr/>
            </p:nvSpPr>
            <p:spPr>
              <a:xfrm>
                <a:off x="6433155" y="4186452"/>
                <a:ext cx="404505" cy="730606"/>
              </a:xfrm>
              <a:custGeom>
                <a:rect b="b" l="l" r="r" t="t"/>
                <a:pathLst>
                  <a:path extrusionOk="0" h="730606" w="404505">
                    <a:moveTo>
                      <a:pt x="347396" y="730606"/>
                    </a:moveTo>
                    <a:lnTo>
                      <a:pt x="346484" y="730606"/>
                    </a:lnTo>
                    <a:cubicBezTo>
                      <a:pt x="342690" y="730150"/>
                      <a:pt x="339991" y="726708"/>
                      <a:pt x="340447" y="722914"/>
                    </a:cubicBezTo>
                    <a:cubicBezTo>
                      <a:pt x="340460" y="722835"/>
                      <a:pt x="340473" y="722744"/>
                      <a:pt x="340486" y="722653"/>
                    </a:cubicBezTo>
                    <a:cubicBezTo>
                      <a:pt x="349352" y="659417"/>
                      <a:pt x="357697" y="619520"/>
                      <a:pt x="365389" y="604135"/>
                    </a:cubicBezTo>
                    <a:cubicBezTo>
                      <a:pt x="370044" y="597355"/>
                      <a:pt x="371647" y="588945"/>
                      <a:pt x="369822" y="580927"/>
                    </a:cubicBezTo>
                    <a:cubicBezTo>
                      <a:pt x="366302" y="573495"/>
                      <a:pt x="353263" y="570235"/>
                      <a:pt x="340616" y="567106"/>
                    </a:cubicBezTo>
                    <a:cubicBezTo>
                      <a:pt x="335623" y="566363"/>
                      <a:pt x="331516" y="562804"/>
                      <a:pt x="330055" y="557980"/>
                    </a:cubicBezTo>
                    <a:cubicBezTo>
                      <a:pt x="327448" y="547809"/>
                      <a:pt x="339182" y="537118"/>
                      <a:pt x="356132" y="520950"/>
                    </a:cubicBezTo>
                    <a:cubicBezTo>
                      <a:pt x="368427" y="510676"/>
                      <a:pt x="379379" y="498890"/>
                      <a:pt x="388728" y="485877"/>
                    </a:cubicBezTo>
                    <a:cubicBezTo>
                      <a:pt x="390683" y="482618"/>
                      <a:pt x="390162" y="481053"/>
                      <a:pt x="389901" y="480532"/>
                    </a:cubicBezTo>
                    <a:cubicBezTo>
                      <a:pt x="387554" y="473361"/>
                      <a:pt x="368779" y="465538"/>
                      <a:pt x="350786" y="458106"/>
                    </a:cubicBezTo>
                    <a:cubicBezTo>
                      <a:pt x="324736" y="448797"/>
                      <a:pt x="300354" y="435367"/>
                      <a:pt x="278554" y="418339"/>
                    </a:cubicBezTo>
                    <a:cubicBezTo>
                      <a:pt x="240743" y="385222"/>
                      <a:pt x="71897" y="122370"/>
                      <a:pt x="1099" y="10893"/>
                    </a:cubicBezTo>
                    <a:cubicBezTo>
                      <a:pt x="-961" y="7607"/>
                      <a:pt x="-48" y="3266"/>
                      <a:pt x="3186" y="1114"/>
                    </a:cubicBezTo>
                    <a:cubicBezTo>
                      <a:pt x="6458" y="-985"/>
                      <a:pt x="10813" y="-33"/>
                      <a:pt x="12912" y="3252"/>
                    </a:cubicBezTo>
                    <a:cubicBezTo>
                      <a:pt x="12925" y="3279"/>
                      <a:pt x="12951" y="3305"/>
                      <a:pt x="12964" y="3331"/>
                    </a:cubicBezTo>
                    <a:cubicBezTo>
                      <a:pt x="159775" y="234369"/>
                      <a:pt x="262517" y="385613"/>
                      <a:pt x="287811" y="407518"/>
                    </a:cubicBezTo>
                    <a:cubicBezTo>
                      <a:pt x="308412" y="423568"/>
                      <a:pt x="331490" y="436163"/>
                      <a:pt x="356132" y="444807"/>
                    </a:cubicBezTo>
                    <a:cubicBezTo>
                      <a:pt x="381165" y="455238"/>
                      <a:pt x="399289" y="462669"/>
                      <a:pt x="403591" y="475969"/>
                    </a:cubicBezTo>
                    <a:cubicBezTo>
                      <a:pt x="405404" y="481744"/>
                      <a:pt x="404491" y="488029"/>
                      <a:pt x="401114" y="493049"/>
                    </a:cubicBezTo>
                    <a:cubicBezTo>
                      <a:pt x="391140" y="507221"/>
                      <a:pt x="379353" y="520025"/>
                      <a:pt x="366041" y="531120"/>
                    </a:cubicBezTo>
                    <a:cubicBezTo>
                      <a:pt x="358114" y="537822"/>
                      <a:pt x="350865" y="545293"/>
                      <a:pt x="344397" y="553416"/>
                    </a:cubicBezTo>
                    <a:cubicBezTo>
                      <a:pt x="360043" y="557327"/>
                      <a:pt x="376211" y="561500"/>
                      <a:pt x="382339" y="574929"/>
                    </a:cubicBezTo>
                    <a:cubicBezTo>
                      <a:pt x="386368" y="586820"/>
                      <a:pt x="384686" y="599910"/>
                      <a:pt x="377775" y="610393"/>
                    </a:cubicBezTo>
                    <a:cubicBezTo>
                      <a:pt x="372951" y="619911"/>
                      <a:pt x="364737" y="647552"/>
                      <a:pt x="354176" y="724478"/>
                    </a:cubicBezTo>
                    <a:cubicBezTo>
                      <a:pt x="353681" y="727881"/>
                      <a:pt x="350838" y="730450"/>
                      <a:pt x="347396" y="73060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6" name="Google Shape;146;g3f3ba1429e3_0_4035"/>
              <p:cNvSpPr/>
              <p:nvPr/>
            </p:nvSpPr>
            <p:spPr>
              <a:xfrm>
                <a:off x="6403136" y="4138039"/>
                <a:ext cx="30439" cy="40531"/>
              </a:xfrm>
              <a:custGeom>
                <a:rect b="b" l="l" r="r" t="t"/>
                <a:pathLst>
                  <a:path extrusionOk="0" h="40531" w="30439">
                    <a:moveTo>
                      <a:pt x="23425" y="40531"/>
                    </a:moveTo>
                    <a:cubicBezTo>
                      <a:pt x="20961" y="40544"/>
                      <a:pt x="18679" y="39253"/>
                      <a:pt x="17427" y="37141"/>
                    </a:cubicBezTo>
                    <a:lnTo>
                      <a:pt x="1260" y="11065"/>
                    </a:lnTo>
                    <a:cubicBezTo>
                      <a:pt x="-956" y="7870"/>
                      <a:pt x="-174" y="3489"/>
                      <a:pt x="3020" y="1260"/>
                    </a:cubicBezTo>
                    <a:cubicBezTo>
                      <a:pt x="6214" y="-956"/>
                      <a:pt x="10595" y="-174"/>
                      <a:pt x="12825" y="3020"/>
                    </a:cubicBezTo>
                    <a:cubicBezTo>
                      <a:pt x="12929" y="3177"/>
                      <a:pt x="13034" y="3333"/>
                      <a:pt x="13125" y="3502"/>
                    </a:cubicBezTo>
                    <a:lnTo>
                      <a:pt x="29292" y="29579"/>
                    </a:lnTo>
                    <a:cubicBezTo>
                      <a:pt x="31417" y="32839"/>
                      <a:pt x="30505" y="37194"/>
                      <a:pt x="27258" y="39332"/>
                    </a:cubicBezTo>
                    <a:cubicBezTo>
                      <a:pt x="27245" y="39332"/>
                      <a:pt x="27219" y="39345"/>
                      <a:pt x="27206" y="39358"/>
                    </a:cubicBezTo>
                    <a:cubicBezTo>
                      <a:pt x="26085" y="40114"/>
                      <a:pt x="24768" y="40531"/>
                      <a:pt x="23425" y="405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7" name="Google Shape;147;g3f3ba1429e3_0_4035"/>
              <p:cNvSpPr/>
              <p:nvPr/>
            </p:nvSpPr>
            <p:spPr>
              <a:xfrm>
                <a:off x="6615678" y="5014715"/>
                <a:ext cx="416120" cy="539502"/>
              </a:xfrm>
              <a:custGeom>
                <a:rect b="b" l="l" r="r" t="t"/>
                <a:pathLst>
                  <a:path extrusionOk="0" h="539502" w="416120">
                    <a:moveTo>
                      <a:pt x="62914" y="0"/>
                    </a:moveTo>
                    <a:lnTo>
                      <a:pt x="294473" y="19557"/>
                    </a:lnTo>
                    <a:lnTo>
                      <a:pt x="231629" y="345514"/>
                    </a:lnTo>
                    <a:cubicBezTo>
                      <a:pt x="249257" y="383247"/>
                      <a:pt x="282113" y="411697"/>
                      <a:pt x="321984" y="423744"/>
                    </a:cubicBezTo>
                    <a:cubicBezTo>
                      <a:pt x="388610" y="443302"/>
                      <a:pt x="416121" y="455036"/>
                      <a:pt x="416121" y="486458"/>
                    </a:cubicBezTo>
                    <a:cubicBezTo>
                      <a:pt x="416121" y="517881"/>
                      <a:pt x="388610" y="525573"/>
                      <a:pt x="278828" y="537438"/>
                    </a:cubicBezTo>
                    <a:cubicBezTo>
                      <a:pt x="169045" y="549303"/>
                      <a:pt x="55091" y="506146"/>
                      <a:pt x="55091" y="506146"/>
                    </a:cubicBezTo>
                    <a:cubicBezTo>
                      <a:pt x="55091" y="506146"/>
                      <a:pt x="4111" y="498193"/>
                      <a:pt x="200" y="462990"/>
                    </a:cubicBezTo>
                    <a:cubicBezTo>
                      <a:pt x="-3712" y="427786"/>
                      <a:pt x="51179" y="329478"/>
                      <a:pt x="51179" y="329478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8" name="Google Shape;148;g3f3ba1429e3_0_4035"/>
              <p:cNvSpPr/>
              <p:nvPr/>
            </p:nvSpPr>
            <p:spPr>
              <a:xfrm>
                <a:off x="6608211" y="5008164"/>
                <a:ext cx="430627" cy="553115"/>
              </a:xfrm>
              <a:custGeom>
                <a:rect b="b" l="l" r="r" t="t"/>
                <a:pathLst>
                  <a:path extrusionOk="0" h="553115" w="430627">
                    <a:moveTo>
                      <a:pt x="246266" y="553116"/>
                    </a:moveTo>
                    <a:cubicBezTo>
                      <a:pt x="182913" y="552190"/>
                      <a:pt x="120121" y="541003"/>
                      <a:pt x="60341" y="519998"/>
                    </a:cubicBezTo>
                    <a:cubicBezTo>
                      <a:pt x="53300" y="518825"/>
                      <a:pt x="4537" y="508916"/>
                      <a:pt x="234" y="470844"/>
                    </a:cubicBezTo>
                    <a:cubicBezTo>
                      <a:pt x="-3677" y="435641"/>
                      <a:pt x="42608" y="350240"/>
                      <a:pt x="51214" y="334725"/>
                    </a:cubicBezTo>
                    <a:lnTo>
                      <a:pt x="62948" y="6812"/>
                    </a:lnTo>
                    <a:cubicBezTo>
                      <a:pt x="63026" y="4843"/>
                      <a:pt x="63926" y="3004"/>
                      <a:pt x="65425" y="1727"/>
                    </a:cubicBezTo>
                    <a:cubicBezTo>
                      <a:pt x="66860" y="462"/>
                      <a:pt x="68737" y="-151"/>
                      <a:pt x="70641" y="32"/>
                    </a:cubicBezTo>
                    <a:lnTo>
                      <a:pt x="302201" y="19589"/>
                    </a:lnTo>
                    <a:cubicBezTo>
                      <a:pt x="304170" y="19733"/>
                      <a:pt x="305982" y="20737"/>
                      <a:pt x="307155" y="22327"/>
                    </a:cubicBezTo>
                    <a:cubicBezTo>
                      <a:pt x="308342" y="23944"/>
                      <a:pt x="308811" y="25965"/>
                      <a:pt x="308459" y="27934"/>
                    </a:cubicBezTo>
                    <a:lnTo>
                      <a:pt x="246527" y="350501"/>
                    </a:lnTo>
                    <a:cubicBezTo>
                      <a:pt x="263568" y="385391"/>
                      <a:pt x="294300" y="411676"/>
                      <a:pt x="331406" y="423124"/>
                    </a:cubicBezTo>
                    <a:cubicBezTo>
                      <a:pt x="394772" y="441769"/>
                      <a:pt x="430628" y="454155"/>
                      <a:pt x="430628" y="492618"/>
                    </a:cubicBezTo>
                    <a:cubicBezTo>
                      <a:pt x="430628" y="531081"/>
                      <a:pt x="393338" y="539295"/>
                      <a:pt x="287207" y="550638"/>
                    </a:cubicBezTo>
                    <a:cubicBezTo>
                      <a:pt x="273608" y="552190"/>
                      <a:pt x="259944" y="553012"/>
                      <a:pt x="246266" y="553116"/>
                    </a:cubicBezTo>
                    <a:close/>
                    <a:moveTo>
                      <a:pt x="76769" y="14113"/>
                    </a:moveTo>
                    <a:lnTo>
                      <a:pt x="65165" y="336289"/>
                    </a:lnTo>
                    <a:cubicBezTo>
                      <a:pt x="65191" y="337436"/>
                      <a:pt x="64865" y="338571"/>
                      <a:pt x="64252" y="339549"/>
                    </a:cubicBezTo>
                    <a:cubicBezTo>
                      <a:pt x="49388" y="365625"/>
                      <a:pt x="11186" y="441638"/>
                      <a:pt x="14185" y="468758"/>
                    </a:cubicBezTo>
                    <a:cubicBezTo>
                      <a:pt x="17445" y="498224"/>
                      <a:pt x="62687" y="505656"/>
                      <a:pt x="63209" y="505656"/>
                    </a:cubicBezTo>
                    <a:lnTo>
                      <a:pt x="64513" y="505656"/>
                    </a:lnTo>
                    <a:cubicBezTo>
                      <a:pt x="65686" y="505656"/>
                      <a:pt x="178076" y="548031"/>
                      <a:pt x="284990" y="536557"/>
                    </a:cubicBezTo>
                    <a:cubicBezTo>
                      <a:pt x="393990" y="524953"/>
                      <a:pt x="415373" y="517521"/>
                      <a:pt x="415373" y="492618"/>
                    </a:cubicBezTo>
                    <a:cubicBezTo>
                      <a:pt x="415373" y="467715"/>
                      <a:pt x="393078" y="456372"/>
                      <a:pt x="326191" y="436684"/>
                    </a:cubicBezTo>
                    <a:cubicBezTo>
                      <a:pt x="284182" y="424037"/>
                      <a:pt x="249643" y="393918"/>
                      <a:pt x="231403" y="354021"/>
                    </a:cubicBezTo>
                    <a:cubicBezTo>
                      <a:pt x="231025" y="352743"/>
                      <a:pt x="231025" y="351387"/>
                      <a:pt x="231403" y="350110"/>
                    </a:cubicBezTo>
                    <a:lnTo>
                      <a:pt x="292683" y="32106"/>
                    </a:lnTo>
                    <a:close/>
                    <a:moveTo>
                      <a:pt x="58124" y="336028"/>
                    </a:moveTo>
                    <a:lnTo>
                      <a:pt x="58124" y="336028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9" name="Google Shape;149;g3f3ba1429e3_0_4035"/>
              <p:cNvSpPr/>
              <p:nvPr/>
            </p:nvSpPr>
            <p:spPr>
              <a:xfrm>
                <a:off x="6615772" y="5452410"/>
                <a:ext cx="415765" cy="101806"/>
              </a:xfrm>
              <a:custGeom>
                <a:rect b="b" l="l" r="r" t="t"/>
                <a:pathLst>
                  <a:path extrusionOk="0" h="101806" w="415765">
                    <a:moveTo>
                      <a:pt x="278733" y="99743"/>
                    </a:moveTo>
                    <a:cubicBezTo>
                      <a:pt x="383039" y="88660"/>
                      <a:pt x="413027" y="80968"/>
                      <a:pt x="415765" y="53196"/>
                    </a:cubicBezTo>
                    <a:cubicBezTo>
                      <a:pt x="352504" y="67851"/>
                      <a:pt x="287260" y="71906"/>
                      <a:pt x="222668" y="65191"/>
                    </a:cubicBezTo>
                    <a:cubicBezTo>
                      <a:pt x="146486" y="55661"/>
                      <a:pt x="72389" y="33626"/>
                      <a:pt x="3365" y="0"/>
                    </a:cubicBezTo>
                    <a:cubicBezTo>
                      <a:pt x="744" y="8162"/>
                      <a:pt x="-365" y="16741"/>
                      <a:pt x="105" y="25294"/>
                    </a:cubicBezTo>
                    <a:cubicBezTo>
                      <a:pt x="4016" y="60497"/>
                      <a:pt x="54996" y="68451"/>
                      <a:pt x="54996" y="68451"/>
                    </a:cubicBezTo>
                    <a:cubicBezTo>
                      <a:pt x="54996" y="68451"/>
                      <a:pt x="168820" y="111608"/>
                      <a:pt x="278733" y="997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50" name="Google Shape;150;g3f3ba1429e3_0_4035"/>
              <p:cNvSpPr/>
              <p:nvPr/>
            </p:nvSpPr>
            <p:spPr>
              <a:xfrm>
                <a:off x="6608328" y="5445809"/>
                <a:ext cx="429883" cy="115488"/>
              </a:xfrm>
              <a:custGeom>
                <a:rect b="b" l="l" r="r" t="t"/>
                <a:pathLst>
                  <a:path extrusionOk="0" h="115488" w="429883">
                    <a:moveTo>
                      <a:pt x="246150" y="115470"/>
                    </a:moveTo>
                    <a:cubicBezTo>
                      <a:pt x="182797" y="114544"/>
                      <a:pt x="120004" y="103358"/>
                      <a:pt x="60224" y="82353"/>
                    </a:cubicBezTo>
                    <a:cubicBezTo>
                      <a:pt x="53183" y="81180"/>
                      <a:pt x="4420" y="71270"/>
                      <a:pt x="117" y="33199"/>
                    </a:cubicBezTo>
                    <a:cubicBezTo>
                      <a:pt x="-391" y="23772"/>
                      <a:pt x="756" y="14332"/>
                      <a:pt x="3507" y="5297"/>
                    </a:cubicBezTo>
                    <a:cubicBezTo>
                      <a:pt x="4081" y="3276"/>
                      <a:pt x="5515" y="1607"/>
                      <a:pt x="7419" y="733"/>
                    </a:cubicBezTo>
                    <a:cubicBezTo>
                      <a:pt x="9349" y="-244"/>
                      <a:pt x="11617" y="-244"/>
                      <a:pt x="13547" y="733"/>
                    </a:cubicBezTo>
                    <a:cubicBezTo>
                      <a:pt x="81906" y="33929"/>
                      <a:pt x="155234" y="55690"/>
                      <a:pt x="230634" y="65142"/>
                    </a:cubicBezTo>
                    <a:cubicBezTo>
                      <a:pt x="294391" y="71987"/>
                      <a:pt x="358840" y="67985"/>
                      <a:pt x="421254" y="53277"/>
                    </a:cubicBezTo>
                    <a:cubicBezTo>
                      <a:pt x="423496" y="52769"/>
                      <a:pt x="425843" y="53408"/>
                      <a:pt x="427512" y="54973"/>
                    </a:cubicBezTo>
                    <a:cubicBezTo>
                      <a:pt x="429181" y="56446"/>
                      <a:pt x="430042" y="58623"/>
                      <a:pt x="429859" y="60840"/>
                    </a:cubicBezTo>
                    <a:cubicBezTo>
                      <a:pt x="426469" y="95522"/>
                      <a:pt x="387876" y="102953"/>
                      <a:pt x="286438" y="113775"/>
                    </a:cubicBezTo>
                    <a:cubicBezTo>
                      <a:pt x="273048" y="115040"/>
                      <a:pt x="259605" y="115600"/>
                      <a:pt x="246150" y="115470"/>
                    </a:cubicBezTo>
                    <a:close/>
                    <a:moveTo>
                      <a:pt x="15633" y="17162"/>
                    </a:moveTo>
                    <a:cubicBezTo>
                      <a:pt x="14577" y="21816"/>
                      <a:pt x="14225" y="26614"/>
                      <a:pt x="14590" y="31373"/>
                    </a:cubicBezTo>
                    <a:cubicBezTo>
                      <a:pt x="17849" y="60840"/>
                      <a:pt x="63092" y="68272"/>
                      <a:pt x="63614" y="68272"/>
                    </a:cubicBezTo>
                    <a:lnTo>
                      <a:pt x="64918" y="68272"/>
                    </a:lnTo>
                    <a:cubicBezTo>
                      <a:pt x="66091" y="68272"/>
                      <a:pt x="178481" y="110646"/>
                      <a:pt x="285395" y="99172"/>
                    </a:cubicBezTo>
                    <a:lnTo>
                      <a:pt x="285395" y="99172"/>
                    </a:lnTo>
                    <a:cubicBezTo>
                      <a:pt x="371448" y="90046"/>
                      <a:pt x="402740" y="83266"/>
                      <a:pt x="412779" y="69054"/>
                    </a:cubicBezTo>
                    <a:cubicBezTo>
                      <a:pt x="352516" y="82183"/>
                      <a:pt x="290506" y="85391"/>
                      <a:pt x="229200" y="78572"/>
                    </a:cubicBezTo>
                    <a:cubicBezTo>
                      <a:pt x="155208" y="69523"/>
                      <a:pt x="83132" y="48792"/>
                      <a:pt x="15633" y="1716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51" name="Google Shape;151;g3f3ba1429e3_0_4035"/>
              <p:cNvSpPr/>
              <p:nvPr/>
            </p:nvSpPr>
            <p:spPr>
              <a:xfrm>
                <a:off x="5909685" y="3155683"/>
                <a:ext cx="922758" cy="985080"/>
              </a:xfrm>
              <a:custGeom>
                <a:rect b="b" l="l" r="r" t="t"/>
                <a:pathLst>
                  <a:path extrusionOk="0" h="985080" w="922758">
                    <a:moveTo>
                      <a:pt x="359635" y="92475"/>
                    </a:moveTo>
                    <a:cubicBezTo>
                      <a:pt x="359635" y="92475"/>
                      <a:pt x="91699" y="229117"/>
                      <a:pt x="30028" y="296133"/>
                    </a:cubicBezTo>
                    <a:cubicBezTo>
                      <a:pt x="-31644" y="363150"/>
                      <a:pt x="16989" y="424691"/>
                      <a:pt x="40719" y="494315"/>
                    </a:cubicBezTo>
                    <a:cubicBezTo>
                      <a:pt x="64449" y="563940"/>
                      <a:pt x="378802" y="962781"/>
                      <a:pt x="402922" y="981556"/>
                    </a:cubicBezTo>
                    <a:cubicBezTo>
                      <a:pt x="427043" y="1000331"/>
                      <a:pt x="550255" y="941398"/>
                      <a:pt x="716493" y="869035"/>
                    </a:cubicBezTo>
                    <a:cubicBezTo>
                      <a:pt x="882731" y="796673"/>
                      <a:pt x="922759" y="767207"/>
                      <a:pt x="922759" y="727048"/>
                    </a:cubicBezTo>
                    <a:cubicBezTo>
                      <a:pt x="922759" y="686891"/>
                      <a:pt x="707888" y="36020"/>
                      <a:pt x="694589" y="6683"/>
                    </a:cubicBezTo>
                    <a:cubicBezTo>
                      <a:pt x="681290" y="-22653"/>
                      <a:pt x="429260" y="51665"/>
                      <a:pt x="359635" y="9247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52" name="Google Shape;152;g3f3ba1429e3_0_4035"/>
              <p:cNvSpPr/>
              <p:nvPr/>
            </p:nvSpPr>
            <p:spPr>
              <a:xfrm>
                <a:off x="5902152" y="3148608"/>
                <a:ext cx="936810" cy="999252"/>
              </a:xfrm>
              <a:custGeom>
                <a:rect b="b" l="l" r="r" t="t"/>
                <a:pathLst>
                  <a:path extrusionOk="0" h="999252" w="936810">
                    <a:moveTo>
                      <a:pt x="424406" y="999192"/>
                    </a:moveTo>
                    <a:cubicBezTo>
                      <a:pt x="417939" y="999609"/>
                      <a:pt x="411524" y="997862"/>
                      <a:pt x="406152" y="994237"/>
                    </a:cubicBezTo>
                    <a:cubicBezTo>
                      <a:pt x="387247" y="979504"/>
                      <a:pt x="67157" y="577012"/>
                      <a:pt x="41080" y="503737"/>
                    </a:cubicBezTo>
                    <a:cubicBezTo>
                      <a:pt x="36386" y="490699"/>
                      <a:pt x="30650" y="476878"/>
                      <a:pt x="25173" y="463840"/>
                    </a:cubicBezTo>
                    <a:cubicBezTo>
                      <a:pt x="2617" y="410643"/>
                      <a:pt x="-20721" y="355492"/>
                      <a:pt x="31823" y="298384"/>
                    </a:cubicBezTo>
                    <a:cubicBezTo>
                      <a:pt x="93364" y="231498"/>
                      <a:pt x="350088" y="99941"/>
                      <a:pt x="363256" y="93292"/>
                    </a:cubicBezTo>
                    <a:cubicBezTo>
                      <a:pt x="429230" y="55350"/>
                      <a:pt x="650881" y="-12579"/>
                      <a:pt x="697036" y="2024"/>
                    </a:cubicBezTo>
                    <a:cubicBezTo>
                      <a:pt x="701795" y="3171"/>
                      <a:pt x="705811" y="6366"/>
                      <a:pt x="707988" y="10760"/>
                    </a:cubicBezTo>
                    <a:cubicBezTo>
                      <a:pt x="722852" y="43355"/>
                      <a:pt x="936810" y="693444"/>
                      <a:pt x="936810" y="733993"/>
                    </a:cubicBezTo>
                    <a:cubicBezTo>
                      <a:pt x="936810" y="779105"/>
                      <a:pt x="893523" y="809615"/>
                      <a:pt x="726242" y="882499"/>
                    </a:cubicBezTo>
                    <a:cubicBezTo>
                      <a:pt x="703295" y="892408"/>
                      <a:pt x="681130" y="902187"/>
                      <a:pt x="660007" y="911574"/>
                    </a:cubicBezTo>
                    <a:cubicBezTo>
                      <a:pt x="533536" y="967509"/>
                      <a:pt x="459739" y="999061"/>
                      <a:pt x="424406" y="999192"/>
                    </a:cubicBezTo>
                    <a:close/>
                    <a:moveTo>
                      <a:pt x="680999" y="13367"/>
                    </a:moveTo>
                    <a:cubicBezTo>
                      <a:pt x="625586" y="13367"/>
                      <a:pt x="436922" y="67346"/>
                      <a:pt x="370688" y="105678"/>
                    </a:cubicBezTo>
                    <a:lnTo>
                      <a:pt x="370688" y="105678"/>
                    </a:lnTo>
                    <a:cubicBezTo>
                      <a:pt x="368080" y="106982"/>
                      <a:pt x="103142" y="242450"/>
                      <a:pt x="43166" y="307772"/>
                    </a:cubicBezTo>
                    <a:cubicBezTo>
                      <a:pt x="-3250" y="358230"/>
                      <a:pt x="16307" y="404515"/>
                      <a:pt x="39124" y="458234"/>
                    </a:cubicBezTo>
                    <a:cubicBezTo>
                      <a:pt x="44731" y="471272"/>
                      <a:pt x="50468" y="485092"/>
                      <a:pt x="55292" y="499043"/>
                    </a:cubicBezTo>
                    <a:cubicBezTo>
                      <a:pt x="80456" y="571797"/>
                      <a:pt x="396504" y="968421"/>
                      <a:pt x="415148" y="982894"/>
                    </a:cubicBezTo>
                    <a:cubicBezTo>
                      <a:pt x="433793" y="997366"/>
                      <a:pt x="540707" y="948994"/>
                      <a:pt x="655183" y="898536"/>
                    </a:cubicBezTo>
                    <a:lnTo>
                      <a:pt x="721548" y="869461"/>
                    </a:lnTo>
                    <a:cubicBezTo>
                      <a:pt x="878007" y="801271"/>
                      <a:pt x="923641" y="770761"/>
                      <a:pt x="923641" y="733993"/>
                    </a:cubicBezTo>
                    <a:cubicBezTo>
                      <a:pt x="923641" y="699572"/>
                      <a:pt x="713856" y="56002"/>
                      <a:pt x="695993" y="16887"/>
                    </a:cubicBezTo>
                    <a:cubicBezTo>
                      <a:pt x="693776" y="14410"/>
                      <a:pt x="688170" y="13367"/>
                      <a:pt x="680999" y="13367"/>
                    </a:cubicBezTo>
                    <a:close/>
                    <a:moveTo>
                      <a:pt x="367168" y="99550"/>
                    </a:moveTo>
                    <a:lnTo>
                      <a:pt x="367168" y="9955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153" name="Google Shape;153;g3f3ba1429e3_0_4035"/>
              <p:cNvGrpSpPr/>
              <p:nvPr/>
            </p:nvGrpSpPr>
            <p:grpSpPr>
              <a:xfrm>
                <a:off x="5909424" y="3227297"/>
                <a:ext cx="721708" cy="913466"/>
                <a:chOff x="5909424" y="3227297"/>
                <a:chExt cx="721708" cy="913466"/>
              </a:xfrm>
            </p:grpSpPr>
            <p:sp>
              <p:nvSpPr>
                <p:cNvPr id="154" name="Google Shape;154;g3f3ba1429e3_0_4035"/>
                <p:cNvSpPr/>
                <p:nvPr/>
              </p:nvSpPr>
              <p:spPr>
                <a:xfrm>
                  <a:off x="5909424" y="3227297"/>
                  <a:ext cx="721708" cy="913466"/>
                </a:xfrm>
                <a:custGeom>
                  <a:rect b="b" l="l" r="r" t="t"/>
                  <a:pathLst>
                    <a:path extrusionOk="0" h="913466" w="721708">
                      <a:moveTo>
                        <a:pt x="286230" y="553736"/>
                      </a:moveTo>
                      <a:lnTo>
                        <a:pt x="465767" y="560907"/>
                      </a:lnTo>
                      <a:lnTo>
                        <a:pt x="224559" y="513708"/>
                      </a:lnTo>
                      <a:cubicBezTo>
                        <a:pt x="224559" y="513708"/>
                        <a:pt x="55713" y="438217"/>
                        <a:pt x="55713" y="348383"/>
                      </a:cubicBezTo>
                      <a:cubicBezTo>
                        <a:pt x="55713" y="258549"/>
                        <a:pt x="160019" y="226345"/>
                        <a:pt x="160019" y="226345"/>
                      </a:cubicBezTo>
                      <a:lnTo>
                        <a:pt x="415178" y="158024"/>
                      </a:lnTo>
                      <a:lnTo>
                        <a:pt x="433171" y="0"/>
                      </a:lnTo>
                      <a:cubicBezTo>
                        <a:pt x="429129" y="0"/>
                        <a:pt x="417525" y="0"/>
                        <a:pt x="401358" y="1043"/>
                      </a:cubicBezTo>
                      <a:cubicBezTo>
                        <a:pt x="387055" y="6767"/>
                        <a:pt x="373117" y="13390"/>
                        <a:pt x="359635" y="20861"/>
                      </a:cubicBezTo>
                      <a:cubicBezTo>
                        <a:pt x="359635" y="20861"/>
                        <a:pt x="91698" y="157502"/>
                        <a:pt x="30027" y="224519"/>
                      </a:cubicBezTo>
                      <a:cubicBezTo>
                        <a:pt x="-31644" y="291536"/>
                        <a:pt x="16989" y="353077"/>
                        <a:pt x="40719" y="422701"/>
                      </a:cubicBezTo>
                      <a:cubicBezTo>
                        <a:pt x="64448" y="492326"/>
                        <a:pt x="378801" y="891167"/>
                        <a:pt x="402922" y="909942"/>
                      </a:cubicBezTo>
                      <a:cubicBezTo>
                        <a:pt x="427043" y="928717"/>
                        <a:pt x="550255" y="869784"/>
                        <a:pt x="716493" y="797421"/>
                      </a:cubicBezTo>
                      <a:lnTo>
                        <a:pt x="721708" y="795075"/>
                      </a:lnTo>
                      <a:cubicBezTo>
                        <a:pt x="673988" y="804723"/>
                        <a:pt x="520788" y="842273"/>
                        <a:pt x="472677" y="801072"/>
                      </a:cubicBezTo>
                      <a:cubicBezTo>
                        <a:pt x="422480" y="757915"/>
                        <a:pt x="318304" y="650219"/>
                        <a:pt x="318304" y="650219"/>
                      </a:cubicBezTo>
                      <a:lnTo>
                        <a:pt x="706193" y="653740"/>
                      </a:ln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55" name="Google Shape;155;g3f3ba1429e3_0_4035"/>
                <p:cNvSpPr/>
                <p:nvPr/>
              </p:nvSpPr>
              <p:spPr>
                <a:xfrm>
                  <a:off x="5909424" y="3227297"/>
                  <a:ext cx="721708" cy="913466"/>
                </a:xfrm>
                <a:custGeom>
                  <a:rect b="b" l="l" r="r" t="t"/>
                  <a:pathLst>
                    <a:path extrusionOk="0" h="913466" w="721708">
                      <a:moveTo>
                        <a:pt x="286230" y="553736"/>
                      </a:moveTo>
                      <a:lnTo>
                        <a:pt x="465767" y="560907"/>
                      </a:lnTo>
                      <a:lnTo>
                        <a:pt x="224559" y="513708"/>
                      </a:lnTo>
                      <a:cubicBezTo>
                        <a:pt x="224559" y="513708"/>
                        <a:pt x="55713" y="438217"/>
                        <a:pt x="55713" y="348383"/>
                      </a:cubicBezTo>
                      <a:cubicBezTo>
                        <a:pt x="55713" y="258549"/>
                        <a:pt x="160019" y="226345"/>
                        <a:pt x="160019" y="226345"/>
                      </a:cubicBezTo>
                      <a:lnTo>
                        <a:pt x="415178" y="158024"/>
                      </a:lnTo>
                      <a:lnTo>
                        <a:pt x="433171" y="0"/>
                      </a:lnTo>
                      <a:cubicBezTo>
                        <a:pt x="429129" y="0"/>
                        <a:pt x="417525" y="0"/>
                        <a:pt x="401358" y="1043"/>
                      </a:cubicBezTo>
                      <a:cubicBezTo>
                        <a:pt x="387055" y="6767"/>
                        <a:pt x="373117" y="13390"/>
                        <a:pt x="359635" y="20861"/>
                      </a:cubicBezTo>
                      <a:cubicBezTo>
                        <a:pt x="359635" y="20861"/>
                        <a:pt x="91698" y="157502"/>
                        <a:pt x="30027" y="224519"/>
                      </a:cubicBezTo>
                      <a:cubicBezTo>
                        <a:pt x="-31644" y="291536"/>
                        <a:pt x="16989" y="353077"/>
                        <a:pt x="40719" y="422701"/>
                      </a:cubicBezTo>
                      <a:cubicBezTo>
                        <a:pt x="64448" y="492326"/>
                        <a:pt x="378801" y="891167"/>
                        <a:pt x="402922" y="909942"/>
                      </a:cubicBezTo>
                      <a:cubicBezTo>
                        <a:pt x="427043" y="928717"/>
                        <a:pt x="550255" y="869784"/>
                        <a:pt x="716493" y="797421"/>
                      </a:cubicBezTo>
                      <a:lnTo>
                        <a:pt x="721708" y="795075"/>
                      </a:lnTo>
                      <a:cubicBezTo>
                        <a:pt x="673988" y="804723"/>
                        <a:pt x="520788" y="842273"/>
                        <a:pt x="472677" y="801072"/>
                      </a:cubicBezTo>
                      <a:cubicBezTo>
                        <a:pt x="422480" y="757915"/>
                        <a:pt x="318304" y="650219"/>
                        <a:pt x="318304" y="650219"/>
                      </a:cubicBezTo>
                      <a:lnTo>
                        <a:pt x="706193" y="653740"/>
                      </a:lnTo>
                      <a:close/>
                    </a:path>
                  </a:pathLst>
                </a:custGeom>
                <a:solidFill>
                  <a:srgbClr val="FFFFFF">
                    <a:alpha val="48235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156" name="Google Shape;156;g3f3ba1429e3_0_4035"/>
              <p:cNvSpPr/>
              <p:nvPr/>
            </p:nvSpPr>
            <p:spPr>
              <a:xfrm>
                <a:off x="6194350" y="3178664"/>
                <a:ext cx="302407" cy="265486"/>
              </a:xfrm>
              <a:custGeom>
                <a:rect b="b" l="l" r="r" t="t"/>
                <a:pathLst>
                  <a:path extrusionOk="0" h="265486" w="302407">
                    <a:moveTo>
                      <a:pt x="0" y="109130"/>
                    </a:moveTo>
                    <a:cubicBezTo>
                      <a:pt x="32374" y="157489"/>
                      <a:pt x="74305" y="198716"/>
                      <a:pt x="123212" y="230256"/>
                    </a:cubicBezTo>
                    <a:cubicBezTo>
                      <a:pt x="208873" y="283843"/>
                      <a:pt x="265199" y="273152"/>
                      <a:pt x="294665" y="219434"/>
                    </a:cubicBezTo>
                    <a:cubicBezTo>
                      <a:pt x="318786" y="175626"/>
                      <a:pt x="280193" y="45764"/>
                      <a:pt x="265329" y="0"/>
                    </a:cubicBezTo>
                    <a:cubicBezTo>
                      <a:pt x="191402" y="20079"/>
                      <a:pt x="110043" y="49154"/>
                      <a:pt x="74970" y="69494"/>
                    </a:cubicBezTo>
                    <a:cubicBezTo>
                      <a:pt x="74970" y="69494"/>
                      <a:pt x="43939" y="85401"/>
                      <a:pt x="0" y="10913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57" name="Google Shape;157;g3f3ba1429e3_0_4035"/>
              <p:cNvSpPr/>
              <p:nvPr/>
            </p:nvSpPr>
            <p:spPr>
              <a:xfrm>
                <a:off x="6187227" y="3171522"/>
                <a:ext cx="316442" cy="279644"/>
              </a:xfrm>
              <a:custGeom>
                <a:rect b="b" l="l" r="r" t="t"/>
                <a:pathLst>
                  <a:path extrusionOk="0" h="279644" w="316442">
                    <a:moveTo>
                      <a:pt x="228513" y="279642"/>
                    </a:moveTo>
                    <a:cubicBezTo>
                      <a:pt x="199307" y="279642"/>
                      <a:pt x="165147" y="267517"/>
                      <a:pt x="126554" y="243396"/>
                    </a:cubicBezTo>
                    <a:cubicBezTo>
                      <a:pt x="76904" y="211191"/>
                      <a:pt x="34295" y="169273"/>
                      <a:pt x="1256" y="120184"/>
                    </a:cubicBezTo>
                    <a:cubicBezTo>
                      <a:pt x="96" y="118554"/>
                      <a:pt x="-283" y="116507"/>
                      <a:pt x="213" y="114577"/>
                    </a:cubicBezTo>
                    <a:cubicBezTo>
                      <a:pt x="708" y="112635"/>
                      <a:pt x="1986" y="110992"/>
                      <a:pt x="3733" y="110014"/>
                    </a:cubicBezTo>
                    <a:cubicBezTo>
                      <a:pt x="47020" y="86545"/>
                      <a:pt x="78573" y="70899"/>
                      <a:pt x="78834" y="70247"/>
                    </a:cubicBezTo>
                    <a:cubicBezTo>
                      <a:pt x="112994" y="50560"/>
                      <a:pt x="192006" y="21745"/>
                      <a:pt x="270496" y="232"/>
                    </a:cubicBezTo>
                    <a:cubicBezTo>
                      <a:pt x="274147" y="-720"/>
                      <a:pt x="277915" y="1340"/>
                      <a:pt x="279102" y="4926"/>
                    </a:cubicBezTo>
                    <a:cubicBezTo>
                      <a:pt x="296182" y="57079"/>
                      <a:pt x="333080" y="184463"/>
                      <a:pt x="307916" y="230097"/>
                    </a:cubicBezTo>
                    <a:cubicBezTo>
                      <a:pt x="296703" y="252901"/>
                      <a:pt x="276312" y="269877"/>
                      <a:pt x="251852" y="276774"/>
                    </a:cubicBezTo>
                    <a:cubicBezTo>
                      <a:pt x="244224" y="278730"/>
                      <a:pt x="236388" y="279694"/>
                      <a:pt x="228513" y="279642"/>
                    </a:cubicBezTo>
                    <a:close/>
                    <a:moveTo>
                      <a:pt x="17293" y="118750"/>
                    </a:moveTo>
                    <a:cubicBezTo>
                      <a:pt x="48767" y="163523"/>
                      <a:pt x="88612" y="201777"/>
                      <a:pt x="134638" y="231401"/>
                    </a:cubicBezTo>
                    <a:cubicBezTo>
                      <a:pt x="180793" y="260215"/>
                      <a:pt x="219256" y="270515"/>
                      <a:pt x="248983" y="263083"/>
                    </a:cubicBezTo>
                    <a:cubicBezTo>
                      <a:pt x="269662" y="257086"/>
                      <a:pt x="286820" y="242574"/>
                      <a:pt x="296182" y="223186"/>
                    </a:cubicBezTo>
                    <a:cubicBezTo>
                      <a:pt x="318217" y="183420"/>
                      <a:pt x="283144" y="61642"/>
                      <a:pt x="268410" y="15747"/>
                    </a:cubicBezTo>
                    <a:cubicBezTo>
                      <a:pt x="194092" y="36348"/>
                      <a:pt x="118340" y="64119"/>
                      <a:pt x="85874" y="82764"/>
                    </a:cubicBezTo>
                    <a:cubicBezTo>
                      <a:pt x="84962" y="83025"/>
                      <a:pt x="56799" y="97367"/>
                      <a:pt x="17293" y="11875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58" name="Google Shape;158;g3f3ba1429e3_0_4035"/>
              <p:cNvSpPr/>
              <p:nvPr/>
            </p:nvSpPr>
            <p:spPr>
              <a:xfrm>
                <a:off x="6175444" y="3103042"/>
                <a:ext cx="276215" cy="290553"/>
              </a:xfrm>
              <a:custGeom>
                <a:rect b="b" l="l" r="r" t="t"/>
                <a:pathLst>
                  <a:path extrusionOk="0" h="290553" w="276215">
                    <a:moveTo>
                      <a:pt x="262591" y="43287"/>
                    </a:moveTo>
                    <a:cubicBezTo>
                      <a:pt x="250439" y="57290"/>
                      <a:pt x="244637" y="75700"/>
                      <a:pt x="246554" y="94136"/>
                    </a:cubicBezTo>
                    <a:cubicBezTo>
                      <a:pt x="251900" y="120995"/>
                      <a:pt x="278759" y="225432"/>
                      <a:pt x="276021" y="260244"/>
                    </a:cubicBezTo>
                    <a:cubicBezTo>
                      <a:pt x="273282" y="295056"/>
                      <a:pt x="241208" y="300532"/>
                      <a:pt x="174191" y="273282"/>
                    </a:cubicBezTo>
                    <a:cubicBezTo>
                      <a:pt x="107175" y="246032"/>
                      <a:pt x="64409" y="168976"/>
                      <a:pt x="53587" y="150071"/>
                    </a:cubicBezTo>
                    <a:cubicBezTo>
                      <a:pt x="42766" y="131165"/>
                      <a:pt x="0" y="18775"/>
                      <a:pt x="0" y="18775"/>
                    </a:cubicBezTo>
                    <a:lnTo>
                      <a:pt x="29467" y="0"/>
                    </a:lnTo>
                    <a:cubicBezTo>
                      <a:pt x="29467" y="0"/>
                      <a:pt x="59064" y="45504"/>
                      <a:pt x="131296" y="45504"/>
                    </a:cubicBezTo>
                    <a:cubicBezTo>
                      <a:pt x="203528" y="45504"/>
                      <a:pt x="254638" y="7953"/>
                      <a:pt x="262591" y="24121"/>
                    </a:cubicBezTo>
                    <a:cubicBezTo>
                      <a:pt x="270544" y="40288"/>
                      <a:pt x="262591" y="43287"/>
                      <a:pt x="262591" y="4328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59" name="Google Shape;159;g3f3ba1429e3_0_4035"/>
              <p:cNvSpPr/>
              <p:nvPr/>
            </p:nvSpPr>
            <p:spPr>
              <a:xfrm>
                <a:off x="6168474" y="3096336"/>
                <a:ext cx="289997" cy="304531"/>
              </a:xfrm>
              <a:custGeom>
                <a:rect b="b" l="l" r="r" t="t"/>
                <a:pathLst>
                  <a:path extrusionOk="0" h="304531" w="289997">
                    <a:moveTo>
                      <a:pt x="247918" y="304500"/>
                    </a:moveTo>
                    <a:cubicBezTo>
                      <a:pt x="223928" y="302844"/>
                      <a:pt x="200433" y="296886"/>
                      <a:pt x="178554" y="286899"/>
                    </a:cubicBezTo>
                    <a:cubicBezTo>
                      <a:pt x="133703" y="269036"/>
                      <a:pt x="92371" y="227053"/>
                      <a:pt x="55343" y="162253"/>
                    </a:cubicBezTo>
                    <a:lnTo>
                      <a:pt x="54430" y="160688"/>
                    </a:lnTo>
                    <a:cubicBezTo>
                      <a:pt x="43608" y="141652"/>
                      <a:pt x="2277" y="32913"/>
                      <a:pt x="451" y="28350"/>
                    </a:cubicBezTo>
                    <a:cubicBezTo>
                      <a:pt x="-709" y="25233"/>
                      <a:pt x="425" y="21726"/>
                      <a:pt x="3190" y="19875"/>
                    </a:cubicBezTo>
                    <a:lnTo>
                      <a:pt x="32656" y="1100"/>
                    </a:lnTo>
                    <a:cubicBezTo>
                      <a:pt x="35942" y="-961"/>
                      <a:pt x="40283" y="-48"/>
                      <a:pt x="42435" y="3186"/>
                    </a:cubicBezTo>
                    <a:cubicBezTo>
                      <a:pt x="43608" y="4881"/>
                      <a:pt x="70989" y="45560"/>
                      <a:pt x="138266" y="45560"/>
                    </a:cubicBezTo>
                    <a:cubicBezTo>
                      <a:pt x="169441" y="44660"/>
                      <a:pt x="200263" y="38715"/>
                      <a:pt x="229534" y="27958"/>
                    </a:cubicBezTo>
                    <a:cubicBezTo>
                      <a:pt x="252481" y="20396"/>
                      <a:pt x="268649" y="14920"/>
                      <a:pt x="275690" y="27958"/>
                    </a:cubicBezTo>
                    <a:cubicBezTo>
                      <a:pt x="279771" y="34295"/>
                      <a:pt x="280918" y="42092"/>
                      <a:pt x="278819" y="49341"/>
                    </a:cubicBezTo>
                    <a:cubicBezTo>
                      <a:pt x="277854" y="51779"/>
                      <a:pt x="276172" y="53865"/>
                      <a:pt x="273995" y="55339"/>
                    </a:cubicBezTo>
                    <a:cubicBezTo>
                      <a:pt x="263603" y="67490"/>
                      <a:pt x="258609" y="83358"/>
                      <a:pt x="260174" y="99278"/>
                    </a:cubicBezTo>
                    <a:cubicBezTo>
                      <a:pt x="261348" y="105014"/>
                      <a:pt x="263434" y="114141"/>
                      <a:pt x="266041" y="125354"/>
                    </a:cubicBezTo>
                    <a:cubicBezTo>
                      <a:pt x="275690" y="167859"/>
                      <a:pt x="292118" y="238918"/>
                      <a:pt x="289771" y="267341"/>
                    </a:cubicBezTo>
                    <a:cubicBezTo>
                      <a:pt x="289797" y="279662"/>
                      <a:pt x="283630" y="291188"/>
                      <a:pt x="273343" y="297981"/>
                    </a:cubicBezTo>
                    <a:cubicBezTo>
                      <a:pt x="265676" y="302558"/>
                      <a:pt x="256849" y="304826"/>
                      <a:pt x="247918" y="304500"/>
                    </a:cubicBezTo>
                    <a:close/>
                    <a:moveTo>
                      <a:pt x="15706" y="28741"/>
                    </a:moveTo>
                    <a:cubicBezTo>
                      <a:pt x="24312" y="51297"/>
                      <a:pt x="57690" y="137871"/>
                      <a:pt x="66686" y="153647"/>
                    </a:cubicBezTo>
                    <a:lnTo>
                      <a:pt x="67599" y="155212"/>
                    </a:lnTo>
                    <a:cubicBezTo>
                      <a:pt x="102932" y="217274"/>
                      <a:pt x="142047" y="257171"/>
                      <a:pt x="183770" y="273860"/>
                    </a:cubicBezTo>
                    <a:cubicBezTo>
                      <a:pt x="235271" y="294330"/>
                      <a:pt x="256915" y="291853"/>
                      <a:pt x="266172" y="286116"/>
                    </a:cubicBezTo>
                    <a:cubicBezTo>
                      <a:pt x="272547" y="281631"/>
                      <a:pt x="276224" y="274225"/>
                      <a:pt x="275950" y="266428"/>
                    </a:cubicBezTo>
                    <a:cubicBezTo>
                      <a:pt x="278037" y="240352"/>
                      <a:pt x="261348" y="167598"/>
                      <a:pt x="252481" y="128614"/>
                    </a:cubicBezTo>
                    <a:cubicBezTo>
                      <a:pt x="249874" y="117270"/>
                      <a:pt x="247788" y="108013"/>
                      <a:pt x="246614" y="102537"/>
                    </a:cubicBezTo>
                    <a:cubicBezTo>
                      <a:pt x="244202" y="81898"/>
                      <a:pt x="250643" y="61193"/>
                      <a:pt x="264346" y="45560"/>
                    </a:cubicBezTo>
                    <a:cubicBezTo>
                      <a:pt x="264816" y="44973"/>
                      <a:pt x="265389" y="44491"/>
                      <a:pt x="266041" y="44126"/>
                    </a:cubicBezTo>
                    <a:cubicBezTo>
                      <a:pt x="266106" y="40749"/>
                      <a:pt x="265155" y="37437"/>
                      <a:pt x="263303" y="34608"/>
                    </a:cubicBezTo>
                    <a:cubicBezTo>
                      <a:pt x="253238" y="35312"/>
                      <a:pt x="243368" y="37685"/>
                      <a:pt x="234098" y="41648"/>
                    </a:cubicBezTo>
                    <a:cubicBezTo>
                      <a:pt x="203353" y="52888"/>
                      <a:pt x="170992" y="59055"/>
                      <a:pt x="138266" y="59902"/>
                    </a:cubicBezTo>
                    <a:cubicBezTo>
                      <a:pt x="99086" y="61701"/>
                      <a:pt x="61145" y="45873"/>
                      <a:pt x="34873" y="1674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160" name="Google Shape;160;g3f3ba1429e3_0_4035"/>
              <p:cNvGrpSpPr/>
              <p:nvPr/>
            </p:nvGrpSpPr>
            <p:grpSpPr>
              <a:xfrm>
                <a:off x="6175444" y="3103172"/>
                <a:ext cx="262591" cy="280323"/>
                <a:chOff x="6175444" y="3103172"/>
                <a:chExt cx="262591" cy="280323"/>
              </a:xfrm>
            </p:grpSpPr>
            <p:sp>
              <p:nvSpPr>
                <p:cNvPr id="161" name="Google Shape;161;g3f3ba1429e3_0_4035"/>
                <p:cNvSpPr/>
                <p:nvPr/>
              </p:nvSpPr>
              <p:spPr>
                <a:xfrm>
                  <a:off x="6175444" y="3103172"/>
                  <a:ext cx="262591" cy="280323"/>
                </a:xfrm>
                <a:custGeom>
                  <a:rect b="b" l="l" r="r" t="t"/>
                  <a:pathLst>
                    <a:path extrusionOk="0" h="280323" w="262591">
                      <a:moveTo>
                        <a:pt x="139249" y="160241"/>
                      </a:moveTo>
                      <a:lnTo>
                        <a:pt x="262591" y="42896"/>
                      </a:lnTo>
                      <a:lnTo>
                        <a:pt x="258680" y="20861"/>
                      </a:lnTo>
                      <a:cubicBezTo>
                        <a:pt x="243816" y="15516"/>
                        <a:pt x="196226" y="45504"/>
                        <a:pt x="131296" y="45504"/>
                      </a:cubicBezTo>
                      <a:cubicBezTo>
                        <a:pt x="59064" y="45504"/>
                        <a:pt x="29467" y="0"/>
                        <a:pt x="29467" y="0"/>
                      </a:cubicBezTo>
                      <a:lnTo>
                        <a:pt x="0" y="18775"/>
                      </a:lnTo>
                      <a:cubicBezTo>
                        <a:pt x="0" y="18775"/>
                        <a:pt x="42896" y="131296"/>
                        <a:pt x="53587" y="150071"/>
                      </a:cubicBezTo>
                      <a:cubicBezTo>
                        <a:pt x="64279" y="168846"/>
                        <a:pt x="107175" y="246554"/>
                        <a:pt x="174191" y="273282"/>
                      </a:cubicBezTo>
                      <a:cubicBezTo>
                        <a:pt x="180971" y="276020"/>
                        <a:pt x="187230" y="278367"/>
                        <a:pt x="193488" y="280323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62" name="Google Shape;162;g3f3ba1429e3_0_4035"/>
                <p:cNvSpPr/>
                <p:nvPr/>
              </p:nvSpPr>
              <p:spPr>
                <a:xfrm>
                  <a:off x="6175444" y="3103172"/>
                  <a:ext cx="262591" cy="280323"/>
                </a:xfrm>
                <a:custGeom>
                  <a:rect b="b" l="l" r="r" t="t"/>
                  <a:pathLst>
                    <a:path extrusionOk="0" h="280323" w="262591">
                      <a:moveTo>
                        <a:pt x="139249" y="160241"/>
                      </a:moveTo>
                      <a:lnTo>
                        <a:pt x="262591" y="42896"/>
                      </a:lnTo>
                      <a:lnTo>
                        <a:pt x="258680" y="20861"/>
                      </a:lnTo>
                      <a:cubicBezTo>
                        <a:pt x="243816" y="15516"/>
                        <a:pt x="196226" y="45504"/>
                        <a:pt x="131296" y="45504"/>
                      </a:cubicBezTo>
                      <a:cubicBezTo>
                        <a:pt x="59064" y="45504"/>
                        <a:pt x="29467" y="0"/>
                        <a:pt x="29467" y="0"/>
                      </a:cubicBezTo>
                      <a:lnTo>
                        <a:pt x="0" y="18775"/>
                      </a:lnTo>
                      <a:cubicBezTo>
                        <a:pt x="0" y="18775"/>
                        <a:pt x="42896" y="131296"/>
                        <a:pt x="53587" y="150071"/>
                      </a:cubicBezTo>
                      <a:cubicBezTo>
                        <a:pt x="64279" y="168846"/>
                        <a:pt x="107175" y="246554"/>
                        <a:pt x="174191" y="273282"/>
                      </a:cubicBezTo>
                      <a:cubicBezTo>
                        <a:pt x="180971" y="276020"/>
                        <a:pt x="187230" y="278367"/>
                        <a:pt x="193488" y="280323"/>
                      </a:cubicBezTo>
                      <a:close/>
                    </a:path>
                  </a:pathLst>
                </a:custGeom>
                <a:solidFill>
                  <a:srgbClr val="FFFFFF">
                    <a:alpha val="48235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163" name="Google Shape;163;g3f3ba1429e3_0_4035"/>
              <p:cNvSpPr/>
              <p:nvPr/>
            </p:nvSpPr>
            <p:spPr>
              <a:xfrm>
                <a:off x="6065662" y="2977483"/>
                <a:ext cx="128557" cy="128557"/>
              </a:xfrm>
              <a:custGeom>
                <a:rect b="b" l="l" r="r" t="t"/>
                <a:pathLst>
                  <a:path extrusionOk="0" h="128557" w="128557">
                    <a:moveTo>
                      <a:pt x="0" y="56195"/>
                    </a:moveTo>
                    <a:lnTo>
                      <a:pt x="56195" y="128557"/>
                    </a:lnTo>
                    <a:lnTo>
                      <a:pt x="128557" y="99091"/>
                    </a:lnTo>
                    <a:lnTo>
                      <a:pt x="74970" y="0"/>
                    </a:lnTo>
                    <a:lnTo>
                      <a:pt x="0" y="56195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64" name="Google Shape;164;g3f3ba1429e3_0_4035"/>
              <p:cNvSpPr/>
              <p:nvPr/>
            </p:nvSpPr>
            <p:spPr>
              <a:xfrm>
                <a:off x="6058555" y="2970151"/>
                <a:ext cx="142499" cy="142930"/>
              </a:xfrm>
              <a:custGeom>
                <a:rect b="b" l="l" r="r" t="t"/>
                <a:pathLst>
                  <a:path extrusionOk="0" h="142930" w="142499">
                    <a:moveTo>
                      <a:pt x="63302" y="142930"/>
                    </a:moveTo>
                    <a:cubicBezTo>
                      <a:pt x="61176" y="142957"/>
                      <a:pt x="59155" y="141992"/>
                      <a:pt x="57825" y="140323"/>
                    </a:cubicBezTo>
                    <a:lnTo>
                      <a:pt x="1500" y="67700"/>
                    </a:lnTo>
                    <a:cubicBezTo>
                      <a:pt x="327" y="66187"/>
                      <a:pt x="-195" y="64257"/>
                      <a:pt x="66" y="62354"/>
                    </a:cubicBezTo>
                    <a:cubicBezTo>
                      <a:pt x="366" y="60502"/>
                      <a:pt x="1343" y="58834"/>
                      <a:pt x="2804" y="57660"/>
                    </a:cubicBezTo>
                    <a:lnTo>
                      <a:pt x="77904" y="1465"/>
                    </a:lnTo>
                    <a:cubicBezTo>
                      <a:pt x="79521" y="200"/>
                      <a:pt x="81633" y="-282"/>
                      <a:pt x="83641" y="161"/>
                    </a:cubicBezTo>
                    <a:cubicBezTo>
                      <a:pt x="85649" y="591"/>
                      <a:pt x="87357" y="1882"/>
                      <a:pt x="88335" y="3682"/>
                    </a:cubicBezTo>
                    <a:lnTo>
                      <a:pt x="141922" y="102773"/>
                    </a:lnTo>
                    <a:cubicBezTo>
                      <a:pt x="142692" y="104650"/>
                      <a:pt x="142692" y="106762"/>
                      <a:pt x="141922" y="108640"/>
                    </a:cubicBezTo>
                    <a:cubicBezTo>
                      <a:pt x="141283" y="110504"/>
                      <a:pt x="139849" y="111977"/>
                      <a:pt x="138011" y="112682"/>
                    </a:cubicBezTo>
                    <a:lnTo>
                      <a:pt x="65648" y="142148"/>
                    </a:lnTo>
                    <a:cubicBezTo>
                      <a:pt x="64918" y="142552"/>
                      <a:pt x="64123" y="142813"/>
                      <a:pt x="63302" y="142930"/>
                    </a:cubicBezTo>
                    <a:close/>
                    <a:moveTo>
                      <a:pt x="17016" y="64701"/>
                    </a:moveTo>
                    <a:lnTo>
                      <a:pt x="65648" y="127154"/>
                    </a:lnTo>
                    <a:lnTo>
                      <a:pt x="125755" y="102642"/>
                    </a:lnTo>
                    <a:lnTo>
                      <a:pt x="79730" y="17633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65" name="Google Shape;165;g3f3ba1429e3_0_4035"/>
              <p:cNvSpPr/>
              <p:nvPr/>
            </p:nvSpPr>
            <p:spPr>
              <a:xfrm>
                <a:off x="6083871" y="2778266"/>
                <a:ext cx="421712" cy="401488"/>
              </a:xfrm>
              <a:custGeom>
                <a:rect b="b" l="l" r="r" t="t"/>
                <a:pathLst>
                  <a:path extrusionOk="0" h="401488" w="421712">
                    <a:moveTo>
                      <a:pt x="78275" y="285662"/>
                    </a:moveTo>
                    <a:cubicBezTo>
                      <a:pt x="78275" y="285662"/>
                      <a:pt x="-2172" y="178357"/>
                      <a:pt x="45" y="146282"/>
                    </a:cubicBezTo>
                    <a:cubicBezTo>
                      <a:pt x="2261" y="114208"/>
                      <a:pt x="170195" y="-7700"/>
                      <a:pt x="215829" y="384"/>
                    </a:cubicBezTo>
                    <a:cubicBezTo>
                      <a:pt x="261463" y="8468"/>
                      <a:pt x="333173" y="144848"/>
                      <a:pt x="333173" y="144848"/>
                    </a:cubicBezTo>
                    <a:lnTo>
                      <a:pt x="373461" y="185136"/>
                    </a:lnTo>
                    <a:lnTo>
                      <a:pt x="360423" y="222687"/>
                    </a:lnTo>
                    <a:cubicBezTo>
                      <a:pt x="360423" y="222687"/>
                      <a:pt x="429135" y="317736"/>
                      <a:pt x="421051" y="331165"/>
                    </a:cubicBezTo>
                    <a:cubicBezTo>
                      <a:pt x="412967" y="344595"/>
                      <a:pt x="351427" y="382014"/>
                      <a:pt x="276326" y="398182"/>
                    </a:cubicBezTo>
                    <a:cubicBezTo>
                      <a:pt x="201226" y="414349"/>
                      <a:pt x="128994" y="365977"/>
                      <a:pt x="128994" y="365977"/>
                    </a:cubicBezTo>
                    <a:cubicBezTo>
                      <a:pt x="128994" y="365977"/>
                      <a:pt x="78144" y="387360"/>
                      <a:pt x="56631" y="374061"/>
                    </a:cubicBezTo>
                    <a:cubicBezTo>
                      <a:pt x="35118" y="360762"/>
                      <a:pt x="5782" y="312390"/>
                      <a:pt x="11127" y="301699"/>
                    </a:cubicBezTo>
                    <a:cubicBezTo>
                      <a:pt x="16473" y="291007"/>
                      <a:pt x="78275" y="285662"/>
                      <a:pt x="78275" y="28566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66" name="Google Shape;166;g3f3ba1429e3_0_4035"/>
              <p:cNvSpPr/>
              <p:nvPr/>
            </p:nvSpPr>
            <p:spPr>
              <a:xfrm>
                <a:off x="6077313" y="2770815"/>
                <a:ext cx="435145" cy="415280"/>
              </a:xfrm>
              <a:custGeom>
                <a:rect b="b" l="l" r="r" t="t"/>
                <a:pathLst>
                  <a:path extrusionOk="0" h="415280" w="435145">
                    <a:moveTo>
                      <a:pt x="251070" y="415280"/>
                    </a:moveTo>
                    <a:cubicBezTo>
                      <a:pt x="210065" y="413951"/>
                      <a:pt x="170090" y="402047"/>
                      <a:pt x="135030" y="380729"/>
                    </a:cubicBezTo>
                    <a:cubicBezTo>
                      <a:pt x="121991" y="385684"/>
                      <a:pt x="80790" y="400026"/>
                      <a:pt x="59668" y="386857"/>
                    </a:cubicBezTo>
                    <a:cubicBezTo>
                      <a:pt x="38546" y="373688"/>
                      <a:pt x="3082" y="321666"/>
                      <a:pt x="11427" y="305368"/>
                    </a:cubicBezTo>
                    <a:cubicBezTo>
                      <a:pt x="16512" y="295068"/>
                      <a:pt x="44805" y="289591"/>
                      <a:pt x="71794" y="286593"/>
                    </a:cubicBezTo>
                    <a:cubicBezTo>
                      <a:pt x="50933" y="257909"/>
                      <a:pt x="-2394" y="181374"/>
                      <a:pt x="83" y="152429"/>
                    </a:cubicBezTo>
                    <a:cubicBezTo>
                      <a:pt x="1648" y="132871"/>
                      <a:pt x="43501" y="97929"/>
                      <a:pt x="68274" y="78762"/>
                    </a:cubicBezTo>
                    <a:cubicBezTo>
                      <a:pt x="107388" y="48905"/>
                      <a:pt x="189399" y="-5986"/>
                      <a:pt x="224733" y="533"/>
                    </a:cubicBezTo>
                    <a:cubicBezTo>
                      <a:pt x="271410" y="8747"/>
                      <a:pt x="336993" y="129612"/>
                      <a:pt x="346511" y="147735"/>
                    </a:cubicBezTo>
                    <a:lnTo>
                      <a:pt x="385625" y="186850"/>
                    </a:lnTo>
                    <a:cubicBezTo>
                      <a:pt x="387620" y="188780"/>
                      <a:pt x="388233" y="191713"/>
                      <a:pt x="387190" y="194282"/>
                    </a:cubicBezTo>
                    <a:lnTo>
                      <a:pt x="375064" y="228312"/>
                    </a:lnTo>
                    <a:cubicBezTo>
                      <a:pt x="420959" y="292069"/>
                      <a:pt x="440256" y="330141"/>
                      <a:pt x="433997" y="341484"/>
                    </a:cubicBezTo>
                    <a:cubicBezTo>
                      <a:pt x="424610" y="356999"/>
                      <a:pt x="360983" y="395332"/>
                      <a:pt x="284709" y="411760"/>
                    </a:cubicBezTo>
                    <a:cubicBezTo>
                      <a:pt x="273653" y="414081"/>
                      <a:pt x="262374" y="415268"/>
                      <a:pt x="251070" y="415280"/>
                    </a:cubicBezTo>
                    <a:close/>
                    <a:moveTo>
                      <a:pt x="135682" y="365735"/>
                    </a:moveTo>
                    <a:cubicBezTo>
                      <a:pt x="137077" y="365722"/>
                      <a:pt x="138433" y="366126"/>
                      <a:pt x="139593" y="366909"/>
                    </a:cubicBezTo>
                    <a:cubicBezTo>
                      <a:pt x="140375" y="366909"/>
                      <a:pt x="210391" y="413325"/>
                      <a:pt x="281580" y="398070"/>
                    </a:cubicBezTo>
                    <a:cubicBezTo>
                      <a:pt x="358375" y="381642"/>
                      <a:pt x="415744" y="344222"/>
                      <a:pt x="421741" y="334313"/>
                    </a:cubicBezTo>
                    <a:cubicBezTo>
                      <a:pt x="422654" y="325447"/>
                      <a:pt x="391232" y="274858"/>
                      <a:pt x="361374" y="233657"/>
                    </a:cubicBezTo>
                    <a:cubicBezTo>
                      <a:pt x="359992" y="231780"/>
                      <a:pt x="359640" y="229329"/>
                      <a:pt x="360462" y="227138"/>
                    </a:cubicBezTo>
                    <a:lnTo>
                      <a:pt x="372326" y="193760"/>
                    </a:lnTo>
                    <a:lnTo>
                      <a:pt x="335167" y="156731"/>
                    </a:lnTo>
                    <a:cubicBezTo>
                      <a:pt x="334659" y="156184"/>
                      <a:pt x="334228" y="155571"/>
                      <a:pt x="333863" y="154906"/>
                    </a:cubicBezTo>
                    <a:cubicBezTo>
                      <a:pt x="314436" y="117877"/>
                      <a:pt x="255634" y="20221"/>
                      <a:pt x="221604" y="14093"/>
                    </a:cubicBezTo>
                    <a:cubicBezTo>
                      <a:pt x="200482" y="10442"/>
                      <a:pt x="136855" y="43689"/>
                      <a:pt x="76879" y="89975"/>
                    </a:cubicBezTo>
                    <a:cubicBezTo>
                      <a:pt x="34635" y="122441"/>
                      <a:pt x="14817" y="145779"/>
                      <a:pt x="14165" y="153602"/>
                    </a:cubicBezTo>
                    <a:cubicBezTo>
                      <a:pt x="12339" y="175115"/>
                      <a:pt x="59929" y="247608"/>
                      <a:pt x="90439" y="288157"/>
                    </a:cubicBezTo>
                    <a:cubicBezTo>
                      <a:pt x="91964" y="290230"/>
                      <a:pt x="92264" y="292968"/>
                      <a:pt x="91221" y="295328"/>
                    </a:cubicBezTo>
                    <a:cubicBezTo>
                      <a:pt x="90191" y="297675"/>
                      <a:pt x="87922" y="299240"/>
                      <a:pt x="85354" y="299370"/>
                    </a:cubicBezTo>
                    <a:cubicBezTo>
                      <a:pt x="56018" y="301978"/>
                      <a:pt x="27725" y="307715"/>
                      <a:pt x="23813" y="312408"/>
                    </a:cubicBezTo>
                    <a:cubicBezTo>
                      <a:pt x="22509" y="319971"/>
                      <a:pt x="46630" y="362476"/>
                      <a:pt x="67100" y="375253"/>
                    </a:cubicBezTo>
                    <a:cubicBezTo>
                      <a:pt x="82094" y="384641"/>
                      <a:pt x="120688" y="371863"/>
                      <a:pt x="132292" y="366648"/>
                    </a:cubicBezTo>
                    <a:cubicBezTo>
                      <a:pt x="133322" y="366048"/>
                      <a:pt x="134495" y="365735"/>
                      <a:pt x="135682" y="3657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167" name="Google Shape;167;g3f3ba1429e3_0_4035"/>
              <p:cNvGrpSpPr/>
              <p:nvPr/>
            </p:nvGrpSpPr>
            <p:grpSpPr>
              <a:xfrm>
                <a:off x="6084245" y="2777613"/>
                <a:ext cx="361352" cy="401447"/>
                <a:chOff x="6084245" y="2777613"/>
                <a:chExt cx="361352" cy="401447"/>
              </a:xfrm>
            </p:grpSpPr>
            <p:sp>
              <p:nvSpPr>
                <p:cNvPr id="168" name="Google Shape;168;g3f3ba1429e3_0_4035"/>
                <p:cNvSpPr/>
                <p:nvPr/>
              </p:nvSpPr>
              <p:spPr>
                <a:xfrm>
                  <a:off x="6084245" y="2777613"/>
                  <a:ext cx="361352" cy="401447"/>
                </a:xfrm>
                <a:custGeom>
                  <a:rect b="b" l="l" r="r" t="t"/>
                  <a:pathLst>
                    <a:path extrusionOk="0" h="401447" w="361352">
                      <a:moveTo>
                        <a:pt x="276082" y="398182"/>
                      </a:moveTo>
                      <a:cubicBezTo>
                        <a:pt x="305458" y="391728"/>
                        <a:pt x="334050" y="382119"/>
                        <a:pt x="361352" y="369498"/>
                      </a:cubicBezTo>
                      <a:cubicBezTo>
                        <a:pt x="358823" y="369381"/>
                        <a:pt x="356294" y="369120"/>
                        <a:pt x="353790" y="368716"/>
                      </a:cubicBezTo>
                      <a:cubicBezTo>
                        <a:pt x="322107" y="362327"/>
                        <a:pt x="230448" y="341726"/>
                        <a:pt x="194984" y="297396"/>
                      </a:cubicBezTo>
                      <a:cubicBezTo>
                        <a:pt x="179351" y="276313"/>
                        <a:pt x="161515" y="256952"/>
                        <a:pt x="141788" y="239637"/>
                      </a:cubicBezTo>
                      <a:lnTo>
                        <a:pt x="340231" y="151889"/>
                      </a:lnTo>
                      <a:lnTo>
                        <a:pt x="333190" y="144848"/>
                      </a:lnTo>
                      <a:cubicBezTo>
                        <a:pt x="333190" y="144848"/>
                        <a:pt x="261479" y="8468"/>
                        <a:pt x="215845" y="384"/>
                      </a:cubicBezTo>
                      <a:cubicBezTo>
                        <a:pt x="170211" y="-7700"/>
                        <a:pt x="2669" y="114078"/>
                        <a:pt x="62" y="146283"/>
                      </a:cubicBezTo>
                      <a:cubicBezTo>
                        <a:pt x="-2546" y="178487"/>
                        <a:pt x="78291" y="285531"/>
                        <a:pt x="78291" y="285531"/>
                      </a:cubicBezTo>
                      <a:cubicBezTo>
                        <a:pt x="78291" y="285531"/>
                        <a:pt x="16620" y="291008"/>
                        <a:pt x="11275" y="301699"/>
                      </a:cubicBezTo>
                      <a:cubicBezTo>
                        <a:pt x="5929" y="312390"/>
                        <a:pt x="35395" y="360632"/>
                        <a:pt x="56778" y="374061"/>
                      </a:cubicBezTo>
                      <a:cubicBezTo>
                        <a:pt x="78161" y="387491"/>
                        <a:pt x="129141" y="365978"/>
                        <a:pt x="129141" y="365978"/>
                      </a:cubicBezTo>
                      <a:cubicBezTo>
                        <a:pt x="129141" y="365978"/>
                        <a:pt x="201112" y="414219"/>
                        <a:pt x="276082" y="398182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69" name="Google Shape;169;g3f3ba1429e3_0_4035"/>
                <p:cNvSpPr/>
                <p:nvPr/>
              </p:nvSpPr>
              <p:spPr>
                <a:xfrm>
                  <a:off x="6084245" y="2777613"/>
                  <a:ext cx="361352" cy="401447"/>
                </a:xfrm>
                <a:custGeom>
                  <a:rect b="b" l="l" r="r" t="t"/>
                  <a:pathLst>
                    <a:path extrusionOk="0" h="401447" w="361352">
                      <a:moveTo>
                        <a:pt x="276082" y="398182"/>
                      </a:moveTo>
                      <a:cubicBezTo>
                        <a:pt x="305458" y="391728"/>
                        <a:pt x="334050" y="382119"/>
                        <a:pt x="361352" y="369498"/>
                      </a:cubicBezTo>
                      <a:cubicBezTo>
                        <a:pt x="358823" y="369381"/>
                        <a:pt x="356294" y="369120"/>
                        <a:pt x="353790" y="368716"/>
                      </a:cubicBezTo>
                      <a:cubicBezTo>
                        <a:pt x="322107" y="362327"/>
                        <a:pt x="230448" y="341726"/>
                        <a:pt x="194984" y="297396"/>
                      </a:cubicBezTo>
                      <a:cubicBezTo>
                        <a:pt x="179351" y="276313"/>
                        <a:pt x="161515" y="256952"/>
                        <a:pt x="141788" y="239637"/>
                      </a:cubicBezTo>
                      <a:lnTo>
                        <a:pt x="340231" y="151889"/>
                      </a:lnTo>
                      <a:lnTo>
                        <a:pt x="333190" y="144848"/>
                      </a:lnTo>
                      <a:cubicBezTo>
                        <a:pt x="333190" y="144848"/>
                        <a:pt x="261479" y="8468"/>
                        <a:pt x="215845" y="384"/>
                      </a:cubicBezTo>
                      <a:cubicBezTo>
                        <a:pt x="170211" y="-7700"/>
                        <a:pt x="2669" y="114078"/>
                        <a:pt x="62" y="146283"/>
                      </a:cubicBezTo>
                      <a:cubicBezTo>
                        <a:pt x="-2546" y="178487"/>
                        <a:pt x="78291" y="285531"/>
                        <a:pt x="78291" y="285531"/>
                      </a:cubicBezTo>
                      <a:cubicBezTo>
                        <a:pt x="78291" y="285531"/>
                        <a:pt x="16620" y="291008"/>
                        <a:pt x="11275" y="301699"/>
                      </a:cubicBezTo>
                      <a:cubicBezTo>
                        <a:pt x="5929" y="312390"/>
                        <a:pt x="35395" y="360632"/>
                        <a:pt x="56778" y="374061"/>
                      </a:cubicBezTo>
                      <a:cubicBezTo>
                        <a:pt x="78161" y="387491"/>
                        <a:pt x="129141" y="365978"/>
                        <a:pt x="129141" y="365978"/>
                      </a:cubicBezTo>
                      <a:cubicBezTo>
                        <a:pt x="129141" y="365978"/>
                        <a:pt x="201112" y="414219"/>
                        <a:pt x="276082" y="398182"/>
                      </a:cubicBezTo>
                      <a:close/>
                    </a:path>
                  </a:pathLst>
                </a:custGeom>
                <a:solidFill>
                  <a:srgbClr val="FFFFFF">
                    <a:alpha val="48235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170" name="Google Shape;170;g3f3ba1429e3_0_4035"/>
              <p:cNvSpPr/>
              <p:nvPr/>
            </p:nvSpPr>
            <p:spPr>
              <a:xfrm>
                <a:off x="7083821" y="3078912"/>
                <a:ext cx="334953" cy="1959141"/>
              </a:xfrm>
              <a:custGeom>
                <a:rect b="b" l="l" r="r" t="t"/>
                <a:pathLst>
                  <a:path extrusionOk="0" h="1959141" w="334953">
                    <a:moveTo>
                      <a:pt x="0" y="5746"/>
                    </a:moveTo>
                    <a:lnTo>
                      <a:pt x="297534" y="1959141"/>
                    </a:lnTo>
                    <a:lnTo>
                      <a:pt x="334953" y="1953795"/>
                    </a:lnTo>
                    <a:lnTo>
                      <a:pt x="48111" y="3008"/>
                    </a:lnTo>
                    <a:cubicBezTo>
                      <a:pt x="32257" y="-1791"/>
                      <a:pt x="15216" y="-826"/>
                      <a:pt x="0" y="574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1" name="Google Shape;171;g3f3ba1429e3_0_4035"/>
              <p:cNvSpPr/>
              <p:nvPr/>
            </p:nvSpPr>
            <p:spPr>
              <a:xfrm>
                <a:off x="7076844" y="3071818"/>
                <a:ext cx="349190" cy="1973928"/>
              </a:xfrm>
              <a:custGeom>
                <a:rect b="b" l="l" r="r" t="t"/>
                <a:pathLst>
                  <a:path extrusionOk="0" h="1973928" w="349190">
                    <a:moveTo>
                      <a:pt x="304511" y="1973928"/>
                    </a:moveTo>
                    <a:cubicBezTo>
                      <a:pt x="300991" y="1973967"/>
                      <a:pt x="297992" y="1971411"/>
                      <a:pt x="297471" y="1967930"/>
                    </a:cubicBezTo>
                    <a:lnTo>
                      <a:pt x="68" y="13883"/>
                    </a:lnTo>
                    <a:cubicBezTo>
                      <a:pt x="-389" y="10571"/>
                      <a:pt x="1502" y="7377"/>
                      <a:pt x="4631" y="6190"/>
                    </a:cubicBezTo>
                    <a:cubicBezTo>
                      <a:pt x="21555" y="-1098"/>
                      <a:pt x="40564" y="-1985"/>
                      <a:pt x="58088" y="3713"/>
                    </a:cubicBezTo>
                    <a:cubicBezTo>
                      <a:pt x="60343" y="4691"/>
                      <a:pt x="61921" y="6764"/>
                      <a:pt x="62260" y="9189"/>
                    </a:cubicBezTo>
                    <a:lnTo>
                      <a:pt x="349102" y="1959846"/>
                    </a:lnTo>
                    <a:cubicBezTo>
                      <a:pt x="349402" y="1961737"/>
                      <a:pt x="348933" y="1963654"/>
                      <a:pt x="347799" y="1965192"/>
                    </a:cubicBezTo>
                    <a:cubicBezTo>
                      <a:pt x="346625" y="1966652"/>
                      <a:pt x="344956" y="1967630"/>
                      <a:pt x="343105" y="1967930"/>
                    </a:cubicBezTo>
                    <a:lnTo>
                      <a:pt x="305554" y="1973276"/>
                    </a:lnTo>
                    <a:close/>
                    <a:moveTo>
                      <a:pt x="14931" y="18185"/>
                    </a:moveTo>
                    <a:lnTo>
                      <a:pt x="310379" y="1958282"/>
                    </a:lnTo>
                    <a:lnTo>
                      <a:pt x="333978" y="1954892"/>
                    </a:lnTo>
                    <a:lnTo>
                      <a:pt x="48961" y="15578"/>
                    </a:lnTo>
                    <a:cubicBezTo>
                      <a:pt x="37579" y="13465"/>
                      <a:pt x="25857" y="14365"/>
                      <a:pt x="14931" y="1818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2" name="Google Shape;172;g3f3ba1429e3_0_4035"/>
              <p:cNvSpPr/>
              <p:nvPr/>
            </p:nvSpPr>
            <p:spPr>
              <a:xfrm>
                <a:off x="7032378" y="3323444"/>
                <a:ext cx="68639" cy="137851"/>
              </a:xfrm>
              <a:custGeom>
                <a:rect b="b" l="l" r="r" t="t"/>
                <a:pathLst>
                  <a:path extrusionOk="0" h="137851" w="68639">
                    <a:moveTo>
                      <a:pt x="59527" y="2422"/>
                    </a:moveTo>
                    <a:cubicBezTo>
                      <a:pt x="59527" y="2422"/>
                      <a:pt x="594" y="-10616"/>
                      <a:pt x="594" y="23805"/>
                    </a:cubicBezTo>
                    <a:cubicBezTo>
                      <a:pt x="594" y="58226"/>
                      <a:pt x="-4752" y="117550"/>
                      <a:pt x="16631" y="130980"/>
                    </a:cubicBezTo>
                    <a:cubicBezTo>
                      <a:pt x="38014" y="144409"/>
                      <a:pt x="64873" y="139064"/>
                      <a:pt x="67611" y="106859"/>
                    </a:cubicBezTo>
                    <a:cubicBezTo>
                      <a:pt x="70349" y="74655"/>
                      <a:pt x="67611" y="-5661"/>
                      <a:pt x="59527" y="2422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3" name="Google Shape;173;g3f3ba1429e3_0_4035"/>
              <p:cNvSpPr/>
              <p:nvPr/>
            </p:nvSpPr>
            <p:spPr>
              <a:xfrm>
                <a:off x="7025042" y="3315838"/>
                <a:ext cx="82255" cy="152276"/>
              </a:xfrm>
              <a:custGeom>
                <a:rect b="b" l="l" r="r" t="t"/>
                <a:pathLst>
                  <a:path extrusionOk="0" h="152276" w="82255">
                    <a:moveTo>
                      <a:pt x="46133" y="152276"/>
                    </a:moveTo>
                    <a:cubicBezTo>
                      <a:pt x="36862" y="152133"/>
                      <a:pt x="27827" y="149369"/>
                      <a:pt x="20056" y="144323"/>
                    </a:cubicBezTo>
                    <a:cubicBezTo>
                      <a:pt x="-1457" y="131285"/>
                      <a:pt x="-544" y="87346"/>
                      <a:pt x="368" y="49013"/>
                    </a:cubicBezTo>
                    <a:cubicBezTo>
                      <a:pt x="368" y="42624"/>
                      <a:pt x="368" y="36627"/>
                      <a:pt x="368" y="31151"/>
                    </a:cubicBezTo>
                    <a:cubicBezTo>
                      <a:pt x="55" y="22532"/>
                      <a:pt x="3823" y="14266"/>
                      <a:pt x="10538" y="8855"/>
                    </a:cubicBezTo>
                    <a:cubicBezTo>
                      <a:pt x="26575" y="-4183"/>
                      <a:pt x="56303" y="511"/>
                      <a:pt x="65560" y="2336"/>
                    </a:cubicBezTo>
                    <a:cubicBezTo>
                      <a:pt x="67294" y="1762"/>
                      <a:pt x="69171" y="1762"/>
                      <a:pt x="70905" y="2336"/>
                    </a:cubicBezTo>
                    <a:cubicBezTo>
                      <a:pt x="86551" y="9507"/>
                      <a:pt x="81466" y="113292"/>
                      <a:pt x="81466" y="114335"/>
                    </a:cubicBezTo>
                    <a:cubicBezTo>
                      <a:pt x="81349" y="128351"/>
                      <a:pt x="73735" y="141233"/>
                      <a:pt x="61518" y="148104"/>
                    </a:cubicBezTo>
                    <a:cubicBezTo>
                      <a:pt x="56785" y="150660"/>
                      <a:pt x="51517" y="152094"/>
                      <a:pt x="46133" y="152276"/>
                    </a:cubicBezTo>
                    <a:close/>
                    <a:moveTo>
                      <a:pt x="43134" y="14201"/>
                    </a:moveTo>
                    <a:cubicBezTo>
                      <a:pt x="34959" y="13575"/>
                      <a:pt x="26797" y="15544"/>
                      <a:pt x="19795" y="19807"/>
                    </a:cubicBezTo>
                    <a:cubicBezTo>
                      <a:pt x="16392" y="22545"/>
                      <a:pt x="14580" y="26796"/>
                      <a:pt x="14971" y="31151"/>
                    </a:cubicBezTo>
                    <a:cubicBezTo>
                      <a:pt x="14971" y="36627"/>
                      <a:pt x="14971" y="42885"/>
                      <a:pt x="14971" y="49274"/>
                    </a:cubicBezTo>
                    <a:cubicBezTo>
                      <a:pt x="14319" y="78740"/>
                      <a:pt x="13406" y="123201"/>
                      <a:pt x="28009" y="132328"/>
                    </a:cubicBezTo>
                    <a:cubicBezTo>
                      <a:pt x="36119" y="138234"/>
                      <a:pt x="46680" y="139616"/>
                      <a:pt x="56042" y="135978"/>
                    </a:cubicBezTo>
                    <a:cubicBezTo>
                      <a:pt x="63786" y="131258"/>
                      <a:pt x="68415" y="122757"/>
                      <a:pt x="68167" y="113683"/>
                    </a:cubicBezTo>
                    <a:cubicBezTo>
                      <a:pt x="70384" y="81231"/>
                      <a:pt x="69210" y="48622"/>
                      <a:pt x="64647" y="16417"/>
                    </a:cubicBezTo>
                    <a:cubicBezTo>
                      <a:pt x="57567" y="15035"/>
                      <a:pt x="50357" y="14383"/>
                      <a:pt x="43134" y="1446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4" name="Google Shape;174;g3f3ba1429e3_0_4035"/>
              <p:cNvSpPr/>
              <p:nvPr/>
            </p:nvSpPr>
            <p:spPr>
              <a:xfrm>
                <a:off x="7126215" y="3460018"/>
                <a:ext cx="128490" cy="59009"/>
              </a:xfrm>
              <a:custGeom>
                <a:rect b="b" l="l" r="r" t="t"/>
                <a:pathLst>
                  <a:path extrusionOk="0" h="59009" w="128490">
                    <a:moveTo>
                      <a:pt x="242" y="11617"/>
                    </a:moveTo>
                    <a:cubicBezTo>
                      <a:pt x="242" y="11617"/>
                      <a:pt x="-1844" y="53730"/>
                      <a:pt x="6239" y="57903"/>
                    </a:cubicBezTo>
                    <a:cubicBezTo>
                      <a:pt x="14323" y="62075"/>
                      <a:pt x="122411" y="53730"/>
                      <a:pt x="126452" y="44864"/>
                    </a:cubicBezTo>
                    <a:cubicBezTo>
                      <a:pt x="130494" y="35998"/>
                      <a:pt x="128539" y="2750"/>
                      <a:pt x="120455" y="664"/>
                    </a:cubicBezTo>
                    <a:cubicBezTo>
                      <a:pt x="112371" y="-1422"/>
                      <a:pt x="10281" y="1186"/>
                      <a:pt x="242" y="1161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5" name="Google Shape;175;g3f3ba1429e3_0_4035"/>
              <p:cNvSpPr/>
              <p:nvPr/>
            </p:nvSpPr>
            <p:spPr>
              <a:xfrm>
                <a:off x="7119044" y="3453381"/>
                <a:ext cx="142681" cy="72881"/>
              </a:xfrm>
              <a:custGeom>
                <a:rect b="b" l="l" r="r" t="t"/>
                <a:pathLst>
                  <a:path extrusionOk="0" h="72881" w="142681">
                    <a:moveTo>
                      <a:pt x="28795" y="72753"/>
                    </a:moveTo>
                    <a:cubicBezTo>
                      <a:pt x="22511" y="73183"/>
                      <a:pt x="16201" y="72531"/>
                      <a:pt x="10151" y="70797"/>
                    </a:cubicBezTo>
                    <a:cubicBezTo>
                      <a:pt x="2197" y="66625"/>
                      <a:pt x="-1192" y="48893"/>
                      <a:pt x="372" y="17992"/>
                    </a:cubicBezTo>
                    <a:cubicBezTo>
                      <a:pt x="385" y="16297"/>
                      <a:pt x="1037" y="14667"/>
                      <a:pt x="2197" y="13429"/>
                    </a:cubicBezTo>
                    <a:cubicBezTo>
                      <a:pt x="16018" y="-1044"/>
                      <a:pt x="123845" y="-522"/>
                      <a:pt x="129451" y="390"/>
                    </a:cubicBezTo>
                    <a:cubicBezTo>
                      <a:pt x="133441" y="1720"/>
                      <a:pt x="136609" y="4784"/>
                      <a:pt x="138056" y="8735"/>
                    </a:cubicBezTo>
                    <a:cubicBezTo>
                      <a:pt x="143467" y="23416"/>
                      <a:pt x="144145" y="39414"/>
                      <a:pt x="140012" y="54499"/>
                    </a:cubicBezTo>
                    <a:cubicBezTo>
                      <a:pt x="137939" y="57759"/>
                      <a:pt x="134653" y="60066"/>
                      <a:pt x="130885" y="60888"/>
                    </a:cubicBezTo>
                    <a:cubicBezTo>
                      <a:pt x="97351" y="68307"/>
                      <a:pt x="63138" y="72283"/>
                      <a:pt x="28795" y="72753"/>
                    </a:cubicBezTo>
                    <a:close/>
                    <a:moveTo>
                      <a:pt x="17191" y="58280"/>
                    </a:moveTo>
                    <a:cubicBezTo>
                      <a:pt x="54325" y="58893"/>
                      <a:pt x="91405" y="55347"/>
                      <a:pt x="127756" y="47719"/>
                    </a:cubicBezTo>
                    <a:cubicBezTo>
                      <a:pt x="129568" y="36572"/>
                      <a:pt x="128591" y="25150"/>
                      <a:pt x="124888" y="14472"/>
                    </a:cubicBezTo>
                    <a:cubicBezTo>
                      <a:pt x="111849" y="12777"/>
                      <a:pt x="30490" y="15776"/>
                      <a:pt x="14323" y="22295"/>
                    </a:cubicBezTo>
                    <a:cubicBezTo>
                      <a:pt x="13358" y="34368"/>
                      <a:pt x="14323" y="46520"/>
                      <a:pt x="17191" y="5828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6" name="Google Shape;176;g3f3ba1429e3_0_4035"/>
              <p:cNvSpPr/>
              <p:nvPr/>
            </p:nvSpPr>
            <p:spPr>
              <a:xfrm>
                <a:off x="7094343" y="3402669"/>
                <a:ext cx="163717" cy="74559"/>
              </a:xfrm>
              <a:custGeom>
                <a:rect b="b" l="l" r="r" t="t"/>
                <a:pathLst>
                  <a:path extrusionOk="0" h="74559" w="163717">
                    <a:moveTo>
                      <a:pt x="300" y="14205"/>
                    </a:moveTo>
                    <a:cubicBezTo>
                      <a:pt x="300" y="14205"/>
                      <a:pt x="-2308" y="67792"/>
                      <a:pt x="7862" y="73138"/>
                    </a:cubicBezTo>
                    <a:cubicBezTo>
                      <a:pt x="18032" y="78483"/>
                      <a:pt x="156107" y="67792"/>
                      <a:pt x="161192" y="57101"/>
                    </a:cubicBezTo>
                    <a:cubicBezTo>
                      <a:pt x="166277" y="46409"/>
                      <a:pt x="163669" y="3513"/>
                      <a:pt x="153499" y="906"/>
                    </a:cubicBezTo>
                    <a:cubicBezTo>
                      <a:pt x="143330" y="-1702"/>
                      <a:pt x="13077" y="906"/>
                      <a:pt x="300" y="14205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7" name="Google Shape;177;g3f3ba1429e3_0_4035"/>
              <p:cNvSpPr/>
              <p:nvPr/>
            </p:nvSpPr>
            <p:spPr>
              <a:xfrm>
                <a:off x="7086936" y="3396120"/>
                <a:ext cx="178088" cy="88334"/>
              </a:xfrm>
              <a:custGeom>
                <a:rect b="b" l="l" r="r" t="t"/>
                <a:pathLst>
                  <a:path extrusionOk="0" h="88334" w="178088">
                    <a:moveTo>
                      <a:pt x="34045" y="88161"/>
                    </a:moveTo>
                    <a:cubicBezTo>
                      <a:pt x="26626" y="88709"/>
                      <a:pt x="19168" y="87953"/>
                      <a:pt x="12010" y="85945"/>
                    </a:cubicBezTo>
                    <a:cubicBezTo>
                      <a:pt x="276" y="79817"/>
                      <a:pt x="-1028" y="46830"/>
                      <a:pt x="536" y="20753"/>
                    </a:cubicBezTo>
                    <a:cubicBezTo>
                      <a:pt x="641" y="19045"/>
                      <a:pt x="1332" y="17442"/>
                      <a:pt x="2492" y="16190"/>
                    </a:cubicBezTo>
                    <a:cubicBezTo>
                      <a:pt x="19051" y="-1151"/>
                      <a:pt x="155692" y="-1021"/>
                      <a:pt x="162733" y="805"/>
                    </a:cubicBezTo>
                    <a:cubicBezTo>
                      <a:pt x="167244" y="2317"/>
                      <a:pt x="170816" y="5825"/>
                      <a:pt x="172381" y="10323"/>
                    </a:cubicBezTo>
                    <a:cubicBezTo>
                      <a:pt x="178965" y="28485"/>
                      <a:pt x="179878" y="48212"/>
                      <a:pt x="174988" y="66909"/>
                    </a:cubicBezTo>
                    <a:cubicBezTo>
                      <a:pt x="172576" y="70638"/>
                      <a:pt x="168769" y="73272"/>
                      <a:pt x="164427" y="74210"/>
                    </a:cubicBezTo>
                    <a:cubicBezTo>
                      <a:pt x="121518" y="83089"/>
                      <a:pt x="77853" y="87770"/>
                      <a:pt x="34045" y="88161"/>
                    </a:cubicBezTo>
                    <a:close/>
                    <a:moveTo>
                      <a:pt x="14618" y="24534"/>
                    </a:moveTo>
                    <a:cubicBezTo>
                      <a:pt x="12883" y="41093"/>
                      <a:pt x="14383" y="57834"/>
                      <a:pt x="19051" y="73819"/>
                    </a:cubicBezTo>
                    <a:cubicBezTo>
                      <a:pt x="30655" y="77209"/>
                      <a:pt x="147347" y="68082"/>
                      <a:pt x="162472" y="59607"/>
                    </a:cubicBezTo>
                    <a:cubicBezTo>
                      <a:pt x="165992" y="49568"/>
                      <a:pt x="163124" y="18276"/>
                      <a:pt x="158169" y="13843"/>
                    </a:cubicBezTo>
                    <a:cubicBezTo>
                      <a:pt x="145652" y="11235"/>
                      <a:pt x="33523" y="15408"/>
                      <a:pt x="14618" y="2453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8" name="Google Shape;178;g3f3ba1429e3_0_4035"/>
              <p:cNvSpPr/>
              <p:nvPr/>
            </p:nvSpPr>
            <p:spPr>
              <a:xfrm>
                <a:off x="7088983" y="3343554"/>
                <a:ext cx="171719" cy="74741"/>
              </a:xfrm>
              <a:custGeom>
                <a:rect b="b" l="l" r="r" t="t"/>
                <a:pathLst>
                  <a:path extrusionOk="0" h="74741" w="171719">
                    <a:moveTo>
                      <a:pt x="314" y="14387"/>
                    </a:moveTo>
                    <a:cubicBezTo>
                      <a:pt x="314" y="14387"/>
                      <a:pt x="-2424" y="67974"/>
                      <a:pt x="8267" y="73320"/>
                    </a:cubicBezTo>
                    <a:cubicBezTo>
                      <a:pt x="18959" y="78665"/>
                      <a:pt x="163684" y="67974"/>
                      <a:pt x="169030" y="57282"/>
                    </a:cubicBezTo>
                    <a:cubicBezTo>
                      <a:pt x="174375" y="46591"/>
                      <a:pt x="171767" y="3695"/>
                      <a:pt x="161076" y="957"/>
                    </a:cubicBezTo>
                    <a:cubicBezTo>
                      <a:pt x="150385" y="-1781"/>
                      <a:pt x="13613" y="957"/>
                      <a:pt x="314" y="1438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9" name="Google Shape;179;g3f3ba1429e3_0_4035"/>
              <p:cNvSpPr/>
              <p:nvPr/>
            </p:nvSpPr>
            <p:spPr>
              <a:xfrm>
                <a:off x="7081796" y="3337297"/>
                <a:ext cx="185946" cy="87537"/>
              </a:xfrm>
              <a:custGeom>
                <a:rect b="b" l="l" r="r" t="t"/>
                <a:pathLst>
                  <a:path extrusionOk="0" h="87537" w="185946">
                    <a:moveTo>
                      <a:pt x="34882" y="87399"/>
                    </a:moveTo>
                    <a:cubicBezTo>
                      <a:pt x="27333" y="87804"/>
                      <a:pt x="19758" y="87321"/>
                      <a:pt x="12326" y="85965"/>
                    </a:cubicBezTo>
                    <a:cubicBezTo>
                      <a:pt x="70" y="79837"/>
                      <a:pt x="-712" y="46850"/>
                      <a:pt x="331" y="20774"/>
                    </a:cubicBezTo>
                    <a:cubicBezTo>
                      <a:pt x="448" y="19014"/>
                      <a:pt x="1191" y="17345"/>
                      <a:pt x="2417" y="16080"/>
                    </a:cubicBezTo>
                    <a:cubicBezTo>
                      <a:pt x="19758" y="-1261"/>
                      <a:pt x="162657" y="-1000"/>
                      <a:pt x="169959" y="825"/>
                    </a:cubicBezTo>
                    <a:cubicBezTo>
                      <a:pt x="174770" y="2377"/>
                      <a:pt x="178590" y="6093"/>
                      <a:pt x="180259" y="10865"/>
                    </a:cubicBezTo>
                    <a:cubicBezTo>
                      <a:pt x="186935" y="28884"/>
                      <a:pt x="187756" y="48545"/>
                      <a:pt x="182606" y="67060"/>
                    </a:cubicBezTo>
                    <a:cubicBezTo>
                      <a:pt x="175696" y="80620"/>
                      <a:pt x="79864" y="87399"/>
                      <a:pt x="34882" y="87399"/>
                    </a:cubicBezTo>
                    <a:close/>
                    <a:moveTo>
                      <a:pt x="14282" y="24555"/>
                    </a:moveTo>
                    <a:cubicBezTo>
                      <a:pt x="13499" y="47633"/>
                      <a:pt x="15585" y="70059"/>
                      <a:pt x="19106" y="73579"/>
                    </a:cubicBezTo>
                    <a:cubicBezTo>
                      <a:pt x="30710" y="77099"/>
                      <a:pt x="154834" y="67712"/>
                      <a:pt x="170350" y="59367"/>
                    </a:cubicBezTo>
                    <a:cubicBezTo>
                      <a:pt x="173870" y="49589"/>
                      <a:pt x="171002" y="17905"/>
                      <a:pt x="165787" y="13864"/>
                    </a:cubicBezTo>
                    <a:cubicBezTo>
                      <a:pt x="154704" y="11517"/>
                      <a:pt x="34361" y="15167"/>
                      <a:pt x="14282" y="2455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0" name="Google Shape;180;g3f3ba1429e3_0_4035"/>
              <p:cNvSpPr/>
              <p:nvPr/>
            </p:nvSpPr>
            <p:spPr>
              <a:xfrm>
                <a:off x="7080905" y="3284274"/>
                <a:ext cx="171810" cy="74696"/>
              </a:xfrm>
              <a:custGeom>
                <a:rect b="b" l="l" r="r" t="t"/>
                <a:pathLst>
                  <a:path extrusionOk="0" h="74696" w="171810">
                    <a:moveTo>
                      <a:pt x="309" y="14342"/>
                    </a:moveTo>
                    <a:cubicBezTo>
                      <a:pt x="309" y="14342"/>
                      <a:pt x="-2429" y="67929"/>
                      <a:pt x="8393" y="73275"/>
                    </a:cubicBezTo>
                    <a:cubicBezTo>
                      <a:pt x="19215" y="78620"/>
                      <a:pt x="163809" y="67929"/>
                      <a:pt x="169155" y="57238"/>
                    </a:cubicBezTo>
                    <a:cubicBezTo>
                      <a:pt x="174501" y="46546"/>
                      <a:pt x="171763" y="3650"/>
                      <a:pt x="161071" y="912"/>
                    </a:cubicBezTo>
                    <a:cubicBezTo>
                      <a:pt x="150380" y="-1826"/>
                      <a:pt x="13738" y="1303"/>
                      <a:pt x="309" y="14342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1" name="Google Shape;181;g3f3ba1429e3_0_4035"/>
              <p:cNvSpPr/>
              <p:nvPr/>
            </p:nvSpPr>
            <p:spPr>
              <a:xfrm>
                <a:off x="7073519" y="3277973"/>
                <a:ext cx="185878" cy="87837"/>
              </a:xfrm>
              <a:custGeom>
                <a:rect b="b" l="l" r="r" t="t"/>
                <a:pathLst>
                  <a:path extrusionOk="0" h="87837" w="185878">
                    <a:moveTo>
                      <a:pt x="35075" y="87791"/>
                    </a:moveTo>
                    <a:cubicBezTo>
                      <a:pt x="27422" y="88025"/>
                      <a:pt x="19768" y="87373"/>
                      <a:pt x="12258" y="85835"/>
                    </a:cubicBezTo>
                    <a:cubicBezTo>
                      <a:pt x="2" y="79707"/>
                      <a:pt x="-780" y="46720"/>
                      <a:pt x="393" y="20644"/>
                    </a:cubicBezTo>
                    <a:cubicBezTo>
                      <a:pt x="485" y="18909"/>
                      <a:pt x="1228" y="17280"/>
                      <a:pt x="2479" y="16080"/>
                    </a:cubicBezTo>
                    <a:cubicBezTo>
                      <a:pt x="19690" y="-1261"/>
                      <a:pt x="162590" y="-1000"/>
                      <a:pt x="169891" y="825"/>
                    </a:cubicBezTo>
                    <a:cubicBezTo>
                      <a:pt x="174702" y="2377"/>
                      <a:pt x="178522" y="6093"/>
                      <a:pt x="180191" y="10865"/>
                    </a:cubicBezTo>
                    <a:cubicBezTo>
                      <a:pt x="186867" y="28884"/>
                      <a:pt x="187688" y="48545"/>
                      <a:pt x="182538" y="67060"/>
                    </a:cubicBezTo>
                    <a:cubicBezTo>
                      <a:pt x="175889" y="80880"/>
                      <a:pt x="80057" y="87791"/>
                      <a:pt x="35075" y="87791"/>
                    </a:cubicBezTo>
                    <a:close/>
                    <a:moveTo>
                      <a:pt x="14605" y="24946"/>
                    </a:moveTo>
                    <a:cubicBezTo>
                      <a:pt x="12832" y="41440"/>
                      <a:pt x="14422" y="58115"/>
                      <a:pt x="19299" y="73970"/>
                    </a:cubicBezTo>
                    <a:cubicBezTo>
                      <a:pt x="31033" y="77490"/>
                      <a:pt x="155158" y="67973"/>
                      <a:pt x="170673" y="59758"/>
                    </a:cubicBezTo>
                    <a:cubicBezTo>
                      <a:pt x="174194" y="49980"/>
                      <a:pt x="170673" y="18297"/>
                      <a:pt x="166110" y="14255"/>
                    </a:cubicBezTo>
                    <a:cubicBezTo>
                      <a:pt x="155679" y="11908"/>
                      <a:pt x="34684" y="15428"/>
                      <a:pt x="14605" y="2494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2" name="Google Shape;182;g3f3ba1429e3_0_4035"/>
              <p:cNvSpPr/>
              <p:nvPr/>
            </p:nvSpPr>
            <p:spPr>
              <a:xfrm>
                <a:off x="5914287" y="3433562"/>
                <a:ext cx="962877" cy="299112"/>
              </a:xfrm>
              <a:custGeom>
                <a:rect b="b" l="l" r="r" t="t"/>
                <a:pathLst>
                  <a:path extrusionOk="0" h="299112" w="962877">
                    <a:moveTo>
                      <a:pt x="0" y="113694"/>
                    </a:moveTo>
                    <a:cubicBezTo>
                      <a:pt x="3651" y="194531"/>
                      <a:pt x="73666" y="252030"/>
                      <a:pt x="117345" y="280062"/>
                    </a:cubicBezTo>
                    <a:cubicBezTo>
                      <a:pt x="137189" y="292840"/>
                      <a:pt x="160371" y="299463"/>
                      <a:pt x="183970" y="299098"/>
                    </a:cubicBezTo>
                    <a:lnTo>
                      <a:pt x="962877" y="288798"/>
                    </a:lnTo>
                    <a:lnTo>
                      <a:pt x="962877" y="117345"/>
                    </a:lnTo>
                    <a:lnTo>
                      <a:pt x="121517" y="0"/>
                    </a:lnTo>
                    <a:cubicBezTo>
                      <a:pt x="121517" y="0"/>
                      <a:pt x="54630" y="2608"/>
                      <a:pt x="36638" y="5293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3" name="Google Shape;183;g3f3ba1429e3_0_4035"/>
              <p:cNvSpPr/>
              <p:nvPr/>
            </p:nvSpPr>
            <p:spPr>
              <a:xfrm>
                <a:off x="5907242" y="3425739"/>
                <a:ext cx="977354" cy="313962"/>
              </a:xfrm>
              <a:custGeom>
                <a:rect b="b" l="l" r="r" t="t"/>
                <a:pathLst>
                  <a:path extrusionOk="0" h="313962" w="977354">
                    <a:moveTo>
                      <a:pt x="189190" y="313962"/>
                    </a:moveTo>
                    <a:cubicBezTo>
                      <a:pt x="164770" y="314040"/>
                      <a:pt x="140857" y="307012"/>
                      <a:pt x="120348" y="293752"/>
                    </a:cubicBezTo>
                    <a:cubicBezTo>
                      <a:pt x="77061" y="265851"/>
                      <a:pt x="3916" y="206396"/>
                      <a:pt x="5" y="121778"/>
                    </a:cubicBezTo>
                    <a:cubicBezTo>
                      <a:pt x="-139" y="117866"/>
                      <a:pt x="2873" y="114554"/>
                      <a:pt x="6785" y="114346"/>
                    </a:cubicBezTo>
                    <a:cubicBezTo>
                      <a:pt x="10592" y="114124"/>
                      <a:pt x="13865" y="117045"/>
                      <a:pt x="14073" y="120852"/>
                    </a:cubicBezTo>
                    <a:cubicBezTo>
                      <a:pt x="14086" y="120943"/>
                      <a:pt x="14086" y="121034"/>
                      <a:pt x="14086" y="121126"/>
                    </a:cubicBezTo>
                    <a:cubicBezTo>
                      <a:pt x="17737" y="199355"/>
                      <a:pt x="86970" y="255550"/>
                      <a:pt x="128041" y="281888"/>
                    </a:cubicBezTo>
                    <a:cubicBezTo>
                      <a:pt x="146633" y="294130"/>
                      <a:pt x="168512" y="300402"/>
                      <a:pt x="190755" y="299881"/>
                    </a:cubicBezTo>
                    <a:lnTo>
                      <a:pt x="963273" y="289711"/>
                    </a:lnTo>
                    <a:lnTo>
                      <a:pt x="963273" y="131296"/>
                    </a:lnTo>
                    <a:lnTo>
                      <a:pt x="127910" y="13951"/>
                    </a:lnTo>
                    <a:cubicBezTo>
                      <a:pt x="128562" y="13951"/>
                      <a:pt x="66891" y="17211"/>
                      <a:pt x="50724" y="62323"/>
                    </a:cubicBezTo>
                    <a:cubicBezTo>
                      <a:pt x="49433" y="65987"/>
                      <a:pt x="45417" y="67916"/>
                      <a:pt x="41753" y="66639"/>
                    </a:cubicBezTo>
                    <a:cubicBezTo>
                      <a:pt x="41741" y="66626"/>
                      <a:pt x="41741" y="66626"/>
                      <a:pt x="41727" y="66626"/>
                    </a:cubicBezTo>
                    <a:cubicBezTo>
                      <a:pt x="38090" y="65217"/>
                      <a:pt x="36186" y="61202"/>
                      <a:pt x="37425" y="57499"/>
                    </a:cubicBezTo>
                    <a:cubicBezTo>
                      <a:pt x="56722" y="3390"/>
                      <a:pt x="125694" y="0"/>
                      <a:pt x="128693" y="0"/>
                    </a:cubicBezTo>
                    <a:lnTo>
                      <a:pt x="971227" y="117345"/>
                    </a:lnTo>
                    <a:cubicBezTo>
                      <a:pt x="974721" y="117853"/>
                      <a:pt x="977328" y="120852"/>
                      <a:pt x="977355" y="124385"/>
                    </a:cubicBezTo>
                    <a:lnTo>
                      <a:pt x="977355" y="296621"/>
                    </a:lnTo>
                    <a:cubicBezTo>
                      <a:pt x="977355" y="300454"/>
                      <a:pt x="974278" y="303596"/>
                      <a:pt x="970444" y="303662"/>
                    </a:cubicBezTo>
                    <a:lnTo>
                      <a:pt x="190885" y="313962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184" name="Google Shape;184;g3f3ba1429e3_0_4035"/>
              <p:cNvGrpSpPr/>
              <p:nvPr/>
            </p:nvGrpSpPr>
            <p:grpSpPr>
              <a:xfrm>
                <a:off x="5914287" y="3433041"/>
                <a:ext cx="962877" cy="299634"/>
                <a:chOff x="5914287" y="3433041"/>
                <a:chExt cx="962877" cy="299634"/>
              </a:xfrm>
            </p:grpSpPr>
            <p:sp>
              <p:nvSpPr>
                <p:cNvPr id="185" name="Google Shape;185;g3f3ba1429e3_0_4035"/>
                <p:cNvSpPr/>
                <p:nvPr/>
              </p:nvSpPr>
              <p:spPr>
                <a:xfrm>
                  <a:off x="5914287" y="3433041"/>
                  <a:ext cx="962877" cy="299634"/>
                </a:xfrm>
                <a:custGeom>
                  <a:rect b="b" l="l" r="r" t="t"/>
                  <a:pathLst>
                    <a:path extrusionOk="0" h="299634" w="962877">
                      <a:moveTo>
                        <a:pt x="121908" y="0"/>
                      </a:moveTo>
                      <a:cubicBezTo>
                        <a:pt x="121908" y="0"/>
                        <a:pt x="55022" y="2608"/>
                        <a:pt x="37029" y="52935"/>
                      </a:cubicBezTo>
                      <a:lnTo>
                        <a:pt x="0" y="114215"/>
                      </a:lnTo>
                      <a:cubicBezTo>
                        <a:pt x="3651" y="195053"/>
                        <a:pt x="73666" y="252551"/>
                        <a:pt x="117345" y="280584"/>
                      </a:cubicBezTo>
                      <a:cubicBezTo>
                        <a:pt x="137189" y="293361"/>
                        <a:pt x="160371" y="299985"/>
                        <a:pt x="183970" y="299620"/>
                      </a:cubicBezTo>
                      <a:lnTo>
                        <a:pt x="962877" y="289320"/>
                      </a:lnTo>
                      <a:lnTo>
                        <a:pt x="962877" y="158937"/>
                      </a:lnTo>
                      <a:cubicBezTo>
                        <a:pt x="946710" y="140422"/>
                        <a:pt x="931325" y="123473"/>
                        <a:pt x="920764" y="111869"/>
                      </a:cubicBezTo>
                      <a:lnTo>
                        <a:pt x="902901" y="109261"/>
                      </a:lnTo>
                      <a:lnTo>
                        <a:pt x="862874" y="246684"/>
                      </a:lnTo>
                      <a:cubicBezTo>
                        <a:pt x="862874" y="246684"/>
                        <a:pt x="395842" y="235993"/>
                        <a:pt x="255811" y="210829"/>
                      </a:cubicBezTo>
                      <a:cubicBezTo>
                        <a:pt x="115780" y="185665"/>
                        <a:pt x="72623" y="156981"/>
                        <a:pt x="68973" y="92311"/>
                      </a:cubicBezTo>
                      <a:cubicBezTo>
                        <a:pt x="67460" y="53939"/>
                        <a:pt x="88022" y="18071"/>
                        <a:pt x="121908" y="0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86" name="Google Shape;186;g3f3ba1429e3_0_4035"/>
                <p:cNvSpPr/>
                <p:nvPr/>
              </p:nvSpPr>
              <p:spPr>
                <a:xfrm>
                  <a:off x="5914287" y="3433041"/>
                  <a:ext cx="962877" cy="299634"/>
                </a:xfrm>
                <a:custGeom>
                  <a:rect b="b" l="l" r="r" t="t"/>
                  <a:pathLst>
                    <a:path extrusionOk="0" h="299634" w="962877">
                      <a:moveTo>
                        <a:pt x="121908" y="0"/>
                      </a:moveTo>
                      <a:cubicBezTo>
                        <a:pt x="121908" y="0"/>
                        <a:pt x="55022" y="2608"/>
                        <a:pt x="37029" y="52935"/>
                      </a:cubicBezTo>
                      <a:lnTo>
                        <a:pt x="0" y="114215"/>
                      </a:lnTo>
                      <a:cubicBezTo>
                        <a:pt x="3651" y="195053"/>
                        <a:pt x="73666" y="252551"/>
                        <a:pt x="117345" y="280584"/>
                      </a:cubicBezTo>
                      <a:cubicBezTo>
                        <a:pt x="137189" y="293361"/>
                        <a:pt x="160371" y="299985"/>
                        <a:pt x="183970" y="299620"/>
                      </a:cubicBezTo>
                      <a:lnTo>
                        <a:pt x="962877" y="289320"/>
                      </a:lnTo>
                      <a:lnTo>
                        <a:pt x="962877" y="158937"/>
                      </a:lnTo>
                      <a:cubicBezTo>
                        <a:pt x="946710" y="140422"/>
                        <a:pt x="931325" y="123473"/>
                        <a:pt x="920764" y="111869"/>
                      </a:cubicBezTo>
                      <a:lnTo>
                        <a:pt x="902901" y="109261"/>
                      </a:lnTo>
                      <a:lnTo>
                        <a:pt x="862874" y="246684"/>
                      </a:lnTo>
                      <a:cubicBezTo>
                        <a:pt x="862874" y="246684"/>
                        <a:pt x="395842" y="235993"/>
                        <a:pt x="255811" y="210829"/>
                      </a:cubicBezTo>
                      <a:cubicBezTo>
                        <a:pt x="115780" y="185665"/>
                        <a:pt x="72623" y="156981"/>
                        <a:pt x="68973" y="92311"/>
                      </a:cubicBezTo>
                      <a:cubicBezTo>
                        <a:pt x="67460" y="53939"/>
                        <a:pt x="88022" y="18071"/>
                        <a:pt x="121908" y="0"/>
                      </a:cubicBezTo>
                      <a:close/>
                    </a:path>
                  </a:pathLst>
                </a:custGeom>
                <a:solidFill>
                  <a:srgbClr val="FFFFFF">
                    <a:alpha val="48235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187" name="Google Shape;187;g3f3ba1429e3_0_4035"/>
              <p:cNvSpPr/>
              <p:nvPr/>
            </p:nvSpPr>
            <p:spPr>
              <a:xfrm>
                <a:off x="6815885" y="3528007"/>
                <a:ext cx="489979" cy="253025"/>
              </a:xfrm>
              <a:custGeom>
                <a:rect b="b" l="l" r="r" t="t"/>
                <a:pathLst>
                  <a:path extrusionOk="0" h="253025" w="489979">
                    <a:moveTo>
                      <a:pt x="5346" y="1517"/>
                    </a:moveTo>
                    <a:lnTo>
                      <a:pt x="0" y="253025"/>
                    </a:lnTo>
                    <a:lnTo>
                      <a:pt x="256854" y="199829"/>
                    </a:lnTo>
                    <a:cubicBezTo>
                      <a:pt x="256854" y="199829"/>
                      <a:pt x="388150" y="210521"/>
                      <a:pt x="417616" y="207913"/>
                    </a:cubicBezTo>
                    <a:cubicBezTo>
                      <a:pt x="447083" y="205305"/>
                      <a:pt x="471204" y="162279"/>
                      <a:pt x="471204" y="140896"/>
                    </a:cubicBezTo>
                    <a:lnTo>
                      <a:pt x="471204" y="92655"/>
                    </a:lnTo>
                    <a:cubicBezTo>
                      <a:pt x="483094" y="83841"/>
                      <a:pt x="490057" y="69903"/>
                      <a:pt x="489979" y="55104"/>
                    </a:cubicBezTo>
                    <a:cubicBezTo>
                      <a:pt x="487371" y="33721"/>
                      <a:pt x="444475" y="20292"/>
                      <a:pt x="444475" y="20292"/>
                    </a:cubicBezTo>
                    <a:cubicBezTo>
                      <a:pt x="444475" y="20292"/>
                      <a:pt x="321263" y="-6567"/>
                      <a:pt x="286321" y="1517"/>
                    </a:cubicBezTo>
                    <a:cubicBezTo>
                      <a:pt x="251378" y="9601"/>
                      <a:pt x="5346" y="1517"/>
                      <a:pt x="5346" y="151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8" name="Google Shape;188;g3f3ba1429e3_0_4035"/>
              <p:cNvSpPr/>
              <p:nvPr/>
            </p:nvSpPr>
            <p:spPr>
              <a:xfrm>
                <a:off x="6808844" y="3520839"/>
                <a:ext cx="504530" cy="268146"/>
              </a:xfrm>
              <a:custGeom>
                <a:rect b="b" l="l" r="r" t="t"/>
                <a:pathLst>
                  <a:path extrusionOk="0" h="268146" w="504530">
                    <a:moveTo>
                      <a:pt x="7041" y="267625"/>
                    </a:moveTo>
                    <a:cubicBezTo>
                      <a:pt x="5424" y="267651"/>
                      <a:pt x="3846" y="267091"/>
                      <a:pt x="2608" y="266061"/>
                    </a:cubicBezTo>
                    <a:cubicBezTo>
                      <a:pt x="965" y="264665"/>
                      <a:pt x="13" y="262619"/>
                      <a:pt x="0" y="260454"/>
                    </a:cubicBezTo>
                    <a:lnTo>
                      <a:pt x="5346" y="8555"/>
                    </a:lnTo>
                    <a:cubicBezTo>
                      <a:pt x="5450" y="6690"/>
                      <a:pt x="6232" y="4917"/>
                      <a:pt x="7562" y="3600"/>
                    </a:cubicBezTo>
                    <a:cubicBezTo>
                      <a:pt x="8840" y="2166"/>
                      <a:pt x="10730" y="1449"/>
                      <a:pt x="12647" y="1644"/>
                    </a:cubicBezTo>
                    <a:cubicBezTo>
                      <a:pt x="97657" y="4382"/>
                      <a:pt x="265329" y="8033"/>
                      <a:pt x="292188" y="1644"/>
                    </a:cubicBezTo>
                    <a:cubicBezTo>
                      <a:pt x="328174" y="-6700"/>
                      <a:pt x="448647" y="19376"/>
                      <a:pt x="453341" y="20419"/>
                    </a:cubicBezTo>
                    <a:cubicBezTo>
                      <a:pt x="458035" y="21462"/>
                      <a:pt x="501322" y="36065"/>
                      <a:pt x="504451" y="61229"/>
                    </a:cubicBezTo>
                    <a:cubicBezTo>
                      <a:pt x="505364" y="77618"/>
                      <a:pt x="498323" y="93434"/>
                      <a:pt x="485546" y="103734"/>
                    </a:cubicBezTo>
                    <a:lnTo>
                      <a:pt x="485546" y="148716"/>
                    </a:lnTo>
                    <a:cubicBezTo>
                      <a:pt x="485546" y="172185"/>
                      <a:pt x="459469" y="219514"/>
                      <a:pt x="425439" y="222774"/>
                    </a:cubicBezTo>
                    <a:cubicBezTo>
                      <a:pt x="396885" y="225381"/>
                      <a:pt x="277715" y="215863"/>
                      <a:pt x="264547" y="214820"/>
                    </a:cubicBezTo>
                    <a:lnTo>
                      <a:pt x="8214" y="268147"/>
                    </a:lnTo>
                    <a:close/>
                    <a:moveTo>
                      <a:pt x="19297" y="15986"/>
                    </a:moveTo>
                    <a:lnTo>
                      <a:pt x="14342" y="251849"/>
                    </a:lnTo>
                    <a:lnTo>
                      <a:pt x="262852" y="199696"/>
                    </a:lnTo>
                    <a:lnTo>
                      <a:pt x="264938" y="199696"/>
                    </a:lnTo>
                    <a:cubicBezTo>
                      <a:pt x="266242" y="199696"/>
                      <a:pt x="395321" y="210257"/>
                      <a:pt x="424396" y="207780"/>
                    </a:cubicBezTo>
                    <a:cubicBezTo>
                      <a:pt x="449821" y="205432"/>
                      <a:pt x="471595" y="166057"/>
                      <a:pt x="471595" y="147803"/>
                    </a:cubicBezTo>
                    <a:lnTo>
                      <a:pt x="471595" y="99562"/>
                    </a:lnTo>
                    <a:cubicBezTo>
                      <a:pt x="471595" y="97345"/>
                      <a:pt x="472664" y="95259"/>
                      <a:pt x="474463" y="93955"/>
                    </a:cubicBezTo>
                    <a:cubicBezTo>
                      <a:pt x="474463" y="93955"/>
                      <a:pt x="492586" y="79874"/>
                      <a:pt x="490500" y="62924"/>
                    </a:cubicBezTo>
                    <a:cubicBezTo>
                      <a:pt x="488805" y="49886"/>
                      <a:pt x="462338" y="37891"/>
                      <a:pt x="449821" y="33979"/>
                    </a:cubicBezTo>
                    <a:cubicBezTo>
                      <a:pt x="416573" y="26808"/>
                      <a:pt x="322697" y="8946"/>
                      <a:pt x="295448" y="15334"/>
                    </a:cubicBezTo>
                    <a:cubicBezTo>
                      <a:pt x="262982" y="23027"/>
                      <a:pt x="60889" y="17290"/>
                      <a:pt x="19297" y="1598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9" name="Google Shape;189;g3f3ba1429e3_0_4035"/>
              <p:cNvSpPr/>
              <p:nvPr/>
            </p:nvSpPr>
            <p:spPr>
              <a:xfrm>
                <a:off x="5996317" y="2708886"/>
                <a:ext cx="490509" cy="356996"/>
              </a:xfrm>
              <a:custGeom>
                <a:rect b="b" l="l" r="r" t="t"/>
                <a:pathLst>
                  <a:path extrusionOk="0" h="356996" w="490509">
                    <a:moveTo>
                      <a:pt x="34533" y="356997"/>
                    </a:moveTo>
                    <a:lnTo>
                      <a:pt x="484615" y="150731"/>
                    </a:lnTo>
                    <a:cubicBezTo>
                      <a:pt x="484615" y="150731"/>
                      <a:pt x="503390" y="137693"/>
                      <a:pt x="473923" y="134564"/>
                    </a:cubicBezTo>
                    <a:cubicBezTo>
                      <a:pt x="444261" y="134459"/>
                      <a:pt x="414664" y="137158"/>
                      <a:pt x="385524" y="142647"/>
                    </a:cubicBezTo>
                    <a:cubicBezTo>
                      <a:pt x="385524" y="142647"/>
                      <a:pt x="290475" y="7440"/>
                      <a:pt x="271699" y="2095"/>
                    </a:cubicBezTo>
                    <a:cubicBezTo>
                      <a:pt x="252924" y="-3251"/>
                      <a:pt x="242233" y="2095"/>
                      <a:pt x="239625" y="12916"/>
                    </a:cubicBezTo>
                    <a:lnTo>
                      <a:pt x="236887" y="23608"/>
                    </a:lnTo>
                    <a:cubicBezTo>
                      <a:pt x="236887" y="23608"/>
                      <a:pt x="82775" y="67547"/>
                      <a:pt x="23711" y="145255"/>
                    </a:cubicBezTo>
                    <a:cubicBezTo>
                      <a:pt x="-35352" y="222963"/>
                      <a:pt x="34533" y="356997"/>
                      <a:pt x="34533" y="35699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0" name="Google Shape;190;g3f3ba1429e3_0_4035"/>
              <p:cNvSpPr/>
              <p:nvPr/>
            </p:nvSpPr>
            <p:spPr>
              <a:xfrm>
                <a:off x="5989189" y="2701775"/>
                <a:ext cx="504812" cy="371148"/>
              </a:xfrm>
              <a:custGeom>
                <a:rect b="b" l="l" r="r" t="t"/>
                <a:pathLst>
                  <a:path extrusionOk="0" h="371148" w="504812">
                    <a:moveTo>
                      <a:pt x="41660" y="371148"/>
                    </a:moveTo>
                    <a:cubicBezTo>
                      <a:pt x="39027" y="371161"/>
                      <a:pt x="36615" y="369701"/>
                      <a:pt x="35402" y="367367"/>
                    </a:cubicBezTo>
                    <a:cubicBezTo>
                      <a:pt x="32403" y="361761"/>
                      <a:pt x="-35656" y="228509"/>
                      <a:pt x="25232" y="148194"/>
                    </a:cubicBezTo>
                    <a:cubicBezTo>
                      <a:pt x="80384" y="75570"/>
                      <a:pt x="212983" y="32674"/>
                      <a:pt x="238147" y="25112"/>
                    </a:cubicBezTo>
                    <a:lnTo>
                      <a:pt x="239842" y="18202"/>
                    </a:lnTo>
                    <a:cubicBezTo>
                      <a:pt x="241250" y="12100"/>
                      <a:pt x="245123" y="6859"/>
                      <a:pt x="250534" y="3729"/>
                    </a:cubicBezTo>
                    <a:cubicBezTo>
                      <a:pt x="260039" y="-743"/>
                      <a:pt x="270939" y="-1212"/>
                      <a:pt x="280782" y="2426"/>
                    </a:cubicBezTo>
                    <a:cubicBezTo>
                      <a:pt x="299688" y="7902"/>
                      <a:pt x="370486" y="106732"/>
                      <a:pt x="395780" y="142066"/>
                    </a:cubicBezTo>
                    <a:cubicBezTo>
                      <a:pt x="424099" y="136694"/>
                      <a:pt x="452888" y="134217"/>
                      <a:pt x="481702" y="134634"/>
                    </a:cubicBezTo>
                    <a:cubicBezTo>
                      <a:pt x="490308" y="135416"/>
                      <a:pt x="501912" y="137502"/>
                      <a:pt x="504389" y="146499"/>
                    </a:cubicBezTo>
                    <a:cubicBezTo>
                      <a:pt x="506866" y="155495"/>
                      <a:pt x="497740" y="162275"/>
                      <a:pt x="495914" y="163579"/>
                    </a:cubicBezTo>
                    <a:lnTo>
                      <a:pt x="494741" y="163579"/>
                    </a:lnTo>
                    <a:lnTo>
                      <a:pt x="44529" y="369844"/>
                    </a:lnTo>
                    <a:cubicBezTo>
                      <a:pt x="43707" y="370535"/>
                      <a:pt x="42717" y="370992"/>
                      <a:pt x="41660" y="371148"/>
                    </a:cubicBezTo>
                    <a:close/>
                    <a:moveTo>
                      <a:pt x="265528" y="14160"/>
                    </a:moveTo>
                    <a:cubicBezTo>
                      <a:pt x="262803" y="14056"/>
                      <a:pt x="260104" y="14682"/>
                      <a:pt x="257705" y="15985"/>
                    </a:cubicBezTo>
                    <a:cubicBezTo>
                      <a:pt x="255541" y="17198"/>
                      <a:pt x="254015" y="19297"/>
                      <a:pt x="253533" y="21722"/>
                    </a:cubicBezTo>
                    <a:lnTo>
                      <a:pt x="250925" y="32414"/>
                    </a:lnTo>
                    <a:cubicBezTo>
                      <a:pt x="250286" y="34865"/>
                      <a:pt x="248409" y="36795"/>
                      <a:pt x="245970" y="37499"/>
                    </a:cubicBezTo>
                    <a:cubicBezTo>
                      <a:pt x="244406" y="37499"/>
                      <a:pt x="93292" y="81829"/>
                      <a:pt x="36576" y="156669"/>
                    </a:cubicBezTo>
                    <a:cubicBezTo>
                      <a:pt x="-12188" y="220947"/>
                      <a:pt x="32664" y="328252"/>
                      <a:pt x="44920" y="354850"/>
                    </a:cubicBezTo>
                    <a:lnTo>
                      <a:pt x="488222" y="151714"/>
                    </a:lnTo>
                    <a:lnTo>
                      <a:pt x="489656" y="150410"/>
                    </a:lnTo>
                    <a:cubicBezTo>
                      <a:pt x="486683" y="149536"/>
                      <a:pt x="483619" y="148963"/>
                      <a:pt x="480529" y="148715"/>
                    </a:cubicBezTo>
                    <a:cubicBezTo>
                      <a:pt x="451532" y="148663"/>
                      <a:pt x="422587" y="151323"/>
                      <a:pt x="394085" y="156669"/>
                    </a:cubicBezTo>
                    <a:cubicBezTo>
                      <a:pt x="391373" y="157164"/>
                      <a:pt x="388635" y="156056"/>
                      <a:pt x="387045" y="153800"/>
                    </a:cubicBezTo>
                    <a:cubicBezTo>
                      <a:pt x="341541" y="88609"/>
                      <a:pt x="287954" y="20027"/>
                      <a:pt x="277001" y="15985"/>
                    </a:cubicBezTo>
                    <a:cubicBezTo>
                      <a:pt x="273273" y="14877"/>
                      <a:pt x="269413" y="14264"/>
                      <a:pt x="265528" y="1416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1" name="Google Shape;191;g3f3ba1429e3_0_4035"/>
              <p:cNvSpPr/>
              <p:nvPr/>
            </p:nvSpPr>
            <p:spPr>
              <a:xfrm>
                <a:off x="6201260" y="2739601"/>
                <a:ext cx="65478" cy="193944"/>
              </a:xfrm>
              <a:custGeom>
                <a:rect b="b" l="l" r="r" t="t"/>
                <a:pathLst>
                  <a:path extrusionOk="0" h="193944" w="65478">
                    <a:moveTo>
                      <a:pt x="46938" y="193943"/>
                    </a:moveTo>
                    <a:cubicBezTo>
                      <a:pt x="44526" y="193917"/>
                      <a:pt x="42283" y="192692"/>
                      <a:pt x="40940" y="190684"/>
                    </a:cubicBezTo>
                    <a:cubicBezTo>
                      <a:pt x="36768" y="184165"/>
                      <a:pt x="0" y="125492"/>
                      <a:pt x="0" y="98112"/>
                    </a:cubicBezTo>
                    <a:cubicBezTo>
                      <a:pt x="0" y="73209"/>
                      <a:pt x="33769" y="52087"/>
                      <a:pt x="48633" y="44003"/>
                    </a:cubicBezTo>
                    <a:lnTo>
                      <a:pt x="31813" y="10364"/>
                    </a:lnTo>
                    <a:cubicBezTo>
                      <a:pt x="30079" y="6766"/>
                      <a:pt x="31605" y="2450"/>
                      <a:pt x="35203" y="716"/>
                    </a:cubicBezTo>
                    <a:cubicBezTo>
                      <a:pt x="38802" y="-1018"/>
                      <a:pt x="43117" y="507"/>
                      <a:pt x="44852" y="4106"/>
                    </a:cubicBezTo>
                    <a:lnTo>
                      <a:pt x="64931" y="44003"/>
                    </a:lnTo>
                    <a:cubicBezTo>
                      <a:pt x="65661" y="45750"/>
                      <a:pt x="65661" y="47732"/>
                      <a:pt x="64931" y="49479"/>
                    </a:cubicBezTo>
                    <a:cubicBezTo>
                      <a:pt x="64357" y="51292"/>
                      <a:pt x="63027" y="52765"/>
                      <a:pt x="61280" y="53521"/>
                    </a:cubicBezTo>
                    <a:cubicBezTo>
                      <a:pt x="49154" y="59388"/>
                      <a:pt x="14342" y="79598"/>
                      <a:pt x="14342" y="98112"/>
                    </a:cubicBezTo>
                    <a:cubicBezTo>
                      <a:pt x="14342" y="118191"/>
                      <a:pt x="42374" y="166172"/>
                      <a:pt x="53457" y="182991"/>
                    </a:cubicBezTo>
                    <a:cubicBezTo>
                      <a:pt x="55504" y="186316"/>
                      <a:pt x="54513" y="190658"/>
                      <a:pt x="51240" y="192770"/>
                    </a:cubicBezTo>
                    <a:cubicBezTo>
                      <a:pt x="49950" y="193552"/>
                      <a:pt x="48450" y="193969"/>
                      <a:pt x="46938" y="1939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2" name="Google Shape;192;g3f3ba1429e3_0_4035"/>
              <p:cNvSpPr/>
              <p:nvPr/>
            </p:nvSpPr>
            <p:spPr>
              <a:xfrm>
                <a:off x="6059404" y="2824336"/>
                <a:ext cx="48897" cy="171277"/>
              </a:xfrm>
              <a:custGeom>
                <a:rect b="b" l="l" r="r" t="t"/>
                <a:pathLst>
                  <a:path extrusionOk="0" h="171277" w="48897">
                    <a:moveTo>
                      <a:pt x="42505" y="171271"/>
                    </a:moveTo>
                    <a:cubicBezTo>
                      <a:pt x="39923" y="171219"/>
                      <a:pt x="37563" y="169837"/>
                      <a:pt x="36246" y="167620"/>
                    </a:cubicBezTo>
                    <a:cubicBezTo>
                      <a:pt x="34812" y="164882"/>
                      <a:pt x="0" y="101255"/>
                      <a:pt x="0" y="66573"/>
                    </a:cubicBezTo>
                    <a:cubicBezTo>
                      <a:pt x="1187" y="42739"/>
                      <a:pt x="10379" y="20001"/>
                      <a:pt x="26077" y="2034"/>
                    </a:cubicBezTo>
                    <a:cubicBezTo>
                      <a:pt x="28815" y="-678"/>
                      <a:pt x="33248" y="-678"/>
                      <a:pt x="35986" y="2034"/>
                    </a:cubicBezTo>
                    <a:cubicBezTo>
                      <a:pt x="38724" y="4824"/>
                      <a:pt x="38724" y="9283"/>
                      <a:pt x="35986" y="12073"/>
                    </a:cubicBezTo>
                    <a:cubicBezTo>
                      <a:pt x="22635" y="27446"/>
                      <a:pt x="14707" y="46781"/>
                      <a:pt x="13429" y="67095"/>
                    </a:cubicBezTo>
                    <a:cubicBezTo>
                      <a:pt x="13429" y="98126"/>
                      <a:pt x="47720" y="160579"/>
                      <a:pt x="47981" y="161231"/>
                    </a:cubicBezTo>
                    <a:cubicBezTo>
                      <a:pt x="49897" y="164608"/>
                      <a:pt x="48711" y="168911"/>
                      <a:pt x="45334" y="170827"/>
                    </a:cubicBezTo>
                    <a:cubicBezTo>
                      <a:pt x="45308" y="170841"/>
                      <a:pt x="45269" y="170867"/>
                      <a:pt x="45243" y="170880"/>
                    </a:cubicBezTo>
                    <a:cubicBezTo>
                      <a:pt x="44356" y="171180"/>
                      <a:pt x="43430" y="171310"/>
                      <a:pt x="42505" y="17127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3" name="Google Shape;193;g3f3ba1429e3_0_4035"/>
              <p:cNvSpPr/>
              <p:nvPr/>
            </p:nvSpPr>
            <p:spPr>
              <a:xfrm>
                <a:off x="6029008" y="2899900"/>
                <a:ext cx="272913" cy="133598"/>
              </a:xfrm>
              <a:custGeom>
                <a:rect b="b" l="l" r="r" t="t"/>
                <a:pathLst>
                  <a:path extrusionOk="0" h="133598" w="272913">
                    <a:moveTo>
                      <a:pt x="6405" y="133388"/>
                    </a:moveTo>
                    <a:cubicBezTo>
                      <a:pt x="2533" y="133036"/>
                      <a:pt x="-323" y="129607"/>
                      <a:pt x="29" y="125734"/>
                    </a:cubicBezTo>
                    <a:cubicBezTo>
                      <a:pt x="238" y="123505"/>
                      <a:pt x="1490" y="121510"/>
                      <a:pt x="3406" y="120349"/>
                    </a:cubicBezTo>
                    <a:lnTo>
                      <a:pt x="262738" y="658"/>
                    </a:lnTo>
                    <a:cubicBezTo>
                      <a:pt x="266336" y="-998"/>
                      <a:pt x="270600" y="580"/>
                      <a:pt x="272256" y="4178"/>
                    </a:cubicBezTo>
                    <a:cubicBezTo>
                      <a:pt x="273911" y="7777"/>
                      <a:pt x="272334" y="12040"/>
                      <a:pt x="268735" y="13696"/>
                    </a:cubicBezTo>
                    <a:lnTo>
                      <a:pt x="9274" y="133518"/>
                    </a:lnTo>
                    <a:cubicBezTo>
                      <a:pt x="8322" y="133662"/>
                      <a:pt x="7344" y="133609"/>
                      <a:pt x="6405" y="13338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4" name="Google Shape;194;g3f3ba1429e3_0_4035"/>
              <p:cNvSpPr/>
              <p:nvPr/>
            </p:nvSpPr>
            <p:spPr>
              <a:xfrm>
                <a:off x="7044315" y="4966343"/>
                <a:ext cx="766259" cy="353207"/>
              </a:xfrm>
              <a:custGeom>
                <a:rect b="b" l="l" r="r" t="t"/>
                <a:pathLst>
                  <a:path extrusionOk="0" h="353207" w="766259">
                    <a:moveTo>
                      <a:pt x="765347" y="353207"/>
                    </a:moveTo>
                    <a:cubicBezTo>
                      <a:pt x="765347" y="345645"/>
                      <a:pt x="766260" y="337952"/>
                      <a:pt x="766260" y="330260"/>
                    </a:cubicBezTo>
                    <a:cubicBezTo>
                      <a:pt x="766260" y="147724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260"/>
                    </a:cubicBezTo>
                    <a:cubicBezTo>
                      <a:pt x="0" y="337952"/>
                      <a:pt x="0" y="345645"/>
                      <a:pt x="1043" y="3532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5" name="Google Shape;195;g3f3ba1429e3_0_4035"/>
              <p:cNvSpPr/>
              <p:nvPr/>
            </p:nvSpPr>
            <p:spPr>
              <a:xfrm>
                <a:off x="7037275" y="4959693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9"/>
                    </a:moveTo>
                    <a:lnTo>
                      <a:pt x="8084" y="367289"/>
                    </a:lnTo>
                    <a:cubicBezTo>
                      <a:pt x="4394" y="367302"/>
                      <a:pt x="1317" y="364459"/>
                      <a:pt x="1043" y="360769"/>
                    </a:cubicBezTo>
                    <a:cubicBezTo>
                      <a:pt x="391" y="351904"/>
                      <a:pt x="0" y="344472"/>
                      <a:pt x="0" y="337300"/>
                    </a:cubicBezTo>
                    <a:cubicBezTo>
                      <a:pt x="0" y="151375"/>
                      <a:pt x="175104" y="0"/>
                      <a:pt x="390236" y="0"/>
                    </a:cubicBezTo>
                    <a:cubicBezTo>
                      <a:pt x="605367" y="0"/>
                      <a:pt x="780472" y="151375"/>
                      <a:pt x="780472" y="337300"/>
                    </a:cubicBezTo>
                    <a:cubicBezTo>
                      <a:pt x="780472" y="344341"/>
                      <a:pt x="780472" y="351904"/>
                      <a:pt x="779429" y="360769"/>
                    </a:cubicBezTo>
                    <a:cubicBezTo>
                      <a:pt x="779090" y="364420"/>
                      <a:pt x="776052" y="367236"/>
                      <a:pt x="772388" y="367289"/>
                    </a:cubicBezTo>
                    <a:close/>
                    <a:moveTo>
                      <a:pt x="14603" y="353207"/>
                    </a:moveTo>
                    <a:lnTo>
                      <a:pt x="765608" y="353207"/>
                    </a:lnTo>
                    <a:cubicBezTo>
                      <a:pt x="765608" y="347340"/>
                      <a:pt x="765608" y="342255"/>
                      <a:pt x="765608" y="337300"/>
                    </a:cubicBezTo>
                    <a:cubicBezTo>
                      <a:pt x="765608" y="159067"/>
                      <a:pt x="596893" y="14212"/>
                      <a:pt x="389584" y="14212"/>
                    </a:cubicBezTo>
                    <a:cubicBezTo>
                      <a:pt x="182275" y="14212"/>
                      <a:pt x="13429" y="159067"/>
                      <a:pt x="13429" y="337300"/>
                    </a:cubicBezTo>
                    <a:cubicBezTo>
                      <a:pt x="14081" y="342255"/>
                      <a:pt x="14342" y="347470"/>
                      <a:pt x="14603" y="35320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6" name="Google Shape;196;g3f3ba1429e3_0_4035"/>
              <p:cNvSpPr/>
              <p:nvPr/>
            </p:nvSpPr>
            <p:spPr>
              <a:xfrm>
                <a:off x="7044315" y="4998156"/>
                <a:ext cx="766259" cy="353207"/>
              </a:xfrm>
              <a:custGeom>
                <a:rect b="b" l="l" r="r" t="t"/>
                <a:pathLst>
                  <a:path extrusionOk="0" h="353207" w="766259">
                    <a:moveTo>
                      <a:pt x="765347" y="353207"/>
                    </a:moveTo>
                    <a:cubicBezTo>
                      <a:pt x="765347" y="345514"/>
                      <a:pt x="766260" y="337952"/>
                      <a:pt x="766260" y="330260"/>
                    </a:cubicBezTo>
                    <a:cubicBezTo>
                      <a:pt x="766260" y="147724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260"/>
                    </a:cubicBezTo>
                    <a:cubicBezTo>
                      <a:pt x="0" y="337952"/>
                      <a:pt x="0" y="345514"/>
                      <a:pt x="1043" y="3532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7" name="Google Shape;197;g3f3ba1429e3_0_4035"/>
              <p:cNvSpPr/>
              <p:nvPr/>
            </p:nvSpPr>
            <p:spPr>
              <a:xfrm>
                <a:off x="7037275" y="4991376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9"/>
                    </a:moveTo>
                    <a:lnTo>
                      <a:pt x="8084" y="367289"/>
                    </a:lnTo>
                    <a:cubicBezTo>
                      <a:pt x="4394" y="367302"/>
                      <a:pt x="1317" y="364459"/>
                      <a:pt x="1043" y="360769"/>
                    </a:cubicBezTo>
                    <a:cubicBezTo>
                      <a:pt x="391" y="351904"/>
                      <a:pt x="0" y="344341"/>
                      <a:pt x="0" y="337301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301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20"/>
                      <a:pt x="776052" y="367236"/>
                      <a:pt x="772388" y="367289"/>
                    </a:cubicBezTo>
                    <a:close/>
                    <a:moveTo>
                      <a:pt x="14603" y="353077"/>
                    </a:moveTo>
                    <a:lnTo>
                      <a:pt x="765608" y="353077"/>
                    </a:lnTo>
                    <a:cubicBezTo>
                      <a:pt x="765608" y="347340"/>
                      <a:pt x="765608" y="342125"/>
                      <a:pt x="765608" y="337301"/>
                    </a:cubicBezTo>
                    <a:cubicBezTo>
                      <a:pt x="765608" y="159067"/>
                      <a:pt x="596893" y="14082"/>
                      <a:pt x="389584" y="14082"/>
                    </a:cubicBezTo>
                    <a:cubicBezTo>
                      <a:pt x="182275" y="14082"/>
                      <a:pt x="14081" y="158676"/>
                      <a:pt x="14081" y="337040"/>
                    </a:cubicBezTo>
                    <a:cubicBezTo>
                      <a:pt x="14081" y="341994"/>
                      <a:pt x="14342" y="347079"/>
                      <a:pt x="14603" y="35281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8" name="Google Shape;198;g3f3ba1429e3_0_4035"/>
              <p:cNvSpPr/>
              <p:nvPr/>
            </p:nvSpPr>
            <p:spPr>
              <a:xfrm>
                <a:off x="7112766" y="4998156"/>
                <a:ext cx="634572" cy="212914"/>
              </a:xfrm>
              <a:custGeom>
                <a:rect b="b" l="l" r="r" t="t"/>
                <a:pathLst>
                  <a:path extrusionOk="0" h="212914" w="634572">
                    <a:moveTo>
                      <a:pt x="314744" y="0"/>
                    </a:moveTo>
                    <a:cubicBezTo>
                      <a:pt x="184361" y="0"/>
                      <a:pt x="69233" y="56195"/>
                      <a:pt x="0" y="141987"/>
                    </a:cubicBezTo>
                    <a:lnTo>
                      <a:pt x="89834" y="212915"/>
                    </a:lnTo>
                    <a:cubicBezTo>
                      <a:pt x="184948" y="94892"/>
                      <a:pt x="357731" y="76326"/>
                      <a:pt x="475754" y="171440"/>
                    </a:cubicBezTo>
                    <a:cubicBezTo>
                      <a:pt x="491022" y="183735"/>
                      <a:pt x="504920" y="197647"/>
                      <a:pt x="517228" y="212915"/>
                    </a:cubicBezTo>
                    <a:lnTo>
                      <a:pt x="634573" y="147724"/>
                    </a:lnTo>
                    <a:cubicBezTo>
                      <a:pt x="565470" y="58672"/>
                      <a:pt x="447995" y="0"/>
                      <a:pt x="314744" y="0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9" name="Google Shape;199;g3f3ba1429e3_0_4035"/>
              <p:cNvSpPr/>
              <p:nvPr/>
            </p:nvSpPr>
            <p:spPr>
              <a:xfrm>
                <a:off x="7105704" y="4991116"/>
                <a:ext cx="648138" cy="227127"/>
              </a:xfrm>
              <a:custGeom>
                <a:rect b="b" l="l" r="r" t="t"/>
                <a:pathLst>
                  <a:path extrusionOk="0" h="227127" w="648138">
                    <a:moveTo>
                      <a:pt x="524291" y="227127"/>
                    </a:moveTo>
                    <a:cubicBezTo>
                      <a:pt x="522127" y="227153"/>
                      <a:pt x="520093" y="226136"/>
                      <a:pt x="518815" y="224389"/>
                    </a:cubicBezTo>
                    <a:cubicBezTo>
                      <a:pt x="426139" y="109391"/>
                      <a:pt x="257802" y="91294"/>
                      <a:pt x="142804" y="183957"/>
                    </a:cubicBezTo>
                    <a:cubicBezTo>
                      <a:pt x="127915" y="195952"/>
                      <a:pt x="114368" y="209512"/>
                      <a:pt x="102373" y="224389"/>
                    </a:cubicBezTo>
                    <a:cubicBezTo>
                      <a:pt x="99974" y="227375"/>
                      <a:pt x="95632" y="227896"/>
                      <a:pt x="92594" y="225562"/>
                    </a:cubicBezTo>
                    <a:lnTo>
                      <a:pt x="2630" y="154504"/>
                    </a:lnTo>
                    <a:cubicBezTo>
                      <a:pt x="1169" y="153343"/>
                      <a:pt x="231" y="151661"/>
                      <a:pt x="22" y="149810"/>
                    </a:cubicBezTo>
                    <a:cubicBezTo>
                      <a:pt x="-121" y="147932"/>
                      <a:pt x="439" y="146081"/>
                      <a:pt x="1587" y="144595"/>
                    </a:cubicBezTo>
                    <a:cubicBezTo>
                      <a:pt x="74601" y="54109"/>
                      <a:pt x="194292" y="0"/>
                      <a:pt x="321807" y="0"/>
                    </a:cubicBezTo>
                    <a:cubicBezTo>
                      <a:pt x="452190" y="0"/>
                      <a:pt x="574098" y="56325"/>
                      <a:pt x="646721" y="150462"/>
                    </a:cubicBezTo>
                    <a:cubicBezTo>
                      <a:pt x="647907" y="152118"/>
                      <a:pt x="648377" y="154191"/>
                      <a:pt x="648025" y="156199"/>
                    </a:cubicBezTo>
                    <a:cubicBezTo>
                      <a:pt x="647621" y="158246"/>
                      <a:pt x="646330" y="160019"/>
                      <a:pt x="644504" y="161023"/>
                    </a:cubicBezTo>
                    <a:lnTo>
                      <a:pt x="527160" y="226214"/>
                    </a:lnTo>
                    <a:cubicBezTo>
                      <a:pt x="526273" y="226710"/>
                      <a:pt x="525295" y="227010"/>
                      <a:pt x="524291" y="227127"/>
                    </a:cubicBezTo>
                    <a:close/>
                    <a:moveTo>
                      <a:pt x="310594" y="110695"/>
                    </a:moveTo>
                    <a:cubicBezTo>
                      <a:pt x="393726" y="110552"/>
                      <a:pt x="472634" y="147332"/>
                      <a:pt x="525986" y="211090"/>
                    </a:cubicBezTo>
                    <a:lnTo>
                      <a:pt x="630293" y="152809"/>
                    </a:lnTo>
                    <a:cubicBezTo>
                      <a:pt x="559755" y="65843"/>
                      <a:pt x="445149" y="14212"/>
                      <a:pt x="321676" y="14212"/>
                    </a:cubicBezTo>
                    <a:cubicBezTo>
                      <a:pt x="201072" y="14212"/>
                      <a:pt x="87770" y="64149"/>
                      <a:pt x="16972" y="148115"/>
                    </a:cubicBezTo>
                    <a:lnTo>
                      <a:pt x="95202" y="210308"/>
                    </a:lnTo>
                    <a:cubicBezTo>
                      <a:pt x="148750" y="146889"/>
                      <a:pt x="227605" y="110421"/>
                      <a:pt x="310594" y="11069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0" name="Google Shape;200;g3f3ba1429e3_0_4035"/>
              <p:cNvSpPr/>
              <p:nvPr/>
            </p:nvSpPr>
            <p:spPr>
              <a:xfrm>
                <a:off x="7299344" y="5229050"/>
                <a:ext cx="232733" cy="122313"/>
              </a:xfrm>
              <a:custGeom>
                <a:rect b="b" l="l" r="r" t="t"/>
                <a:pathLst>
                  <a:path extrusionOk="0" h="122313" w="232733">
                    <a:moveTo>
                      <a:pt x="232733" y="112535"/>
                    </a:moveTo>
                    <a:cubicBezTo>
                      <a:pt x="230582" y="48269"/>
                      <a:pt x="176734" y="-2085"/>
                      <a:pt x="112468" y="66"/>
                    </a:cubicBezTo>
                    <a:cubicBezTo>
                      <a:pt x="51227" y="2114"/>
                      <a:pt x="2047" y="51294"/>
                      <a:pt x="0" y="112535"/>
                    </a:cubicBezTo>
                    <a:cubicBezTo>
                      <a:pt x="0" y="115794"/>
                      <a:pt x="0" y="119054"/>
                      <a:pt x="0" y="122313"/>
                    </a:cubicBezTo>
                    <a:lnTo>
                      <a:pt x="231690" y="122313"/>
                    </a:lnTo>
                    <a:cubicBezTo>
                      <a:pt x="232472" y="119054"/>
                      <a:pt x="232733" y="115794"/>
                      <a:pt x="232733" y="1125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1" name="Google Shape;201;g3f3ba1429e3_0_4035"/>
              <p:cNvSpPr/>
              <p:nvPr/>
            </p:nvSpPr>
            <p:spPr>
              <a:xfrm>
                <a:off x="7292825" y="5222387"/>
                <a:ext cx="246814" cy="136357"/>
              </a:xfrm>
              <a:custGeom>
                <a:rect b="b" l="l" r="r" t="t"/>
                <a:pathLst>
                  <a:path extrusionOk="0" h="136357" w="246814">
                    <a:moveTo>
                      <a:pt x="238731" y="136277"/>
                    </a:moveTo>
                    <a:lnTo>
                      <a:pt x="7041" y="136277"/>
                    </a:lnTo>
                    <a:cubicBezTo>
                      <a:pt x="3377" y="136225"/>
                      <a:pt x="339" y="133409"/>
                      <a:pt x="0" y="129758"/>
                    </a:cubicBezTo>
                    <a:cubicBezTo>
                      <a:pt x="0" y="126368"/>
                      <a:pt x="0" y="122978"/>
                      <a:pt x="0" y="119458"/>
                    </a:cubicBezTo>
                    <a:cubicBezTo>
                      <a:pt x="2216" y="51307"/>
                      <a:pt x="59259" y="-2150"/>
                      <a:pt x="127423" y="67"/>
                    </a:cubicBezTo>
                    <a:cubicBezTo>
                      <a:pt x="192458" y="2179"/>
                      <a:pt x="244703" y="54410"/>
                      <a:pt x="246815" y="119458"/>
                    </a:cubicBezTo>
                    <a:cubicBezTo>
                      <a:pt x="246815" y="122978"/>
                      <a:pt x="246815" y="126368"/>
                      <a:pt x="246815" y="129758"/>
                    </a:cubicBezTo>
                    <a:cubicBezTo>
                      <a:pt x="246567" y="133644"/>
                      <a:pt x="243229" y="136590"/>
                      <a:pt x="239344" y="136343"/>
                    </a:cubicBezTo>
                    <a:cubicBezTo>
                      <a:pt x="239135" y="136329"/>
                      <a:pt x="238939" y="136304"/>
                      <a:pt x="238731" y="136277"/>
                    </a:cubicBezTo>
                    <a:close/>
                    <a:moveTo>
                      <a:pt x="13690" y="122066"/>
                    </a:moveTo>
                    <a:lnTo>
                      <a:pt x="232212" y="122066"/>
                    </a:lnTo>
                    <a:lnTo>
                      <a:pt x="232212" y="119458"/>
                    </a:lnTo>
                    <a:cubicBezTo>
                      <a:pt x="232212" y="59117"/>
                      <a:pt x="183292" y="10197"/>
                      <a:pt x="122951" y="10197"/>
                    </a:cubicBezTo>
                    <a:cubicBezTo>
                      <a:pt x="62610" y="10197"/>
                      <a:pt x="13690" y="59117"/>
                      <a:pt x="13690" y="11945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</p:grpSp>
      <p:sp>
        <p:nvSpPr>
          <p:cNvPr id="202" name="Google Shape;202;g3f3ba1429e3_0_4035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st Your Work!">
  <p:cSld name="1_Test Your Work!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3ba1429e3_0_4152"/>
          <p:cNvSpPr txBox="1"/>
          <p:nvPr/>
        </p:nvSpPr>
        <p:spPr>
          <a:xfrm>
            <a:off x="3987293" y="5751951"/>
            <a:ext cx="4191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It Works Yaay!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f3ba1429e3_0_4152"/>
          <p:cNvSpPr/>
          <p:nvPr/>
        </p:nvSpPr>
        <p:spPr>
          <a:xfrm>
            <a:off x="2316544" y="2334255"/>
            <a:ext cx="496171" cy="1881101"/>
          </a:xfrm>
          <a:custGeom>
            <a:rect b="b" l="l" r="r" t="t"/>
            <a:pathLst>
              <a:path extrusionOk="0" h="1262484" w="333001">
                <a:moveTo>
                  <a:pt x="372" y="3632"/>
                </a:moveTo>
                <a:cubicBezTo>
                  <a:pt x="24621" y="51181"/>
                  <a:pt x="34297" y="104826"/>
                  <a:pt x="28185" y="157842"/>
                </a:cubicBezTo>
                <a:cubicBezTo>
                  <a:pt x="22470" y="203086"/>
                  <a:pt x="6753" y="246901"/>
                  <a:pt x="12468" y="293002"/>
                </a:cubicBezTo>
                <a:cubicBezTo>
                  <a:pt x="21422" y="365773"/>
                  <a:pt x="72476" y="423780"/>
                  <a:pt x="113719" y="481025"/>
                </a:cubicBezTo>
                <a:cubicBezTo>
                  <a:pt x="137685" y="511724"/>
                  <a:pt x="156946" y="545814"/>
                  <a:pt x="170869" y="582181"/>
                </a:cubicBezTo>
                <a:cubicBezTo>
                  <a:pt x="185919" y="626948"/>
                  <a:pt x="182299" y="673525"/>
                  <a:pt x="173917" y="719245"/>
                </a:cubicBezTo>
                <a:cubicBezTo>
                  <a:pt x="158106" y="806113"/>
                  <a:pt x="135817" y="887743"/>
                  <a:pt x="184490" y="968419"/>
                </a:cubicBezTo>
                <a:cubicBezTo>
                  <a:pt x="211350" y="1012806"/>
                  <a:pt x="247641" y="1050430"/>
                  <a:pt x="272882" y="1095864"/>
                </a:cubicBezTo>
                <a:cubicBezTo>
                  <a:pt x="300096" y="1146004"/>
                  <a:pt x="317124" y="1201039"/>
                  <a:pt x="322983" y="1257789"/>
                </a:cubicBezTo>
                <a:cubicBezTo>
                  <a:pt x="323555" y="1262932"/>
                  <a:pt x="333461" y="1264647"/>
                  <a:pt x="332985" y="1258837"/>
                </a:cubicBezTo>
                <a:cubicBezTo>
                  <a:pt x="329630" y="1211202"/>
                  <a:pt x="317859" y="1164539"/>
                  <a:pt x="298218" y="1121010"/>
                </a:cubicBezTo>
                <a:cubicBezTo>
                  <a:pt x="278311" y="1077004"/>
                  <a:pt x="249355" y="1040047"/>
                  <a:pt x="220780" y="1001567"/>
                </a:cubicBezTo>
                <a:cubicBezTo>
                  <a:pt x="192205" y="963085"/>
                  <a:pt x="167345" y="920604"/>
                  <a:pt x="164773" y="870407"/>
                </a:cubicBezTo>
                <a:cubicBezTo>
                  <a:pt x="162392" y="823544"/>
                  <a:pt x="174298" y="777348"/>
                  <a:pt x="183823" y="731818"/>
                </a:cubicBezTo>
                <a:cubicBezTo>
                  <a:pt x="192015" y="690004"/>
                  <a:pt x="198111" y="646855"/>
                  <a:pt x="189252" y="604660"/>
                </a:cubicBezTo>
                <a:cubicBezTo>
                  <a:pt x="180798" y="569389"/>
                  <a:pt x="165807" y="536013"/>
                  <a:pt x="145056" y="506266"/>
                </a:cubicBezTo>
                <a:cubicBezTo>
                  <a:pt x="103337" y="443211"/>
                  <a:pt x="44377" y="385585"/>
                  <a:pt x="27042" y="309956"/>
                </a:cubicBezTo>
                <a:cubicBezTo>
                  <a:pt x="14373" y="254521"/>
                  <a:pt x="36567" y="202038"/>
                  <a:pt x="40186" y="147174"/>
                </a:cubicBezTo>
                <a:cubicBezTo>
                  <a:pt x="44044" y="96339"/>
                  <a:pt x="31886" y="45580"/>
                  <a:pt x="5420" y="2013"/>
                </a:cubicBezTo>
                <a:cubicBezTo>
                  <a:pt x="3420" y="-1226"/>
                  <a:pt x="-1533" y="-464"/>
                  <a:pt x="467" y="3632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6" name="Google Shape;206;g3f3ba1429e3_0_4152"/>
          <p:cNvSpPr/>
          <p:nvPr/>
        </p:nvSpPr>
        <p:spPr>
          <a:xfrm>
            <a:off x="2298126" y="2367463"/>
            <a:ext cx="107287" cy="117267"/>
          </a:xfrm>
          <a:custGeom>
            <a:rect b="b" l="l" r="r" t="t"/>
            <a:pathLst>
              <a:path extrusionOk="0" h="78703" w="72005">
                <a:moveTo>
                  <a:pt x="159" y="62689"/>
                </a:moveTo>
                <a:lnTo>
                  <a:pt x="159" y="62689"/>
                </a:lnTo>
                <a:cubicBezTo>
                  <a:pt x="-2222" y="47545"/>
                  <a:pt x="22829" y="872"/>
                  <a:pt x="28734" y="15"/>
                </a:cubicBezTo>
                <a:cubicBezTo>
                  <a:pt x="34640" y="-842"/>
                  <a:pt x="69406" y="35448"/>
                  <a:pt x="71978" y="51640"/>
                </a:cubicBezTo>
                <a:lnTo>
                  <a:pt x="71978" y="51640"/>
                </a:lnTo>
                <a:cubicBezTo>
                  <a:pt x="72336" y="58184"/>
                  <a:pt x="69177" y="64433"/>
                  <a:pt x="63691" y="68023"/>
                </a:cubicBezTo>
                <a:cubicBezTo>
                  <a:pt x="49005" y="78634"/>
                  <a:pt x="30117" y="81539"/>
                  <a:pt x="12923" y="75834"/>
                </a:cubicBezTo>
                <a:cubicBezTo>
                  <a:pt x="6553" y="74138"/>
                  <a:pt x="1620" y="69090"/>
                  <a:pt x="64" y="62689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7" name="Google Shape;207;g3f3ba1429e3_0_4152"/>
          <p:cNvSpPr/>
          <p:nvPr/>
        </p:nvSpPr>
        <p:spPr>
          <a:xfrm>
            <a:off x="2298126" y="2367463"/>
            <a:ext cx="107287" cy="117267"/>
          </a:xfrm>
          <a:custGeom>
            <a:rect b="b" l="l" r="r" t="t"/>
            <a:pathLst>
              <a:path extrusionOk="0" h="78703" w="72005">
                <a:moveTo>
                  <a:pt x="159" y="62689"/>
                </a:moveTo>
                <a:lnTo>
                  <a:pt x="159" y="62689"/>
                </a:lnTo>
                <a:cubicBezTo>
                  <a:pt x="-2222" y="47545"/>
                  <a:pt x="22829" y="872"/>
                  <a:pt x="28734" y="15"/>
                </a:cubicBezTo>
                <a:cubicBezTo>
                  <a:pt x="34640" y="-842"/>
                  <a:pt x="69406" y="35448"/>
                  <a:pt x="71978" y="51640"/>
                </a:cubicBezTo>
                <a:lnTo>
                  <a:pt x="71978" y="51640"/>
                </a:lnTo>
                <a:cubicBezTo>
                  <a:pt x="72336" y="58184"/>
                  <a:pt x="69177" y="64433"/>
                  <a:pt x="63691" y="68023"/>
                </a:cubicBezTo>
                <a:cubicBezTo>
                  <a:pt x="49005" y="78634"/>
                  <a:pt x="30117" y="81539"/>
                  <a:pt x="12923" y="75834"/>
                </a:cubicBezTo>
                <a:cubicBezTo>
                  <a:pt x="6553" y="74138"/>
                  <a:pt x="1620" y="69090"/>
                  <a:pt x="64" y="62689"/>
                </a:cubicBezTo>
                <a:close/>
              </a:path>
            </a:pathLst>
          </a:cu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8" name="Google Shape;208;g3f3ba1429e3_0_4152"/>
          <p:cNvSpPr/>
          <p:nvPr/>
        </p:nvSpPr>
        <p:spPr>
          <a:xfrm>
            <a:off x="1959874" y="1620270"/>
            <a:ext cx="637167" cy="773882"/>
          </a:xfrm>
          <a:custGeom>
            <a:rect b="b" l="l" r="r" t="t"/>
            <a:pathLst>
              <a:path extrusionOk="0" h="519384" w="427629">
                <a:moveTo>
                  <a:pt x="3143" y="260591"/>
                </a:moveTo>
                <a:cubicBezTo>
                  <a:pt x="20669" y="376986"/>
                  <a:pt x="134969" y="509955"/>
                  <a:pt x="258794" y="519385"/>
                </a:cubicBezTo>
                <a:cubicBezTo>
                  <a:pt x="373761" y="467378"/>
                  <a:pt x="442722" y="312216"/>
                  <a:pt x="424815" y="195535"/>
                </a:cubicBezTo>
                <a:cubicBezTo>
                  <a:pt x="406908" y="78854"/>
                  <a:pt x="315278" y="-18016"/>
                  <a:pt x="179546" y="2844"/>
                </a:cubicBezTo>
                <a:cubicBezTo>
                  <a:pt x="43815" y="23704"/>
                  <a:pt x="-14764" y="144195"/>
                  <a:pt x="3143" y="260591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9" name="Google Shape;209;g3f3ba1429e3_0_4152"/>
          <p:cNvSpPr/>
          <p:nvPr/>
        </p:nvSpPr>
        <p:spPr>
          <a:xfrm>
            <a:off x="1959922" y="1928368"/>
            <a:ext cx="635481" cy="465789"/>
          </a:xfrm>
          <a:custGeom>
            <a:rect b="b" l="l" r="r" t="t"/>
            <a:pathLst>
              <a:path extrusionOk="0" h="312610" w="426497">
                <a:moveTo>
                  <a:pt x="424878" y="51340"/>
                </a:moveTo>
                <a:cubicBezTo>
                  <a:pt x="424878" y="51340"/>
                  <a:pt x="411162" y="167830"/>
                  <a:pt x="273812" y="197929"/>
                </a:cubicBezTo>
                <a:cubicBezTo>
                  <a:pt x="141986" y="227076"/>
                  <a:pt x="11112" y="97441"/>
                  <a:pt x="349" y="0"/>
                </a:cubicBezTo>
                <a:cubicBezTo>
                  <a:pt x="-580" y="17983"/>
                  <a:pt x="345" y="36024"/>
                  <a:pt x="3111" y="53816"/>
                </a:cubicBezTo>
                <a:cubicBezTo>
                  <a:pt x="20637" y="170212"/>
                  <a:pt x="134937" y="303181"/>
                  <a:pt x="258762" y="312611"/>
                </a:cubicBezTo>
                <a:cubicBezTo>
                  <a:pt x="354012" y="269558"/>
                  <a:pt x="417639" y="155638"/>
                  <a:pt x="426498" y="51625"/>
                </a:cubicBezTo>
                <a:close/>
              </a:path>
            </a:pathLst>
          </a:custGeom>
          <a:solidFill>
            <a:srgbClr val="000000">
              <a:alpha val="274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10" name="Google Shape;210;g3f3ba1429e3_0_4152"/>
          <p:cNvSpPr/>
          <p:nvPr/>
        </p:nvSpPr>
        <p:spPr>
          <a:xfrm>
            <a:off x="7635445" y="3025135"/>
            <a:ext cx="453209" cy="1702189"/>
          </a:xfrm>
          <a:custGeom>
            <a:rect b="b" l="l" r="r" t="t"/>
            <a:pathLst>
              <a:path extrusionOk="0" h="1142409" w="304167">
                <a:moveTo>
                  <a:pt x="298880" y="1065"/>
                </a:moveTo>
                <a:cubicBezTo>
                  <a:pt x="277372" y="31078"/>
                  <a:pt x="262828" y="65501"/>
                  <a:pt x="256303" y="101839"/>
                </a:cubicBezTo>
                <a:cubicBezTo>
                  <a:pt x="250017" y="137939"/>
                  <a:pt x="256303" y="173944"/>
                  <a:pt x="258113" y="210139"/>
                </a:cubicBezTo>
                <a:cubicBezTo>
                  <a:pt x="260970" y="257764"/>
                  <a:pt x="250683" y="297673"/>
                  <a:pt x="219060" y="333964"/>
                </a:cubicBezTo>
                <a:cubicBezTo>
                  <a:pt x="194009" y="362539"/>
                  <a:pt x="163720" y="386351"/>
                  <a:pt x="141050" y="417212"/>
                </a:cubicBezTo>
                <a:cubicBezTo>
                  <a:pt x="95521" y="479220"/>
                  <a:pt x="85234" y="548562"/>
                  <a:pt x="94568" y="623524"/>
                </a:cubicBezTo>
                <a:cubicBezTo>
                  <a:pt x="105141" y="708391"/>
                  <a:pt x="124858" y="788211"/>
                  <a:pt x="83996" y="868792"/>
                </a:cubicBezTo>
                <a:cubicBezTo>
                  <a:pt x="62088" y="912036"/>
                  <a:pt x="33132" y="951469"/>
                  <a:pt x="17797" y="997951"/>
                </a:cubicBezTo>
                <a:cubicBezTo>
                  <a:pt x="4091" y="1043195"/>
                  <a:pt x="-1768" y="1090458"/>
                  <a:pt x="461" y="1137683"/>
                </a:cubicBezTo>
                <a:cubicBezTo>
                  <a:pt x="461" y="1142922"/>
                  <a:pt x="10463" y="1144541"/>
                  <a:pt x="10558" y="1138731"/>
                </a:cubicBezTo>
                <a:cubicBezTo>
                  <a:pt x="9777" y="1093678"/>
                  <a:pt x="15587" y="1048758"/>
                  <a:pt x="27798" y="1005381"/>
                </a:cubicBezTo>
                <a:cubicBezTo>
                  <a:pt x="40276" y="965566"/>
                  <a:pt x="62755" y="930610"/>
                  <a:pt x="83138" y="894510"/>
                </a:cubicBezTo>
                <a:cubicBezTo>
                  <a:pt x="103798" y="860544"/>
                  <a:pt x="116800" y="822482"/>
                  <a:pt x="121238" y="782972"/>
                </a:cubicBezTo>
                <a:cubicBezTo>
                  <a:pt x="123105" y="747444"/>
                  <a:pt x="120705" y="711820"/>
                  <a:pt x="114095" y="676864"/>
                </a:cubicBezTo>
                <a:cubicBezTo>
                  <a:pt x="107808" y="636192"/>
                  <a:pt x="100188" y="594949"/>
                  <a:pt x="102188" y="553705"/>
                </a:cubicBezTo>
                <a:cubicBezTo>
                  <a:pt x="104674" y="512767"/>
                  <a:pt x="117628" y="473143"/>
                  <a:pt x="139812" y="438643"/>
                </a:cubicBezTo>
                <a:cubicBezTo>
                  <a:pt x="178865" y="376636"/>
                  <a:pt x="254684" y="338536"/>
                  <a:pt x="267733" y="261478"/>
                </a:cubicBezTo>
                <a:cubicBezTo>
                  <a:pt x="274019" y="224140"/>
                  <a:pt x="266018" y="186231"/>
                  <a:pt x="264209" y="148893"/>
                </a:cubicBezTo>
                <a:cubicBezTo>
                  <a:pt x="261732" y="97077"/>
                  <a:pt x="278782" y="49833"/>
                  <a:pt x="303833" y="5256"/>
                </a:cubicBezTo>
                <a:cubicBezTo>
                  <a:pt x="305452" y="2494"/>
                  <a:pt x="300785" y="-1983"/>
                  <a:pt x="298689" y="97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11" name="Google Shape;211;g3f3ba1429e3_0_4152"/>
          <p:cNvSpPr/>
          <p:nvPr/>
        </p:nvSpPr>
        <p:spPr>
          <a:xfrm>
            <a:off x="7993288" y="3057466"/>
            <a:ext cx="106560" cy="117089"/>
          </a:xfrm>
          <a:custGeom>
            <a:rect b="b" l="l" r="r" t="t"/>
            <a:pathLst>
              <a:path extrusionOk="0" h="78583" w="71517">
                <a:moveTo>
                  <a:pt x="71197" y="64522"/>
                </a:moveTo>
                <a:lnTo>
                  <a:pt x="71197" y="64522"/>
                </a:lnTo>
                <a:cubicBezTo>
                  <a:pt x="74436" y="49473"/>
                  <a:pt x="52147" y="1371"/>
                  <a:pt x="46527" y="38"/>
                </a:cubicBezTo>
                <a:cubicBezTo>
                  <a:pt x="40908" y="-1296"/>
                  <a:pt x="3665" y="32899"/>
                  <a:pt x="141" y="48901"/>
                </a:cubicBezTo>
                <a:lnTo>
                  <a:pt x="141" y="48901"/>
                </a:lnTo>
                <a:cubicBezTo>
                  <a:pt x="-669" y="55397"/>
                  <a:pt x="2055" y="61827"/>
                  <a:pt x="7284" y="65760"/>
                </a:cubicBezTo>
                <a:cubicBezTo>
                  <a:pt x="21324" y="77181"/>
                  <a:pt x="39946" y="81286"/>
                  <a:pt x="57481" y="76809"/>
                </a:cubicBezTo>
                <a:cubicBezTo>
                  <a:pt x="63911" y="75447"/>
                  <a:pt x="69140" y="70771"/>
                  <a:pt x="71197" y="64522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12" name="Google Shape;212;g3f3ba1429e3_0_4152"/>
          <p:cNvSpPr/>
          <p:nvPr/>
        </p:nvSpPr>
        <p:spPr>
          <a:xfrm>
            <a:off x="7993288" y="3057466"/>
            <a:ext cx="106560" cy="117089"/>
          </a:xfrm>
          <a:custGeom>
            <a:rect b="b" l="l" r="r" t="t"/>
            <a:pathLst>
              <a:path extrusionOk="0" h="78583" w="71517">
                <a:moveTo>
                  <a:pt x="71197" y="64522"/>
                </a:moveTo>
                <a:lnTo>
                  <a:pt x="71197" y="64522"/>
                </a:lnTo>
                <a:cubicBezTo>
                  <a:pt x="74436" y="49473"/>
                  <a:pt x="52147" y="1371"/>
                  <a:pt x="46527" y="38"/>
                </a:cubicBezTo>
                <a:cubicBezTo>
                  <a:pt x="40908" y="-1296"/>
                  <a:pt x="3665" y="32899"/>
                  <a:pt x="141" y="48901"/>
                </a:cubicBezTo>
                <a:lnTo>
                  <a:pt x="141" y="48901"/>
                </a:lnTo>
                <a:cubicBezTo>
                  <a:pt x="-669" y="55397"/>
                  <a:pt x="2055" y="61827"/>
                  <a:pt x="7284" y="65760"/>
                </a:cubicBezTo>
                <a:cubicBezTo>
                  <a:pt x="21324" y="77181"/>
                  <a:pt x="39946" y="81286"/>
                  <a:pt x="57481" y="76809"/>
                </a:cubicBezTo>
                <a:cubicBezTo>
                  <a:pt x="63911" y="75447"/>
                  <a:pt x="69140" y="70771"/>
                  <a:pt x="71197" y="64522"/>
                </a:cubicBezTo>
                <a:close/>
              </a:path>
            </a:pathLst>
          </a:cu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13" name="Google Shape;213;g3f3ba1429e3_0_4152"/>
          <p:cNvSpPr/>
          <p:nvPr/>
        </p:nvSpPr>
        <p:spPr>
          <a:xfrm>
            <a:off x="7832107" y="2316556"/>
            <a:ext cx="638590" cy="768205"/>
          </a:xfrm>
          <a:custGeom>
            <a:rect b="b" l="l" r="r" t="t"/>
            <a:pathLst>
              <a:path extrusionOk="0" h="515574" w="428584">
                <a:moveTo>
                  <a:pt x="422263" y="273640"/>
                </a:moveTo>
                <a:cubicBezTo>
                  <a:pt x="397022" y="388607"/>
                  <a:pt x="274816" y="514051"/>
                  <a:pt x="150801" y="515575"/>
                </a:cubicBezTo>
                <a:cubicBezTo>
                  <a:pt x="39358" y="456234"/>
                  <a:pt x="-19506" y="297071"/>
                  <a:pt x="5830" y="182200"/>
                </a:cubicBezTo>
                <a:cubicBezTo>
                  <a:pt x="31167" y="67328"/>
                  <a:pt x="128798" y="-23921"/>
                  <a:pt x="263005" y="5606"/>
                </a:cubicBezTo>
                <a:cubicBezTo>
                  <a:pt x="397213" y="35134"/>
                  <a:pt x="447600" y="158101"/>
                  <a:pt x="422263" y="273640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14" name="Google Shape;214;g3f3ba1429e3_0_4152"/>
          <p:cNvSpPr/>
          <p:nvPr/>
        </p:nvSpPr>
        <p:spPr>
          <a:xfrm>
            <a:off x="7832424" y="2643673"/>
            <a:ext cx="638367" cy="440384"/>
          </a:xfrm>
          <a:custGeom>
            <a:rect b="b" l="l" r="r" t="t"/>
            <a:pathLst>
              <a:path extrusionOk="0" h="295560" w="428434">
                <a:moveTo>
                  <a:pt x="1334" y="24098"/>
                </a:moveTo>
                <a:cubicBezTo>
                  <a:pt x="1334" y="24098"/>
                  <a:pt x="8096" y="141256"/>
                  <a:pt x="142685" y="180118"/>
                </a:cubicBezTo>
                <a:cubicBezTo>
                  <a:pt x="272415" y="217551"/>
                  <a:pt x="411290" y="96583"/>
                  <a:pt x="428435" y="0"/>
                </a:cubicBezTo>
                <a:cubicBezTo>
                  <a:pt x="428130" y="18040"/>
                  <a:pt x="426025" y="36004"/>
                  <a:pt x="422148" y="53626"/>
                </a:cubicBezTo>
                <a:cubicBezTo>
                  <a:pt x="396907" y="168592"/>
                  <a:pt x="274701" y="294037"/>
                  <a:pt x="150686" y="295561"/>
                </a:cubicBezTo>
                <a:cubicBezTo>
                  <a:pt x="58293" y="246412"/>
                  <a:pt x="2191" y="128683"/>
                  <a:pt x="0" y="24289"/>
                </a:cubicBezTo>
                <a:close/>
              </a:path>
            </a:pathLst>
          </a:custGeom>
          <a:solidFill>
            <a:srgbClr val="000000">
              <a:alpha val="2745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215" name="Google Shape;215;g3f3ba1429e3_0_4152"/>
          <p:cNvGrpSpPr/>
          <p:nvPr/>
        </p:nvGrpSpPr>
        <p:grpSpPr>
          <a:xfrm>
            <a:off x="5457743" y="1333256"/>
            <a:ext cx="1594947" cy="4101702"/>
            <a:chOff x="5652866" y="1771703"/>
            <a:chExt cx="1133902" cy="2916040"/>
          </a:xfrm>
        </p:grpSpPr>
        <p:sp>
          <p:nvSpPr>
            <p:cNvPr id="216" name="Google Shape;216;g3f3ba1429e3_0_4152"/>
            <p:cNvSpPr/>
            <p:nvPr/>
          </p:nvSpPr>
          <p:spPr>
            <a:xfrm>
              <a:off x="5881496" y="4377690"/>
              <a:ext cx="284569" cy="310053"/>
            </a:xfrm>
            <a:custGeom>
              <a:rect b="b" l="l" r="r" t="t"/>
              <a:pathLst>
                <a:path extrusionOk="0" h="310053" w="284569">
                  <a:moveTo>
                    <a:pt x="0" y="263176"/>
                  </a:moveTo>
                  <a:cubicBezTo>
                    <a:pt x="6953" y="281654"/>
                    <a:pt x="17336" y="300038"/>
                    <a:pt x="38100" y="306896"/>
                  </a:cubicBezTo>
                  <a:cubicBezTo>
                    <a:pt x="80772" y="321088"/>
                    <a:pt x="136208" y="284416"/>
                    <a:pt x="159163" y="257080"/>
                  </a:cubicBezTo>
                  <a:cubicBezTo>
                    <a:pt x="186976" y="223933"/>
                    <a:pt x="191167" y="188595"/>
                    <a:pt x="211550" y="161068"/>
                  </a:cubicBezTo>
                  <a:cubicBezTo>
                    <a:pt x="231934" y="133540"/>
                    <a:pt x="260699" y="116110"/>
                    <a:pt x="274606" y="92297"/>
                  </a:cubicBezTo>
                  <a:cubicBezTo>
                    <a:pt x="286245" y="74209"/>
                    <a:pt x="287788" y="51406"/>
                    <a:pt x="278701" y="31909"/>
                  </a:cubicBezTo>
                  <a:cubicBezTo>
                    <a:pt x="272148" y="19983"/>
                    <a:pt x="262204" y="10268"/>
                    <a:pt x="250127" y="4000"/>
                  </a:cubicBezTo>
                  <a:cubicBezTo>
                    <a:pt x="246983" y="2096"/>
                    <a:pt x="241459" y="1905"/>
                    <a:pt x="23803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7" name="Google Shape;217;g3f3ba1429e3_0_4152"/>
            <p:cNvSpPr/>
            <p:nvPr/>
          </p:nvSpPr>
          <p:spPr>
            <a:xfrm>
              <a:off x="5868097" y="4334335"/>
              <a:ext cx="281372" cy="339795"/>
            </a:xfrm>
            <a:custGeom>
              <a:rect b="b" l="l" r="r" t="t"/>
              <a:pathLst>
                <a:path extrusionOk="0" h="339795" w="281372">
                  <a:moveTo>
                    <a:pt x="102077" y="132889"/>
                  </a:moveTo>
                  <a:cubicBezTo>
                    <a:pt x="99115" y="150015"/>
                    <a:pt x="92409" y="166274"/>
                    <a:pt x="82455" y="180514"/>
                  </a:cubicBezTo>
                  <a:cubicBezTo>
                    <a:pt x="64739" y="204136"/>
                    <a:pt x="41974" y="221567"/>
                    <a:pt x="21114" y="242046"/>
                  </a:cubicBezTo>
                  <a:cubicBezTo>
                    <a:pt x="13599" y="248094"/>
                    <a:pt x="7494" y="255695"/>
                    <a:pt x="3207" y="264334"/>
                  </a:cubicBezTo>
                  <a:cubicBezTo>
                    <a:pt x="-5556" y="287194"/>
                    <a:pt x="4731" y="305673"/>
                    <a:pt x="20829" y="323484"/>
                  </a:cubicBezTo>
                  <a:cubicBezTo>
                    <a:pt x="27858" y="329895"/>
                    <a:pt x="36316" y="334534"/>
                    <a:pt x="45498" y="337010"/>
                  </a:cubicBezTo>
                  <a:cubicBezTo>
                    <a:pt x="59024" y="340725"/>
                    <a:pt x="73311" y="340725"/>
                    <a:pt x="86837" y="337010"/>
                  </a:cubicBezTo>
                  <a:cubicBezTo>
                    <a:pt x="112916" y="328075"/>
                    <a:pt x="136243" y="312550"/>
                    <a:pt x="154560" y="291957"/>
                  </a:cubicBezTo>
                  <a:cubicBezTo>
                    <a:pt x="190659" y="251571"/>
                    <a:pt x="188373" y="198517"/>
                    <a:pt x="231426" y="163084"/>
                  </a:cubicBezTo>
                  <a:cubicBezTo>
                    <a:pt x="274479" y="127650"/>
                    <a:pt x="303435" y="89836"/>
                    <a:pt x="259525" y="44116"/>
                  </a:cubicBezTo>
                  <a:cubicBezTo>
                    <a:pt x="238189" y="21828"/>
                    <a:pt x="214377" y="12303"/>
                    <a:pt x="207995" y="4302"/>
                  </a:cubicBezTo>
                  <a:cubicBezTo>
                    <a:pt x="196565" y="-9891"/>
                    <a:pt x="169895" y="14970"/>
                    <a:pt x="161418" y="22209"/>
                  </a:cubicBezTo>
                  <a:cubicBezTo>
                    <a:pt x="152940" y="29448"/>
                    <a:pt x="144749" y="38020"/>
                    <a:pt x="136081" y="45640"/>
                  </a:cubicBezTo>
                  <a:cubicBezTo>
                    <a:pt x="128099" y="54622"/>
                    <a:pt x="120775" y="64176"/>
                    <a:pt x="114174" y="74215"/>
                  </a:cubicBezTo>
                  <a:cubicBezTo>
                    <a:pt x="111430" y="77015"/>
                    <a:pt x="109154" y="80235"/>
                    <a:pt x="107411" y="83740"/>
                  </a:cubicBezTo>
                  <a:cubicBezTo>
                    <a:pt x="105915" y="88407"/>
                    <a:pt x="105334" y="93322"/>
                    <a:pt x="105696" y="98218"/>
                  </a:cubicBezTo>
                  <a:cubicBezTo>
                    <a:pt x="105649" y="109867"/>
                    <a:pt x="104439" y="121478"/>
                    <a:pt x="102077" y="132889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8" name="Google Shape;218;g3f3ba1429e3_0_4152"/>
            <p:cNvSpPr/>
            <p:nvPr/>
          </p:nvSpPr>
          <p:spPr>
            <a:xfrm>
              <a:off x="5866204" y="4542626"/>
              <a:ext cx="170645" cy="131219"/>
            </a:xfrm>
            <a:custGeom>
              <a:rect b="b" l="l" r="r" t="t"/>
              <a:pathLst>
                <a:path extrusionOk="0" h="131219" w="170645">
                  <a:moveTo>
                    <a:pt x="157120" y="83380"/>
                  </a:moveTo>
                  <a:cubicBezTo>
                    <a:pt x="162140" y="78084"/>
                    <a:pt x="166664" y="72350"/>
                    <a:pt x="170645" y="66235"/>
                  </a:cubicBezTo>
                  <a:cubicBezTo>
                    <a:pt x="163854" y="45823"/>
                    <a:pt x="150452" y="28249"/>
                    <a:pt x="132545" y="16324"/>
                  </a:cubicBezTo>
                  <a:cubicBezTo>
                    <a:pt x="110085" y="1074"/>
                    <a:pt x="82158" y="-3783"/>
                    <a:pt x="55869" y="2989"/>
                  </a:cubicBezTo>
                  <a:cubicBezTo>
                    <a:pt x="42677" y="11095"/>
                    <a:pt x="30209" y="20334"/>
                    <a:pt x="18626" y="30611"/>
                  </a:cubicBezTo>
                  <a:cubicBezTo>
                    <a:pt x="11054" y="37155"/>
                    <a:pt x="5301" y="45556"/>
                    <a:pt x="1958" y="54995"/>
                  </a:cubicBezTo>
                  <a:cubicBezTo>
                    <a:pt x="-4148" y="77741"/>
                    <a:pt x="4320" y="101906"/>
                    <a:pt x="23294" y="115860"/>
                  </a:cubicBezTo>
                  <a:cubicBezTo>
                    <a:pt x="29980" y="122032"/>
                    <a:pt x="38153" y="126366"/>
                    <a:pt x="47011" y="128433"/>
                  </a:cubicBezTo>
                  <a:cubicBezTo>
                    <a:pt x="60574" y="132148"/>
                    <a:pt x="74881" y="132148"/>
                    <a:pt x="88445" y="128433"/>
                  </a:cubicBezTo>
                  <a:cubicBezTo>
                    <a:pt x="114610" y="119127"/>
                    <a:pt x="138165" y="103678"/>
                    <a:pt x="157120" y="8338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9" name="Google Shape;219;g3f3ba1429e3_0_4152"/>
            <p:cNvSpPr/>
            <p:nvPr/>
          </p:nvSpPr>
          <p:spPr>
            <a:xfrm>
              <a:off x="5935217" y="4266438"/>
              <a:ext cx="142569" cy="157883"/>
            </a:xfrm>
            <a:custGeom>
              <a:rect b="b" l="l" r="r" t="t"/>
              <a:pathLst>
                <a:path extrusionOk="0" h="157883" w="142569">
                  <a:moveTo>
                    <a:pt x="110681" y="0"/>
                  </a:moveTo>
                  <a:lnTo>
                    <a:pt x="136398" y="78772"/>
                  </a:lnTo>
                  <a:cubicBezTo>
                    <a:pt x="136398" y="78772"/>
                    <a:pt x="156115" y="104584"/>
                    <a:pt x="125063" y="134493"/>
                  </a:cubicBezTo>
                  <a:cubicBezTo>
                    <a:pt x="94012" y="164401"/>
                    <a:pt x="59246" y="163068"/>
                    <a:pt x="44291" y="144875"/>
                  </a:cubicBezTo>
                  <a:lnTo>
                    <a:pt x="0" y="61246"/>
                  </a:ln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20" name="Google Shape;220;g3f3ba1429e3_0_4152"/>
            <p:cNvSpPr/>
            <p:nvPr/>
          </p:nvSpPr>
          <p:spPr>
            <a:xfrm>
              <a:off x="6620446" y="3743472"/>
              <a:ext cx="166322" cy="367991"/>
            </a:xfrm>
            <a:custGeom>
              <a:rect b="b" l="l" r="r" t="t"/>
              <a:pathLst>
                <a:path extrusionOk="0" h="367991" w="166322">
                  <a:moveTo>
                    <a:pt x="73057" y="363708"/>
                  </a:moveTo>
                  <a:cubicBezTo>
                    <a:pt x="84392" y="369042"/>
                    <a:pt x="114300" y="371042"/>
                    <a:pt x="130778" y="359803"/>
                  </a:cubicBezTo>
                  <a:cubicBezTo>
                    <a:pt x="165163" y="336371"/>
                    <a:pt x="172498" y="267315"/>
                    <a:pt x="161735" y="229120"/>
                  </a:cubicBezTo>
                  <a:cubicBezTo>
                    <a:pt x="148590" y="182828"/>
                    <a:pt x="122872" y="159397"/>
                    <a:pt x="114110" y="131584"/>
                  </a:cubicBezTo>
                  <a:cubicBezTo>
                    <a:pt x="105346" y="103771"/>
                    <a:pt x="107728" y="63956"/>
                    <a:pt x="96107" y="39667"/>
                  </a:cubicBezTo>
                  <a:cubicBezTo>
                    <a:pt x="86554" y="20627"/>
                    <a:pt x="69161" y="6701"/>
                    <a:pt x="48482" y="1567"/>
                  </a:cubicBezTo>
                  <a:cubicBezTo>
                    <a:pt x="35357" y="-2014"/>
                    <a:pt x="21317" y="615"/>
                    <a:pt x="10382" y="8711"/>
                  </a:cubicBezTo>
                  <a:lnTo>
                    <a:pt x="0" y="1633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21" name="Google Shape;221;g3f3ba1429e3_0_4152"/>
            <p:cNvSpPr/>
            <p:nvPr/>
          </p:nvSpPr>
          <p:spPr>
            <a:xfrm>
              <a:off x="6526149" y="3754864"/>
              <a:ext cx="242380" cy="357256"/>
            </a:xfrm>
            <a:custGeom>
              <a:rect b="b" l="l" r="r" t="t"/>
              <a:pathLst>
                <a:path extrusionOk="0" h="357256" w="242380">
                  <a:moveTo>
                    <a:pt x="79915" y="177437"/>
                  </a:moveTo>
                  <a:cubicBezTo>
                    <a:pt x="92116" y="190038"/>
                    <a:pt x="101098" y="205392"/>
                    <a:pt x="106108" y="222204"/>
                  </a:cubicBezTo>
                  <a:cubicBezTo>
                    <a:pt x="114871" y="249827"/>
                    <a:pt x="115633" y="279354"/>
                    <a:pt x="119348" y="307929"/>
                  </a:cubicBezTo>
                  <a:cubicBezTo>
                    <a:pt x="120129" y="317502"/>
                    <a:pt x="122615" y="326855"/>
                    <a:pt x="126682" y="335552"/>
                  </a:cubicBezTo>
                  <a:cubicBezTo>
                    <a:pt x="137160" y="355649"/>
                    <a:pt x="161068" y="359364"/>
                    <a:pt x="184880" y="356316"/>
                  </a:cubicBezTo>
                  <a:cubicBezTo>
                    <a:pt x="194377" y="354259"/>
                    <a:pt x="203263" y="350058"/>
                    <a:pt x="210883" y="344029"/>
                  </a:cubicBezTo>
                  <a:cubicBezTo>
                    <a:pt x="221894" y="335361"/>
                    <a:pt x="230296" y="323826"/>
                    <a:pt x="235172" y="310691"/>
                  </a:cubicBezTo>
                  <a:cubicBezTo>
                    <a:pt x="243345" y="284145"/>
                    <a:pt x="244592" y="255942"/>
                    <a:pt x="238792" y="228776"/>
                  </a:cubicBezTo>
                  <a:cubicBezTo>
                    <a:pt x="230124" y="177151"/>
                    <a:pt x="178213" y="143051"/>
                    <a:pt x="178879" y="92188"/>
                  </a:cubicBezTo>
                  <a:cubicBezTo>
                    <a:pt x="179546" y="41324"/>
                    <a:pt x="149733" y="-24493"/>
                    <a:pt x="85725" y="9225"/>
                  </a:cubicBezTo>
                  <a:cubicBezTo>
                    <a:pt x="53921" y="26951"/>
                    <a:pt x="25013" y="49440"/>
                    <a:pt x="0" y="75900"/>
                  </a:cubicBezTo>
                  <a:cubicBezTo>
                    <a:pt x="15240" y="98760"/>
                    <a:pt x="30861" y="121525"/>
                    <a:pt x="45815" y="144575"/>
                  </a:cubicBezTo>
                  <a:cubicBezTo>
                    <a:pt x="48720" y="150414"/>
                    <a:pt x="52406" y="155834"/>
                    <a:pt x="56769" y="160672"/>
                  </a:cubicBezTo>
                  <a:cubicBezTo>
                    <a:pt x="63341" y="166483"/>
                    <a:pt x="71914" y="169626"/>
                    <a:pt x="78486" y="175912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22" name="Google Shape;222;g3f3ba1429e3_0_4152"/>
            <p:cNvSpPr/>
            <p:nvPr/>
          </p:nvSpPr>
          <p:spPr>
            <a:xfrm>
              <a:off x="6639544" y="3958575"/>
              <a:ext cx="128792" cy="154797"/>
            </a:xfrm>
            <a:custGeom>
              <a:rect b="b" l="l" r="r" t="t"/>
              <a:pathLst>
                <a:path extrusionOk="0" h="154797" w="128792">
                  <a:moveTo>
                    <a:pt x="125397" y="25923"/>
                  </a:moveTo>
                  <a:cubicBezTo>
                    <a:pt x="124139" y="18807"/>
                    <a:pt x="122129" y="11845"/>
                    <a:pt x="119396" y="5158"/>
                  </a:cubicBezTo>
                  <a:cubicBezTo>
                    <a:pt x="99231" y="-1909"/>
                    <a:pt x="77229" y="-1709"/>
                    <a:pt x="57198" y="5730"/>
                  </a:cubicBezTo>
                  <a:cubicBezTo>
                    <a:pt x="30842" y="13940"/>
                    <a:pt x="9973" y="34209"/>
                    <a:pt x="1000" y="60308"/>
                  </a:cubicBezTo>
                  <a:cubicBezTo>
                    <a:pt x="-333" y="75738"/>
                    <a:pt x="-333" y="91264"/>
                    <a:pt x="1000" y="106694"/>
                  </a:cubicBezTo>
                  <a:cubicBezTo>
                    <a:pt x="1981" y="116639"/>
                    <a:pt x="5239" y="126221"/>
                    <a:pt x="10525" y="134698"/>
                  </a:cubicBezTo>
                  <a:cubicBezTo>
                    <a:pt x="24527" y="154986"/>
                    <a:pt x="47101" y="156510"/>
                    <a:pt x="70914" y="153748"/>
                  </a:cubicBezTo>
                  <a:cubicBezTo>
                    <a:pt x="80401" y="151672"/>
                    <a:pt x="89287" y="147471"/>
                    <a:pt x="96917" y="141461"/>
                  </a:cubicBezTo>
                  <a:cubicBezTo>
                    <a:pt x="107899" y="132774"/>
                    <a:pt x="116300" y="121239"/>
                    <a:pt x="121206" y="108123"/>
                  </a:cubicBezTo>
                  <a:cubicBezTo>
                    <a:pt x="129616" y="81529"/>
                    <a:pt x="131064" y="53231"/>
                    <a:pt x="125397" y="25923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23" name="Google Shape;223;g3f3ba1429e3_0_4152"/>
            <p:cNvSpPr/>
            <p:nvPr/>
          </p:nvSpPr>
          <p:spPr>
            <a:xfrm>
              <a:off x="6538436" y="3797808"/>
              <a:ext cx="84706" cy="125349"/>
            </a:xfrm>
            <a:custGeom>
              <a:rect b="b" l="l" r="r" t="t"/>
              <a:pathLst>
                <a:path extrusionOk="0" h="125349" w="84706">
                  <a:moveTo>
                    <a:pt x="2191" y="1714"/>
                  </a:moveTo>
                  <a:lnTo>
                    <a:pt x="42481" y="0"/>
                  </a:lnTo>
                  <a:cubicBezTo>
                    <a:pt x="63617" y="9458"/>
                    <a:pt x="78924" y="28480"/>
                    <a:pt x="83629" y="51149"/>
                  </a:cubicBezTo>
                  <a:cubicBezTo>
                    <a:pt x="87382" y="74371"/>
                    <a:pt x="81229" y="98107"/>
                    <a:pt x="66675" y="116586"/>
                  </a:cubicBezTo>
                  <a:lnTo>
                    <a:pt x="0" y="125349"/>
                  </a:lnTo>
                  <a:lnTo>
                    <a:pt x="2000" y="4381"/>
                  </a:lnTo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24" name="Google Shape;224;g3f3ba1429e3_0_4152"/>
            <p:cNvSpPr/>
            <p:nvPr/>
          </p:nvSpPr>
          <p:spPr>
            <a:xfrm>
              <a:off x="5652866" y="3154013"/>
              <a:ext cx="946336" cy="1213866"/>
            </a:xfrm>
            <a:custGeom>
              <a:rect b="b" l="l" r="r" t="t"/>
              <a:pathLst>
                <a:path extrusionOk="0" h="1213866" w="946336">
                  <a:moveTo>
                    <a:pt x="890809" y="640366"/>
                  </a:moveTo>
                  <a:lnTo>
                    <a:pt x="612584" y="643128"/>
                  </a:lnTo>
                  <a:cubicBezTo>
                    <a:pt x="612584" y="643128"/>
                    <a:pt x="663066" y="269843"/>
                    <a:pt x="646397" y="51340"/>
                  </a:cubicBezTo>
                  <a:lnTo>
                    <a:pt x="199865" y="0"/>
                  </a:lnTo>
                  <a:lnTo>
                    <a:pt x="198532" y="2762"/>
                  </a:lnTo>
                  <a:cubicBezTo>
                    <a:pt x="125285" y="197739"/>
                    <a:pt x="47942" y="452056"/>
                    <a:pt x="5841" y="643699"/>
                  </a:cubicBezTo>
                  <a:cubicBezTo>
                    <a:pt x="-7113" y="702755"/>
                    <a:pt x="-445" y="718852"/>
                    <a:pt x="45465" y="805624"/>
                  </a:cubicBezTo>
                  <a:cubicBezTo>
                    <a:pt x="109949" y="927354"/>
                    <a:pt x="219677" y="1090231"/>
                    <a:pt x="298259" y="1213866"/>
                  </a:cubicBezTo>
                  <a:cubicBezTo>
                    <a:pt x="360362" y="1208341"/>
                    <a:pt x="393509" y="1189482"/>
                    <a:pt x="407796" y="1138142"/>
                  </a:cubicBezTo>
                  <a:cubicBezTo>
                    <a:pt x="359028" y="1024509"/>
                    <a:pt x="317785" y="779336"/>
                    <a:pt x="207771" y="675322"/>
                  </a:cubicBezTo>
                  <a:cubicBezTo>
                    <a:pt x="269207" y="565785"/>
                    <a:pt x="326834" y="439960"/>
                    <a:pt x="385508" y="319088"/>
                  </a:cubicBezTo>
                  <a:cubicBezTo>
                    <a:pt x="387317" y="396049"/>
                    <a:pt x="395033" y="648367"/>
                    <a:pt x="421798" y="752284"/>
                  </a:cubicBezTo>
                  <a:cubicBezTo>
                    <a:pt x="438371" y="817531"/>
                    <a:pt x="474566" y="856488"/>
                    <a:pt x="546766" y="844963"/>
                  </a:cubicBezTo>
                  <a:cubicBezTo>
                    <a:pt x="647350" y="828865"/>
                    <a:pt x="913097" y="769334"/>
                    <a:pt x="913097" y="769334"/>
                  </a:cubicBezTo>
                  <a:cubicBezTo>
                    <a:pt x="966437" y="761714"/>
                    <a:pt x="953103" y="661988"/>
                    <a:pt x="890809" y="64036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25" name="Google Shape;225;g3f3ba1429e3_0_4152"/>
            <p:cNvSpPr/>
            <p:nvPr/>
          </p:nvSpPr>
          <p:spPr>
            <a:xfrm>
              <a:off x="5652866" y="3154013"/>
              <a:ext cx="946336" cy="1213866"/>
            </a:xfrm>
            <a:custGeom>
              <a:rect b="b" l="l" r="r" t="t"/>
              <a:pathLst>
                <a:path extrusionOk="0" h="1213866" w="946336">
                  <a:moveTo>
                    <a:pt x="890809" y="640366"/>
                  </a:moveTo>
                  <a:lnTo>
                    <a:pt x="612584" y="643128"/>
                  </a:lnTo>
                  <a:cubicBezTo>
                    <a:pt x="612584" y="643128"/>
                    <a:pt x="663066" y="269843"/>
                    <a:pt x="646397" y="51340"/>
                  </a:cubicBezTo>
                  <a:lnTo>
                    <a:pt x="199865" y="0"/>
                  </a:lnTo>
                  <a:lnTo>
                    <a:pt x="198532" y="2762"/>
                  </a:lnTo>
                  <a:cubicBezTo>
                    <a:pt x="125285" y="197739"/>
                    <a:pt x="47942" y="452056"/>
                    <a:pt x="5841" y="643699"/>
                  </a:cubicBezTo>
                  <a:cubicBezTo>
                    <a:pt x="-7113" y="702755"/>
                    <a:pt x="-445" y="718852"/>
                    <a:pt x="45465" y="805624"/>
                  </a:cubicBezTo>
                  <a:cubicBezTo>
                    <a:pt x="109949" y="927354"/>
                    <a:pt x="219677" y="1090231"/>
                    <a:pt x="298259" y="1213866"/>
                  </a:cubicBezTo>
                  <a:cubicBezTo>
                    <a:pt x="360362" y="1208341"/>
                    <a:pt x="393509" y="1189482"/>
                    <a:pt x="407796" y="1138142"/>
                  </a:cubicBezTo>
                  <a:cubicBezTo>
                    <a:pt x="359028" y="1024509"/>
                    <a:pt x="317785" y="779336"/>
                    <a:pt x="207771" y="675322"/>
                  </a:cubicBezTo>
                  <a:cubicBezTo>
                    <a:pt x="269207" y="565785"/>
                    <a:pt x="326834" y="439960"/>
                    <a:pt x="385508" y="319088"/>
                  </a:cubicBezTo>
                  <a:cubicBezTo>
                    <a:pt x="387317" y="396049"/>
                    <a:pt x="395033" y="648367"/>
                    <a:pt x="421798" y="752284"/>
                  </a:cubicBezTo>
                  <a:cubicBezTo>
                    <a:pt x="438371" y="817531"/>
                    <a:pt x="474566" y="856488"/>
                    <a:pt x="546766" y="844963"/>
                  </a:cubicBezTo>
                  <a:cubicBezTo>
                    <a:pt x="647350" y="828865"/>
                    <a:pt x="913097" y="769334"/>
                    <a:pt x="913097" y="769334"/>
                  </a:cubicBezTo>
                  <a:cubicBezTo>
                    <a:pt x="966437" y="761714"/>
                    <a:pt x="953103" y="661988"/>
                    <a:pt x="890809" y="640366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26" name="Google Shape;226;g3f3ba1429e3_0_4152"/>
            <p:cNvSpPr/>
            <p:nvPr/>
          </p:nvSpPr>
          <p:spPr>
            <a:xfrm>
              <a:off x="6248018" y="3795712"/>
              <a:ext cx="201834" cy="89439"/>
            </a:xfrm>
            <a:custGeom>
              <a:rect b="b" l="l" r="r" t="t"/>
              <a:pathLst>
                <a:path extrusionOk="0" h="89439" w="201834">
                  <a:moveTo>
                    <a:pt x="17717" y="1429"/>
                  </a:moveTo>
                  <a:cubicBezTo>
                    <a:pt x="17717" y="1429"/>
                    <a:pt x="21527" y="51816"/>
                    <a:pt x="0" y="89440"/>
                  </a:cubicBezTo>
                  <a:cubicBezTo>
                    <a:pt x="15250" y="75152"/>
                    <a:pt x="27070" y="57598"/>
                    <a:pt x="34576" y="38100"/>
                  </a:cubicBezTo>
                  <a:cubicBezTo>
                    <a:pt x="46006" y="7048"/>
                    <a:pt x="135160" y="14383"/>
                    <a:pt x="201835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27" name="Google Shape;227;g3f3ba1429e3_0_4152"/>
            <p:cNvSpPr/>
            <p:nvPr/>
          </p:nvSpPr>
          <p:spPr>
            <a:xfrm>
              <a:off x="5923025" y="3318795"/>
              <a:ext cx="115252" cy="393382"/>
            </a:xfrm>
            <a:custGeom>
              <a:rect b="b" l="l" r="r" t="t"/>
              <a:pathLst>
                <a:path extrusionOk="0" h="393382" w="115252">
                  <a:moveTo>
                    <a:pt x="115253" y="154496"/>
                  </a:moveTo>
                  <a:lnTo>
                    <a:pt x="110871" y="84201"/>
                  </a:lnTo>
                  <a:cubicBezTo>
                    <a:pt x="72790" y="62389"/>
                    <a:pt x="38967" y="33861"/>
                    <a:pt x="11049" y="0"/>
                  </a:cubicBezTo>
                  <a:cubicBezTo>
                    <a:pt x="32595" y="34271"/>
                    <a:pt x="59407" y="64932"/>
                    <a:pt x="90488" y="90869"/>
                  </a:cubicBezTo>
                  <a:lnTo>
                    <a:pt x="97155" y="140589"/>
                  </a:lnTo>
                  <a:lnTo>
                    <a:pt x="0" y="393383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28" name="Google Shape;228;g3f3ba1429e3_0_4152"/>
            <p:cNvSpPr/>
            <p:nvPr/>
          </p:nvSpPr>
          <p:spPr>
            <a:xfrm>
              <a:off x="5838348" y="3829050"/>
              <a:ext cx="122300" cy="164591"/>
            </a:xfrm>
            <a:custGeom>
              <a:rect b="b" l="l" r="r" t="t"/>
              <a:pathLst>
                <a:path extrusionOk="0" h="164591" w="122300">
                  <a:moveTo>
                    <a:pt x="22384" y="0"/>
                  </a:moveTo>
                  <a:cubicBezTo>
                    <a:pt x="16383" y="8744"/>
                    <a:pt x="8792" y="16269"/>
                    <a:pt x="0" y="22193"/>
                  </a:cubicBezTo>
                  <a:cubicBezTo>
                    <a:pt x="26003" y="36443"/>
                    <a:pt x="48920" y="55702"/>
                    <a:pt x="67437" y="78867"/>
                  </a:cubicBezTo>
                  <a:cubicBezTo>
                    <a:pt x="87554" y="106223"/>
                    <a:pt x="105880" y="134864"/>
                    <a:pt x="122301" y="164592"/>
                  </a:cubicBezTo>
                  <a:cubicBezTo>
                    <a:pt x="95726" y="99631"/>
                    <a:pt x="64199" y="39814"/>
                    <a:pt x="22384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29" name="Google Shape;229;g3f3ba1429e3_0_4152"/>
            <p:cNvSpPr/>
            <p:nvPr/>
          </p:nvSpPr>
          <p:spPr>
            <a:xfrm>
              <a:off x="5679311" y="1771703"/>
              <a:ext cx="300718" cy="982735"/>
            </a:xfrm>
            <a:custGeom>
              <a:rect b="b" l="l" r="r" t="t"/>
              <a:pathLst>
                <a:path extrusionOk="0" h="982735" w="300718">
                  <a:moveTo>
                    <a:pt x="13209" y="637074"/>
                  </a:moveTo>
                  <a:cubicBezTo>
                    <a:pt x="26926" y="672412"/>
                    <a:pt x="196280" y="922824"/>
                    <a:pt x="236952" y="982736"/>
                  </a:cubicBezTo>
                  <a:cubicBezTo>
                    <a:pt x="352585" y="933396"/>
                    <a:pt x="275623" y="797475"/>
                    <a:pt x="275623" y="797475"/>
                  </a:cubicBezTo>
                  <a:cubicBezTo>
                    <a:pt x="275623" y="797475"/>
                    <a:pt x="154084" y="600784"/>
                    <a:pt x="134368" y="567637"/>
                  </a:cubicBezTo>
                  <a:cubicBezTo>
                    <a:pt x="129719" y="559188"/>
                    <a:pt x="126805" y="549891"/>
                    <a:pt x="125795" y="540300"/>
                  </a:cubicBezTo>
                  <a:cubicBezTo>
                    <a:pt x="123318" y="522774"/>
                    <a:pt x="114746" y="307699"/>
                    <a:pt x="125223" y="242739"/>
                  </a:cubicBezTo>
                  <a:cubicBezTo>
                    <a:pt x="127186" y="231204"/>
                    <a:pt x="133320" y="220796"/>
                    <a:pt x="142464" y="213497"/>
                  </a:cubicBezTo>
                  <a:cubicBezTo>
                    <a:pt x="166752" y="193780"/>
                    <a:pt x="175230" y="175397"/>
                    <a:pt x="192470" y="152346"/>
                  </a:cubicBezTo>
                  <a:cubicBezTo>
                    <a:pt x="205900" y="134154"/>
                    <a:pt x="218664" y="128439"/>
                    <a:pt x="215901" y="123771"/>
                  </a:cubicBezTo>
                  <a:cubicBezTo>
                    <a:pt x="208243" y="112741"/>
                    <a:pt x="193356" y="109498"/>
                    <a:pt x="181802" y="116342"/>
                  </a:cubicBezTo>
                  <a:cubicBezTo>
                    <a:pt x="169238" y="123214"/>
                    <a:pt x="157532" y="131559"/>
                    <a:pt x="146940" y="141202"/>
                  </a:cubicBezTo>
                  <a:cubicBezTo>
                    <a:pt x="153075" y="116242"/>
                    <a:pt x="163209" y="92439"/>
                    <a:pt x="176944" y="70717"/>
                  </a:cubicBezTo>
                  <a:cubicBezTo>
                    <a:pt x="208186" y="20806"/>
                    <a:pt x="206376" y="-7102"/>
                    <a:pt x="131796" y="1566"/>
                  </a:cubicBezTo>
                  <a:cubicBezTo>
                    <a:pt x="85028" y="6995"/>
                    <a:pt x="39498" y="43190"/>
                    <a:pt x="17496" y="150537"/>
                  </a:cubicBezTo>
                  <a:cubicBezTo>
                    <a:pt x="11114" y="181398"/>
                    <a:pt x="9685" y="227975"/>
                    <a:pt x="7304" y="267980"/>
                  </a:cubicBezTo>
                  <a:cubicBezTo>
                    <a:pt x="2160" y="358848"/>
                    <a:pt x="-1269" y="502676"/>
                    <a:pt x="446" y="565636"/>
                  </a:cubicBezTo>
                  <a:cubicBezTo>
                    <a:pt x="1018" y="597259"/>
                    <a:pt x="-411" y="601831"/>
                    <a:pt x="13209" y="637074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0" name="Google Shape;230;g3f3ba1429e3_0_4152"/>
            <p:cNvSpPr/>
            <p:nvPr/>
          </p:nvSpPr>
          <p:spPr>
            <a:xfrm>
              <a:off x="5745647" y="2393502"/>
              <a:ext cx="290679" cy="372304"/>
            </a:xfrm>
            <a:custGeom>
              <a:rect b="b" l="l" r="r" t="t"/>
              <a:pathLst>
                <a:path extrusionOk="0" h="372304" w="290679">
                  <a:moveTo>
                    <a:pt x="282535" y="149672"/>
                  </a:moveTo>
                  <a:cubicBezTo>
                    <a:pt x="242435" y="143767"/>
                    <a:pt x="111085" y="34"/>
                    <a:pt x="111085" y="34"/>
                  </a:cubicBezTo>
                  <a:cubicBezTo>
                    <a:pt x="74414" y="-2061"/>
                    <a:pt x="-15502" y="91951"/>
                    <a:pt x="2309" y="130241"/>
                  </a:cubicBezTo>
                  <a:cubicBezTo>
                    <a:pt x="55745" y="219205"/>
                    <a:pt x="123658" y="301691"/>
                    <a:pt x="142136" y="358841"/>
                  </a:cubicBezTo>
                  <a:cubicBezTo>
                    <a:pt x="157472" y="391036"/>
                    <a:pt x="198524" y="363699"/>
                    <a:pt x="216241" y="295976"/>
                  </a:cubicBezTo>
                  <a:cubicBezTo>
                    <a:pt x="241101" y="202346"/>
                    <a:pt x="315110" y="154816"/>
                    <a:pt x="282535" y="149672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1" name="Google Shape;231;g3f3ba1429e3_0_4152"/>
            <p:cNvSpPr/>
            <p:nvPr/>
          </p:nvSpPr>
          <p:spPr>
            <a:xfrm>
              <a:off x="5745647" y="2393502"/>
              <a:ext cx="290679" cy="372304"/>
            </a:xfrm>
            <a:custGeom>
              <a:rect b="b" l="l" r="r" t="t"/>
              <a:pathLst>
                <a:path extrusionOk="0" h="372304" w="290679">
                  <a:moveTo>
                    <a:pt x="282535" y="149672"/>
                  </a:moveTo>
                  <a:cubicBezTo>
                    <a:pt x="242435" y="143767"/>
                    <a:pt x="111085" y="34"/>
                    <a:pt x="111085" y="34"/>
                  </a:cubicBezTo>
                  <a:cubicBezTo>
                    <a:pt x="74414" y="-2061"/>
                    <a:pt x="-15502" y="91951"/>
                    <a:pt x="2309" y="130241"/>
                  </a:cubicBezTo>
                  <a:cubicBezTo>
                    <a:pt x="55745" y="219205"/>
                    <a:pt x="123658" y="301691"/>
                    <a:pt x="142136" y="358841"/>
                  </a:cubicBezTo>
                  <a:cubicBezTo>
                    <a:pt x="157472" y="391036"/>
                    <a:pt x="198524" y="363699"/>
                    <a:pt x="216241" y="295976"/>
                  </a:cubicBezTo>
                  <a:cubicBezTo>
                    <a:pt x="241101" y="202346"/>
                    <a:pt x="315110" y="154816"/>
                    <a:pt x="282535" y="149672"/>
                  </a:cubicBezTo>
                  <a:close/>
                </a:path>
              </a:pathLst>
            </a:custGeom>
            <a:solidFill>
              <a:srgbClr val="000000">
                <a:alpha val="2784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2" name="Google Shape;232;g3f3ba1429e3_0_4152"/>
            <p:cNvSpPr/>
            <p:nvPr/>
          </p:nvSpPr>
          <p:spPr>
            <a:xfrm>
              <a:off x="5847016" y="2536453"/>
              <a:ext cx="478473" cy="740034"/>
            </a:xfrm>
            <a:custGeom>
              <a:rect b="b" l="l" r="r" t="t"/>
              <a:pathLst>
                <a:path extrusionOk="0" h="740034" w="478473">
                  <a:moveTo>
                    <a:pt x="478441" y="176552"/>
                  </a:moveTo>
                  <a:lnTo>
                    <a:pt x="468916" y="347240"/>
                  </a:lnTo>
                  <a:lnTo>
                    <a:pt x="458534" y="710238"/>
                  </a:lnTo>
                  <a:cubicBezTo>
                    <a:pt x="326803" y="771864"/>
                    <a:pt x="132302" y="734717"/>
                    <a:pt x="0" y="628132"/>
                  </a:cubicBezTo>
                  <a:cubicBezTo>
                    <a:pt x="0" y="628132"/>
                    <a:pt x="7525" y="210366"/>
                    <a:pt x="34766" y="113782"/>
                  </a:cubicBezTo>
                  <a:cubicBezTo>
                    <a:pt x="62008" y="17199"/>
                    <a:pt x="110966" y="-1947"/>
                    <a:pt x="179070" y="149"/>
                  </a:cubicBezTo>
                  <a:cubicBezTo>
                    <a:pt x="250984" y="2435"/>
                    <a:pt x="343376" y="12531"/>
                    <a:pt x="343376" y="12531"/>
                  </a:cubicBezTo>
                  <a:lnTo>
                    <a:pt x="422053" y="33486"/>
                  </a:lnTo>
                  <a:cubicBezTo>
                    <a:pt x="422053" y="33486"/>
                    <a:pt x="480060" y="142357"/>
                    <a:pt x="478441" y="176552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3" name="Google Shape;233;g3f3ba1429e3_0_4152"/>
            <p:cNvSpPr/>
            <p:nvPr/>
          </p:nvSpPr>
          <p:spPr>
            <a:xfrm>
              <a:off x="6366509" y="2431291"/>
              <a:ext cx="113182" cy="148733"/>
            </a:xfrm>
            <a:custGeom>
              <a:rect b="b" l="l" r="r" t="t"/>
              <a:pathLst>
                <a:path extrusionOk="0" h="148733" w="113182">
                  <a:moveTo>
                    <a:pt x="14669" y="631"/>
                  </a:moveTo>
                  <a:cubicBezTo>
                    <a:pt x="23622" y="-3941"/>
                    <a:pt x="64865" y="16633"/>
                    <a:pt x="90011" y="52161"/>
                  </a:cubicBezTo>
                  <a:cubicBezTo>
                    <a:pt x="115157" y="87690"/>
                    <a:pt x="116872" y="137887"/>
                    <a:pt x="109061" y="147412"/>
                  </a:cubicBezTo>
                  <a:cubicBezTo>
                    <a:pt x="101251" y="156937"/>
                    <a:pt x="0" y="111883"/>
                    <a:pt x="0" y="11188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4" name="Google Shape;234;g3f3ba1429e3_0_4152"/>
            <p:cNvSpPr/>
            <p:nvPr/>
          </p:nvSpPr>
          <p:spPr>
            <a:xfrm>
              <a:off x="6366509" y="2431291"/>
              <a:ext cx="113182" cy="148733"/>
            </a:xfrm>
            <a:custGeom>
              <a:rect b="b" l="l" r="r" t="t"/>
              <a:pathLst>
                <a:path extrusionOk="0" h="148733" w="113182">
                  <a:moveTo>
                    <a:pt x="14669" y="631"/>
                  </a:moveTo>
                  <a:cubicBezTo>
                    <a:pt x="23622" y="-3941"/>
                    <a:pt x="64865" y="16633"/>
                    <a:pt x="90011" y="52161"/>
                  </a:cubicBezTo>
                  <a:cubicBezTo>
                    <a:pt x="115157" y="87690"/>
                    <a:pt x="116872" y="137887"/>
                    <a:pt x="109061" y="147412"/>
                  </a:cubicBezTo>
                  <a:cubicBezTo>
                    <a:pt x="101251" y="156937"/>
                    <a:pt x="0" y="111883"/>
                    <a:pt x="0" y="111883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5" name="Google Shape;235;g3f3ba1429e3_0_4152"/>
            <p:cNvSpPr/>
            <p:nvPr/>
          </p:nvSpPr>
          <p:spPr>
            <a:xfrm>
              <a:off x="6236868" y="1810174"/>
              <a:ext cx="354025" cy="971601"/>
            </a:xfrm>
            <a:custGeom>
              <a:rect b="b" l="l" r="r" t="t"/>
              <a:pathLst>
                <a:path extrusionOk="0" h="971601" w="354025">
                  <a:moveTo>
                    <a:pt x="310426" y="648514"/>
                  </a:moveTo>
                  <a:cubicBezTo>
                    <a:pt x="293566" y="682423"/>
                    <a:pt x="101352" y="915690"/>
                    <a:pt x="55155" y="971602"/>
                  </a:cubicBezTo>
                  <a:cubicBezTo>
                    <a:pt x="-55239" y="911594"/>
                    <a:pt x="34201" y="783578"/>
                    <a:pt x="34201" y="783578"/>
                  </a:cubicBezTo>
                  <a:cubicBezTo>
                    <a:pt x="34201" y="783578"/>
                    <a:pt x="173456" y="599650"/>
                    <a:pt x="196316" y="568027"/>
                  </a:cubicBezTo>
                  <a:cubicBezTo>
                    <a:pt x="201755" y="560055"/>
                    <a:pt x="205574" y="551092"/>
                    <a:pt x="207555" y="541643"/>
                  </a:cubicBezTo>
                  <a:cubicBezTo>
                    <a:pt x="211556" y="524307"/>
                    <a:pt x="240417" y="311043"/>
                    <a:pt x="236130" y="245415"/>
                  </a:cubicBezTo>
                  <a:cubicBezTo>
                    <a:pt x="235254" y="233776"/>
                    <a:pt x="230139" y="222860"/>
                    <a:pt x="221748" y="214745"/>
                  </a:cubicBezTo>
                  <a:cubicBezTo>
                    <a:pt x="199459" y="192742"/>
                    <a:pt x="192696" y="173788"/>
                    <a:pt x="177742" y="149023"/>
                  </a:cubicBezTo>
                  <a:cubicBezTo>
                    <a:pt x="166027" y="129973"/>
                    <a:pt x="153930" y="122829"/>
                    <a:pt x="157073" y="118161"/>
                  </a:cubicBezTo>
                  <a:cubicBezTo>
                    <a:pt x="165760" y="107929"/>
                    <a:pt x="180867" y="106104"/>
                    <a:pt x="191744" y="113971"/>
                  </a:cubicBezTo>
                  <a:cubicBezTo>
                    <a:pt x="203631" y="121997"/>
                    <a:pt x="214509" y="131432"/>
                    <a:pt x="224129" y="142069"/>
                  </a:cubicBezTo>
                  <a:cubicBezTo>
                    <a:pt x="220328" y="116620"/>
                    <a:pt x="212451" y="91952"/>
                    <a:pt x="200793" y="69013"/>
                  </a:cubicBezTo>
                  <a:cubicBezTo>
                    <a:pt x="174409" y="16434"/>
                    <a:pt x="178885" y="-11283"/>
                    <a:pt x="252323" y="4338"/>
                  </a:cubicBezTo>
                  <a:cubicBezTo>
                    <a:pt x="298329" y="13863"/>
                    <a:pt x="340334" y="54630"/>
                    <a:pt x="352431" y="163500"/>
                  </a:cubicBezTo>
                  <a:cubicBezTo>
                    <a:pt x="355860" y="194838"/>
                    <a:pt x="352907" y="241320"/>
                    <a:pt x="351478" y="281325"/>
                  </a:cubicBezTo>
                  <a:cubicBezTo>
                    <a:pt x="348049" y="372384"/>
                    <a:pt x="337953" y="515830"/>
                    <a:pt x="330333" y="578410"/>
                  </a:cubicBezTo>
                  <a:cubicBezTo>
                    <a:pt x="326332" y="610032"/>
                    <a:pt x="327380" y="614700"/>
                    <a:pt x="310426" y="648514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6" name="Google Shape;236;g3f3ba1429e3_0_4152"/>
            <p:cNvSpPr/>
            <p:nvPr/>
          </p:nvSpPr>
          <p:spPr>
            <a:xfrm>
              <a:off x="6230755" y="2431446"/>
              <a:ext cx="244625" cy="358475"/>
            </a:xfrm>
            <a:custGeom>
              <a:rect b="b" l="l" r="r" t="t"/>
              <a:pathLst>
                <a:path extrusionOk="0" h="358475" w="244625">
                  <a:moveTo>
                    <a:pt x="12025" y="133350"/>
                  </a:moveTo>
                  <a:lnTo>
                    <a:pt x="150423" y="0"/>
                  </a:lnTo>
                  <a:cubicBezTo>
                    <a:pt x="150423" y="0"/>
                    <a:pt x="137946" y="114300"/>
                    <a:pt x="244625" y="146971"/>
                  </a:cubicBezTo>
                  <a:lnTo>
                    <a:pt x="85654" y="348043"/>
                  </a:lnTo>
                  <a:cubicBezTo>
                    <a:pt x="67270" y="378714"/>
                    <a:pt x="16883" y="338518"/>
                    <a:pt x="5643" y="269748"/>
                  </a:cubicBezTo>
                  <a:cubicBezTo>
                    <a:pt x="-10073" y="173926"/>
                    <a:pt x="12025" y="133350"/>
                    <a:pt x="12025" y="13335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7" name="Google Shape;237;g3f3ba1429e3_0_4152"/>
            <p:cNvSpPr/>
            <p:nvPr/>
          </p:nvSpPr>
          <p:spPr>
            <a:xfrm>
              <a:off x="6230755" y="2431446"/>
              <a:ext cx="244625" cy="358475"/>
            </a:xfrm>
            <a:custGeom>
              <a:rect b="b" l="l" r="r" t="t"/>
              <a:pathLst>
                <a:path extrusionOk="0" h="358475" w="244625">
                  <a:moveTo>
                    <a:pt x="12025" y="133350"/>
                  </a:moveTo>
                  <a:lnTo>
                    <a:pt x="150423" y="0"/>
                  </a:lnTo>
                  <a:cubicBezTo>
                    <a:pt x="150423" y="0"/>
                    <a:pt x="137946" y="114300"/>
                    <a:pt x="244625" y="146971"/>
                  </a:cubicBezTo>
                  <a:lnTo>
                    <a:pt x="85654" y="348043"/>
                  </a:lnTo>
                  <a:cubicBezTo>
                    <a:pt x="67270" y="378714"/>
                    <a:pt x="16883" y="338518"/>
                    <a:pt x="5643" y="269748"/>
                  </a:cubicBezTo>
                  <a:cubicBezTo>
                    <a:pt x="-10073" y="173926"/>
                    <a:pt x="12025" y="133350"/>
                    <a:pt x="12025" y="133350"/>
                  </a:cubicBezTo>
                  <a:close/>
                </a:path>
              </a:pathLst>
            </a:custGeom>
            <a:solidFill>
              <a:srgbClr val="000000">
                <a:alpha val="2784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8" name="Google Shape;238;g3f3ba1429e3_0_4152"/>
            <p:cNvSpPr/>
            <p:nvPr/>
          </p:nvSpPr>
          <p:spPr>
            <a:xfrm>
              <a:off x="5923055" y="2114408"/>
              <a:ext cx="246319" cy="246324"/>
            </a:xfrm>
            <a:custGeom>
              <a:rect b="b" l="l" r="r" t="t"/>
              <a:pathLst>
                <a:path extrusionOk="0" h="246324" w="246319">
                  <a:moveTo>
                    <a:pt x="246192" y="128825"/>
                  </a:moveTo>
                  <a:cubicBezTo>
                    <a:pt x="243068" y="196767"/>
                    <a:pt x="185451" y="249316"/>
                    <a:pt x="117499" y="246192"/>
                  </a:cubicBezTo>
                  <a:cubicBezTo>
                    <a:pt x="49558" y="243068"/>
                    <a:pt x="-2992" y="185451"/>
                    <a:pt x="132" y="117509"/>
                  </a:cubicBezTo>
                  <a:cubicBezTo>
                    <a:pt x="3266" y="49558"/>
                    <a:pt x="60873" y="-2992"/>
                    <a:pt x="128825" y="132"/>
                  </a:cubicBezTo>
                  <a:cubicBezTo>
                    <a:pt x="128863" y="142"/>
                    <a:pt x="128901" y="142"/>
                    <a:pt x="128939" y="142"/>
                  </a:cubicBezTo>
                  <a:cubicBezTo>
                    <a:pt x="196814" y="3380"/>
                    <a:pt x="249259" y="60940"/>
                    <a:pt x="246192" y="12882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9" name="Google Shape;239;g3f3ba1429e3_0_4152"/>
            <p:cNvSpPr/>
            <p:nvPr/>
          </p:nvSpPr>
          <p:spPr>
            <a:xfrm>
              <a:off x="6196202" y="2334958"/>
              <a:ext cx="58578" cy="126777"/>
            </a:xfrm>
            <a:custGeom>
              <a:rect b="b" l="l" r="r" t="t"/>
              <a:pathLst>
                <a:path extrusionOk="0" h="126777" w="58578">
                  <a:moveTo>
                    <a:pt x="58579" y="0"/>
                  </a:moveTo>
                  <a:cubicBezTo>
                    <a:pt x="58579" y="0"/>
                    <a:pt x="34195" y="92678"/>
                    <a:pt x="25527" y="107728"/>
                  </a:cubicBezTo>
                  <a:cubicBezTo>
                    <a:pt x="19793" y="117138"/>
                    <a:pt x="10649" y="123958"/>
                    <a:pt x="0" y="126778"/>
                  </a:cubicBezTo>
                  <a:lnTo>
                    <a:pt x="4572" y="60865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0" name="Google Shape;240;g3f3ba1429e3_0_4152"/>
            <p:cNvSpPr/>
            <p:nvPr/>
          </p:nvSpPr>
          <p:spPr>
            <a:xfrm>
              <a:off x="6216491" y="2199402"/>
              <a:ext cx="64297" cy="138031"/>
            </a:xfrm>
            <a:custGeom>
              <a:rect b="b" l="l" r="r" t="t"/>
              <a:pathLst>
                <a:path extrusionOk="0" h="138031" w="64297">
                  <a:moveTo>
                    <a:pt x="19621" y="110"/>
                  </a:moveTo>
                  <a:cubicBezTo>
                    <a:pt x="33814" y="-871"/>
                    <a:pt x="47663" y="4749"/>
                    <a:pt x="57150" y="15350"/>
                  </a:cubicBezTo>
                  <a:cubicBezTo>
                    <a:pt x="72771" y="32971"/>
                    <a:pt x="61151" y="85073"/>
                    <a:pt x="38100" y="135556"/>
                  </a:cubicBezTo>
                  <a:lnTo>
                    <a:pt x="0" y="138032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1" name="Google Shape;241;g3f3ba1429e3_0_4152"/>
            <p:cNvSpPr/>
            <p:nvPr/>
          </p:nvSpPr>
          <p:spPr>
            <a:xfrm>
              <a:off x="5937907" y="2132942"/>
              <a:ext cx="354146" cy="456330"/>
            </a:xfrm>
            <a:custGeom>
              <a:rect b="b" l="l" r="r" t="t"/>
              <a:pathLst>
                <a:path extrusionOk="0" h="456330" w="354146">
                  <a:moveTo>
                    <a:pt x="267820" y="204017"/>
                  </a:moveTo>
                  <a:cubicBezTo>
                    <a:pt x="275154" y="208874"/>
                    <a:pt x="286870" y="194968"/>
                    <a:pt x="296395" y="185633"/>
                  </a:cubicBezTo>
                  <a:cubicBezTo>
                    <a:pt x="305920" y="176299"/>
                    <a:pt x="337162" y="164488"/>
                    <a:pt x="350783" y="197063"/>
                  </a:cubicBezTo>
                  <a:cubicBezTo>
                    <a:pt x="364403" y="229639"/>
                    <a:pt x="333828" y="271835"/>
                    <a:pt x="309635" y="278216"/>
                  </a:cubicBezTo>
                  <a:cubicBezTo>
                    <a:pt x="267820" y="289170"/>
                    <a:pt x="262962" y="262500"/>
                    <a:pt x="262962" y="262500"/>
                  </a:cubicBezTo>
                  <a:lnTo>
                    <a:pt x="252675" y="414900"/>
                  </a:lnTo>
                  <a:lnTo>
                    <a:pt x="252675" y="414900"/>
                  </a:lnTo>
                  <a:cubicBezTo>
                    <a:pt x="198478" y="478051"/>
                    <a:pt x="56746" y="465764"/>
                    <a:pt x="119325" y="400041"/>
                  </a:cubicBezTo>
                  <a:lnTo>
                    <a:pt x="121516" y="354893"/>
                  </a:lnTo>
                  <a:cubicBezTo>
                    <a:pt x="103056" y="356864"/>
                    <a:pt x="84445" y="356864"/>
                    <a:pt x="65985" y="354893"/>
                  </a:cubicBezTo>
                  <a:cubicBezTo>
                    <a:pt x="35886" y="348797"/>
                    <a:pt x="18360" y="323936"/>
                    <a:pt x="10359" y="290789"/>
                  </a:cubicBezTo>
                  <a:cubicBezTo>
                    <a:pt x="-1928" y="237544"/>
                    <a:pt x="-5452" y="194777"/>
                    <a:pt x="11883" y="91907"/>
                  </a:cubicBezTo>
                  <a:cubicBezTo>
                    <a:pt x="30933" y="-20869"/>
                    <a:pt x="162950" y="-15821"/>
                    <a:pt x="232006" y="32376"/>
                  </a:cubicBezTo>
                  <a:cubicBezTo>
                    <a:pt x="301062" y="80572"/>
                    <a:pt x="267820" y="204017"/>
                    <a:pt x="267820" y="204017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2" name="Google Shape;242;g3f3ba1429e3_0_4152"/>
            <p:cNvSpPr/>
            <p:nvPr/>
          </p:nvSpPr>
          <p:spPr>
            <a:xfrm>
              <a:off x="5932678" y="2093404"/>
              <a:ext cx="309536" cy="256222"/>
            </a:xfrm>
            <a:custGeom>
              <a:rect b="b" l="l" r="r" t="t"/>
              <a:pathLst>
                <a:path extrusionOk="0" h="256222" w="309536">
                  <a:moveTo>
                    <a:pt x="272477" y="256222"/>
                  </a:moveTo>
                  <a:cubicBezTo>
                    <a:pt x="276287" y="256222"/>
                    <a:pt x="291527" y="233267"/>
                    <a:pt x="301529" y="225171"/>
                  </a:cubicBezTo>
                  <a:cubicBezTo>
                    <a:pt x="315150" y="213932"/>
                    <a:pt x="303434" y="106108"/>
                    <a:pt x="303434" y="106108"/>
                  </a:cubicBezTo>
                  <a:cubicBezTo>
                    <a:pt x="313464" y="87259"/>
                    <a:pt x="310968" y="64189"/>
                    <a:pt x="297147" y="47911"/>
                  </a:cubicBezTo>
                  <a:cubicBezTo>
                    <a:pt x="280288" y="27527"/>
                    <a:pt x="256571" y="2381"/>
                    <a:pt x="175418" y="8096"/>
                  </a:cubicBezTo>
                  <a:cubicBezTo>
                    <a:pt x="117506" y="12192"/>
                    <a:pt x="53974" y="27146"/>
                    <a:pt x="4539" y="0"/>
                  </a:cubicBezTo>
                  <a:cubicBezTo>
                    <a:pt x="-6748" y="33299"/>
                    <a:pt x="3453" y="70114"/>
                    <a:pt x="30257" y="92869"/>
                  </a:cubicBezTo>
                  <a:cubicBezTo>
                    <a:pt x="30257" y="92869"/>
                    <a:pt x="47973" y="105632"/>
                    <a:pt x="95884" y="113729"/>
                  </a:cubicBezTo>
                  <a:cubicBezTo>
                    <a:pt x="140118" y="119091"/>
                    <a:pt x="184762" y="120367"/>
                    <a:pt x="229234" y="117539"/>
                  </a:cubicBezTo>
                  <a:cubicBezTo>
                    <a:pt x="243236" y="116205"/>
                    <a:pt x="245617" y="129921"/>
                    <a:pt x="251427" y="167259"/>
                  </a:cubicBezTo>
                  <a:cubicBezTo>
                    <a:pt x="256857" y="200120"/>
                    <a:pt x="259714" y="255365"/>
                    <a:pt x="272477" y="25622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3" name="Google Shape;243;g3f3ba1429e3_0_4152"/>
            <p:cNvSpPr/>
            <p:nvPr/>
          </p:nvSpPr>
          <p:spPr>
            <a:xfrm>
              <a:off x="6233267" y="2170105"/>
              <a:ext cx="49041" cy="37789"/>
            </a:xfrm>
            <a:custGeom>
              <a:rect b="b" l="l" r="r" t="t"/>
              <a:pathLst>
                <a:path extrusionOk="0" h="37789" w="49041">
                  <a:moveTo>
                    <a:pt x="2369" y="37789"/>
                  </a:moveTo>
                  <a:lnTo>
                    <a:pt x="49041" y="15405"/>
                  </a:lnTo>
                  <a:cubicBezTo>
                    <a:pt x="43707" y="2642"/>
                    <a:pt x="29038" y="-3388"/>
                    <a:pt x="16275" y="1937"/>
                  </a:cubicBezTo>
                  <a:cubicBezTo>
                    <a:pt x="15885" y="2099"/>
                    <a:pt x="15504" y="2270"/>
                    <a:pt x="15132" y="2451"/>
                  </a:cubicBezTo>
                  <a:cubicBezTo>
                    <a:pt x="2054" y="8871"/>
                    <a:pt x="-3585" y="24492"/>
                    <a:pt x="2369" y="3778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4" name="Google Shape;244;g3f3ba1429e3_0_4152"/>
            <p:cNvSpPr/>
            <p:nvPr/>
          </p:nvSpPr>
          <p:spPr>
            <a:xfrm>
              <a:off x="6058376" y="2435733"/>
              <a:ext cx="127349" cy="70580"/>
            </a:xfrm>
            <a:custGeom>
              <a:rect b="b" l="l" r="r" t="t"/>
              <a:pathLst>
                <a:path extrusionOk="0" h="70580" w="127349">
                  <a:moveTo>
                    <a:pt x="762" y="52578"/>
                  </a:moveTo>
                  <a:cubicBezTo>
                    <a:pt x="762" y="52578"/>
                    <a:pt x="68961" y="42196"/>
                    <a:pt x="93154" y="30766"/>
                  </a:cubicBezTo>
                  <a:cubicBezTo>
                    <a:pt x="107366" y="24155"/>
                    <a:pt x="119272" y="13440"/>
                    <a:pt x="127349" y="0"/>
                  </a:cubicBezTo>
                  <a:cubicBezTo>
                    <a:pt x="123139" y="13659"/>
                    <a:pt x="116205" y="26327"/>
                    <a:pt x="106966" y="37243"/>
                  </a:cubicBezTo>
                  <a:cubicBezTo>
                    <a:pt x="88678" y="58483"/>
                    <a:pt x="0" y="70580"/>
                    <a:pt x="0" y="70580"/>
                  </a:cubicBez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5" name="Google Shape;245;g3f3ba1429e3_0_4152"/>
            <p:cNvSpPr/>
            <p:nvPr/>
          </p:nvSpPr>
          <p:spPr>
            <a:xfrm>
              <a:off x="6083616" y="2301139"/>
              <a:ext cx="27243" cy="27238"/>
            </a:xfrm>
            <a:custGeom>
              <a:rect b="b" l="l" r="r" t="t"/>
              <a:pathLst>
                <a:path extrusionOk="0" h="27238" w="27243">
                  <a:moveTo>
                    <a:pt x="1" y="13436"/>
                  </a:moveTo>
                  <a:cubicBezTo>
                    <a:pt x="-94" y="20960"/>
                    <a:pt x="5916" y="27133"/>
                    <a:pt x="13441" y="27237"/>
                  </a:cubicBezTo>
                  <a:cubicBezTo>
                    <a:pt x="20966" y="27333"/>
                    <a:pt x="27138" y="21313"/>
                    <a:pt x="27243" y="13788"/>
                  </a:cubicBezTo>
                  <a:cubicBezTo>
                    <a:pt x="27338" y="6425"/>
                    <a:pt x="21556" y="320"/>
                    <a:pt x="14193" y="5"/>
                  </a:cubicBezTo>
                  <a:cubicBezTo>
                    <a:pt x="6564" y="-204"/>
                    <a:pt x="211" y="5797"/>
                    <a:pt x="1" y="13426"/>
                  </a:cubicBezTo>
                  <a:cubicBezTo>
                    <a:pt x="1" y="13426"/>
                    <a:pt x="1" y="13436"/>
                    <a:pt x="1" y="1343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6" name="Google Shape;246;g3f3ba1429e3_0_4152"/>
            <p:cNvSpPr/>
            <p:nvPr/>
          </p:nvSpPr>
          <p:spPr>
            <a:xfrm>
              <a:off x="6100381" y="2255297"/>
              <a:ext cx="30948" cy="25940"/>
            </a:xfrm>
            <a:custGeom>
              <a:rect b="b" l="l" r="r" t="t"/>
              <a:pathLst>
                <a:path extrusionOk="0" h="25940" w="30948">
                  <a:moveTo>
                    <a:pt x="0" y="8605"/>
                  </a:moveTo>
                  <a:lnTo>
                    <a:pt x="28575" y="25940"/>
                  </a:lnTo>
                  <a:cubicBezTo>
                    <a:pt x="33271" y="17882"/>
                    <a:pt x="30794" y="7557"/>
                    <a:pt x="22955" y="2509"/>
                  </a:cubicBezTo>
                  <a:cubicBezTo>
                    <a:pt x="15392" y="-2273"/>
                    <a:pt x="5391" y="-15"/>
                    <a:pt x="619" y="7547"/>
                  </a:cubicBezTo>
                  <a:cubicBezTo>
                    <a:pt x="400" y="7890"/>
                    <a:pt x="190" y="8243"/>
                    <a:pt x="0" y="860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7" name="Google Shape;247;g3f3ba1429e3_0_4152"/>
            <p:cNvSpPr/>
            <p:nvPr/>
          </p:nvSpPr>
          <p:spPr>
            <a:xfrm>
              <a:off x="6037707" y="2407348"/>
              <a:ext cx="32208" cy="22177"/>
            </a:xfrm>
            <a:custGeom>
              <a:rect b="b" l="l" r="r" t="t"/>
              <a:pathLst>
                <a:path extrusionOk="0" h="22177" w="32208">
                  <a:moveTo>
                    <a:pt x="31432" y="0"/>
                  </a:moveTo>
                  <a:lnTo>
                    <a:pt x="0" y="10096"/>
                  </a:lnTo>
                  <a:cubicBezTo>
                    <a:pt x="2276" y="18745"/>
                    <a:pt x="11125" y="23917"/>
                    <a:pt x="19774" y="21641"/>
                  </a:cubicBezTo>
                  <a:cubicBezTo>
                    <a:pt x="19917" y="21603"/>
                    <a:pt x="20050" y="21565"/>
                    <a:pt x="20193" y="21526"/>
                  </a:cubicBezTo>
                  <a:cubicBezTo>
                    <a:pt x="29213" y="18650"/>
                    <a:pt x="34233" y="9049"/>
                    <a:pt x="31432" y="0"/>
                  </a:cubicBez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8" name="Google Shape;248;g3f3ba1429e3_0_4152"/>
            <p:cNvSpPr/>
            <p:nvPr/>
          </p:nvSpPr>
          <p:spPr>
            <a:xfrm>
              <a:off x="5962106" y="2242152"/>
              <a:ext cx="30071" cy="26607"/>
            </a:xfrm>
            <a:custGeom>
              <a:rect b="b" l="l" r="r" t="t"/>
              <a:pathLst>
                <a:path extrusionOk="0" h="26607" w="30071">
                  <a:moveTo>
                    <a:pt x="2734" y="26608"/>
                  </a:moveTo>
                  <a:lnTo>
                    <a:pt x="30071" y="7558"/>
                  </a:lnTo>
                  <a:cubicBezTo>
                    <a:pt x="25404" y="52"/>
                    <a:pt x="15546" y="-2253"/>
                    <a:pt x="8030" y="2414"/>
                  </a:cubicBezTo>
                  <a:cubicBezTo>
                    <a:pt x="7783" y="2567"/>
                    <a:pt x="7545" y="2729"/>
                    <a:pt x="7307" y="2890"/>
                  </a:cubicBezTo>
                  <a:cubicBezTo>
                    <a:pt x="-247" y="8348"/>
                    <a:pt x="-2247" y="18740"/>
                    <a:pt x="2734" y="2660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49" name="Google Shape;249;g3f3ba1429e3_0_4152"/>
            <p:cNvSpPr/>
            <p:nvPr/>
          </p:nvSpPr>
          <p:spPr>
            <a:xfrm>
              <a:off x="5971132" y="2291015"/>
              <a:ext cx="27326" cy="29212"/>
            </a:xfrm>
            <a:custGeom>
              <a:rect b="b" l="l" r="r" t="t"/>
              <a:pathLst>
                <a:path extrusionOk="0" h="29212" w="27326">
                  <a:moveTo>
                    <a:pt x="90" y="14035"/>
                  </a:moveTo>
                  <a:cubicBezTo>
                    <a:pt x="-767" y="21512"/>
                    <a:pt x="4595" y="28265"/>
                    <a:pt x="12063" y="29122"/>
                  </a:cubicBezTo>
                  <a:cubicBezTo>
                    <a:pt x="19540" y="29979"/>
                    <a:pt x="26293" y="24617"/>
                    <a:pt x="27151" y="17140"/>
                  </a:cubicBezTo>
                  <a:cubicBezTo>
                    <a:pt x="27227" y="16492"/>
                    <a:pt x="27255" y="15835"/>
                    <a:pt x="27236" y="15178"/>
                  </a:cubicBezTo>
                  <a:cubicBezTo>
                    <a:pt x="28094" y="7701"/>
                    <a:pt x="22731" y="947"/>
                    <a:pt x="15263" y="90"/>
                  </a:cubicBezTo>
                  <a:cubicBezTo>
                    <a:pt x="7786" y="-767"/>
                    <a:pt x="1033" y="4595"/>
                    <a:pt x="176" y="12073"/>
                  </a:cubicBezTo>
                  <a:cubicBezTo>
                    <a:pt x="100" y="12720"/>
                    <a:pt x="71" y="13377"/>
                    <a:pt x="90" y="1403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50" name="Google Shape;250;g3f3ba1429e3_0_4152"/>
            <p:cNvSpPr/>
            <p:nvPr/>
          </p:nvSpPr>
          <p:spPr>
            <a:xfrm>
              <a:off x="5990748" y="2295525"/>
              <a:ext cx="50101" cy="81248"/>
            </a:xfrm>
            <a:custGeom>
              <a:rect b="b" l="l" r="r" t="t"/>
              <a:pathLst>
                <a:path extrusionOk="0" h="81248" w="50101">
                  <a:moveTo>
                    <a:pt x="50102" y="0"/>
                  </a:moveTo>
                  <a:lnTo>
                    <a:pt x="41815" y="81248"/>
                  </a:lnTo>
                  <a:lnTo>
                    <a:pt x="0" y="64675"/>
                  </a:lnTo>
                  <a:lnTo>
                    <a:pt x="50102" y="0"/>
                  </a:ln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251" name="Google Shape;251;g3f3ba1429e3_0_4152"/>
          <p:cNvGrpSpPr/>
          <p:nvPr/>
        </p:nvGrpSpPr>
        <p:grpSpPr>
          <a:xfrm>
            <a:off x="335406" y="217184"/>
            <a:ext cx="11376424" cy="5726587"/>
            <a:chOff x="3962400" y="1361312"/>
            <a:chExt cx="4234979" cy="2131775"/>
          </a:xfrm>
        </p:grpSpPr>
        <p:sp>
          <p:nvSpPr>
            <p:cNvPr id="252" name="Google Shape;252;g3f3ba1429e3_0_4152"/>
            <p:cNvSpPr/>
            <p:nvPr/>
          </p:nvSpPr>
          <p:spPr>
            <a:xfrm>
              <a:off x="6537135" y="1462759"/>
              <a:ext cx="98614" cy="187923"/>
            </a:xfrm>
            <a:custGeom>
              <a:rect b="b" l="l" r="r" t="t"/>
              <a:pathLst>
                <a:path extrusionOk="0" h="187923" w="98614">
                  <a:moveTo>
                    <a:pt x="76262" y="186"/>
                  </a:moveTo>
                  <a:cubicBezTo>
                    <a:pt x="31781" y="-4196"/>
                    <a:pt x="-28513" y="70099"/>
                    <a:pt x="15112" y="105818"/>
                  </a:cubicBezTo>
                  <a:cubicBezTo>
                    <a:pt x="39305" y="125630"/>
                    <a:pt x="91979" y="117057"/>
                    <a:pt x="91312" y="80005"/>
                  </a:cubicBezTo>
                  <a:cubicBezTo>
                    <a:pt x="91093" y="77893"/>
                    <a:pt x="89493" y="76185"/>
                    <a:pt x="87407" y="75814"/>
                  </a:cubicBezTo>
                  <a:cubicBezTo>
                    <a:pt x="52450" y="67813"/>
                    <a:pt x="17779" y="82863"/>
                    <a:pt x="23684" y="123439"/>
                  </a:cubicBezTo>
                  <a:cubicBezTo>
                    <a:pt x="30209" y="159460"/>
                    <a:pt x="60746" y="186202"/>
                    <a:pt x="97313" y="187923"/>
                  </a:cubicBezTo>
                  <a:cubicBezTo>
                    <a:pt x="99408" y="187923"/>
                    <a:pt x="98646" y="184304"/>
                    <a:pt x="97313" y="183923"/>
                  </a:cubicBezTo>
                  <a:cubicBezTo>
                    <a:pt x="66833" y="177541"/>
                    <a:pt x="38067" y="158586"/>
                    <a:pt x="32066" y="126011"/>
                  </a:cubicBezTo>
                  <a:cubicBezTo>
                    <a:pt x="29323" y="114348"/>
                    <a:pt x="31724" y="102072"/>
                    <a:pt x="38639" y="92292"/>
                  </a:cubicBezTo>
                  <a:cubicBezTo>
                    <a:pt x="42715" y="87396"/>
                    <a:pt x="48097" y="83762"/>
                    <a:pt x="54164" y="81815"/>
                  </a:cubicBezTo>
                  <a:cubicBezTo>
                    <a:pt x="59403" y="80196"/>
                    <a:pt x="78167" y="77243"/>
                    <a:pt x="82739" y="81815"/>
                  </a:cubicBezTo>
                  <a:cubicBezTo>
                    <a:pt x="90931" y="90292"/>
                    <a:pt x="68642" y="104675"/>
                    <a:pt x="61975" y="106961"/>
                  </a:cubicBezTo>
                  <a:cubicBezTo>
                    <a:pt x="48649" y="111744"/>
                    <a:pt x="33876" y="110348"/>
                    <a:pt x="21684" y="103151"/>
                  </a:cubicBezTo>
                  <a:cubicBezTo>
                    <a:pt x="3206" y="90197"/>
                    <a:pt x="7778" y="65813"/>
                    <a:pt x="16731" y="48573"/>
                  </a:cubicBezTo>
                  <a:cubicBezTo>
                    <a:pt x="28828" y="25236"/>
                    <a:pt x="49973" y="6282"/>
                    <a:pt x="77215" y="5329"/>
                  </a:cubicBezTo>
                  <a:cubicBezTo>
                    <a:pt x="79691" y="5329"/>
                    <a:pt x="78358" y="662"/>
                    <a:pt x="76453" y="47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53" name="Google Shape;253;g3f3ba1429e3_0_4152"/>
            <p:cNvSpPr/>
            <p:nvPr/>
          </p:nvSpPr>
          <p:spPr>
            <a:xfrm>
              <a:off x="6626447" y="2802468"/>
              <a:ext cx="236183" cy="124501"/>
            </a:xfrm>
            <a:custGeom>
              <a:rect b="b" l="l" r="r" t="t"/>
              <a:pathLst>
                <a:path extrusionOk="0" h="124501" w="236183">
                  <a:moveTo>
                    <a:pt x="1714" y="123897"/>
                  </a:moveTo>
                  <a:cubicBezTo>
                    <a:pt x="15716" y="92370"/>
                    <a:pt x="14192" y="59699"/>
                    <a:pt x="54959" y="49316"/>
                  </a:cubicBezTo>
                  <a:cubicBezTo>
                    <a:pt x="72866" y="44745"/>
                    <a:pt x="115253" y="40553"/>
                    <a:pt x="128683" y="56460"/>
                  </a:cubicBezTo>
                  <a:cubicBezTo>
                    <a:pt x="133740" y="64395"/>
                    <a:pt x="132245" y="74834"/>
                    <a:pt x="125158" y="81035"/>
                  </a:cubicBezTo>
                  <a:cubicBezTo>
                    <a:pt x="114586" y="90560"/>
                    <a:pt x="106680" y="79130"/>
                    <a:pt x="103918" y="69033"/>
                  </a:cubicBezTo>
                  <a:cubicBezTo>
                    <a:pt x="99555" y="49926"/>
                    <a:pt x="107728" y="30152"/>
                    <a:pt x="124301" y="19694"/>
                  </a:cubicBezTo>
                  <a:cubicBezTo>
                    <a:pt x="159753" y="-3662"/>
                    <a:pt x="207178" y="3949"/>
                    <a:pt x="233553" y="37220"/>
                  </a:cubicBezTo>
                  <a:cubicBezTo>
                    <a:pt x="235077" y="39125"/>
                    <a:pt x="236696" y="37220"/>
                    <a:pt x="236029" y="35124"/>
                  </a:cubicBezTo>
                  <a:cubicBezTo>
                    <a:pt x="204788" y="-36789"/>
                    <a:pt x="55054" y="13217"/>
                    <a:pt x="102679" y="82178"/>
                  </a:cubicBezTo>
                  <a:cubicBezTo>
                    <a:pt x="117253" y="103037"/>
                    <a:pt x="142970" y="84654"/>
                    <a:pt x="138113" y="62556"/>
                  </a:cubicBezTo>
                  <a:cubicBezTo>
                    <a:pt x="132779" y="38077"/>
                    <a:pt x="91059" y="39315"/>
                    <a:pt x="72580" y="40553"/>
                  </a:cubicBezTo>
                  <a:cubicBezTo>
                    <a:pt x="53854" y="40563"/>
                    <a:pt x="35795" y="47526"/>
                    <a:pt x="21907" y="60080"/>
                  </a:cubicBezTo>
                  <a:cubicBezTo>
                    <a:pt x="5620" y="76082"/>
                    <a:pt x="3429" y="101418"/>
                    <a:pt x="0" y="122945"/>
                  </a:cubicBezTo>
                  <a:cubicBezTo>
                    <a:pt x="0" y="123897"/>
                    <a:pt x="857" y="125326"/>
                    <a:pt x="1524" y="12389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54" name="Google Shape;254;g3f3ba1429e3_0_4152"/>
            <p:cNvSpPr/>
            <p:nvPr/>
          </p:nvSpPr>
          <p:spPr>
            <a:xfrm>
              <a:off x="7694603" y="1371080"/>
              <a:ext cx="119561" cy="155761"/>
            </a:xfrm>
            <a:custGeom>
              <a:rect b="b" l="l" r="r" t="t"/>
              <a:pathLst>
                <a:path extrusionOk="0" h="155761" w="119561">
                  <a:moveTo>
                    <a:pt x="1596" y="8901"/>
                  </a:moveTo>
                  <a:cubicBezTo>
                    <a:pt x="30838" y="329"/>
                    <a:pt x="71034" y="2710"/>
                    <a:pt x="95513" y="22427"/>
                  </a:cubicBezTo>
                  <a:cubicBezTo>
                    <a:pt x="114563" y="37667"/>
                    <a:pt x="125231" y="70719"/>
                    <a:pt x="97322" y="82053"/>
                  </a:cubicBezTo>
                  <a:cubicBezTo>
                    <a:pt x="86369" y="86435"/>
                    <a:pt x="50269" y="86435"/>
                    <a:pt x="45983" y="71576"/>
                  </a:cubicBezTo>
                  <a:cubicBezTo>
                    <a:pt x="42935" y="61194"/>
                    <a:pt x="54079" y="55002"/>
                    <a:pt x="63033" y="53669"/>
                  </a:cubicBezTo>
                  <a:cubicBezTo>
                    <a:pt x="89226" y="49573"/>
                    <a:pt x="113801" y="77196"/>
                    <a:pt x="113134" y="101865"/>
                  </a:cubicBezTo>
                  <a:cubicBezTo>
                    <a:pt x="112277" y="138918"/>
                    <a:pt x="69128" y="151205"/>
                    <a:pt x="38649" y="151491"/>
                  </a:cubicBezTo>
                  <a:cubicBezTo>
                    <a:pt x="36648" y="151491"/>
                    <a:pt x="37125" y="155301"/>
                    <a:pt x="38649" y="155396"/>
                  </a:cubicBezTo>
                  <a:cubicBezTo>
                    <a:pt x="90560" y="160444"/>
                    <a:pt x="148472" y="112343"/>
                    <a:pt x="102276" y="64146"/>
                  </a:cubicBezTo>
                  <a:cubicBezTo>
                    <a:pt x="89893" y="51192"/>
                    <a:pt x="70462" y="41953"/>
                    <a:pt x="52555" y="49097"/>
                  </a:cubicBezTo>
                  <a:cubicBezTo>
                    <a:pt x="42459" y="53193"/>
                    <a:pt x="34458" y="62337"/>
                    <a:pt x="39506" y="73290"/>
                  </a:cubicBezTo>
                  <a:cubicBezTo>
                    <a:pt x="47602" y="90912"/>
                    <a:pt x="80177" y="93960"/>
                    <a:pt x="95989" y="89483"/>
                  </a:cubicBezTo>
                  <a:cubicBezTo>
                    <a:pt x="112915" y="84979"/>
                    <a:pt x="122992" y="67605"/>
                    <a:pt x="118487" y="50676"/>
                  </a:cubicBezTo>
                  <a:cubicBezTo>
                    <a:pt x="118316" y="50017"/>
                    <a:pt x="118116" y="49363"/>
                    <a:pt x="117896" y="48716"/>
                  </a:cubicBezTo>
                  <a:cubicBezTo>
                    <a:pt x="105133" y="1853"/>
                    <a:pt x="39506" y="-8434"/>
                    <a:pt x="644" y="6139"/>
                  </a:cubicBezTo>
                  <a:cubicBezTo>
                    <a:pt x="-499" y="6139"/>
                    <a:pt x="-23" y="9282"/>
                    <a:pt x="1310" y="890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55" name="Google Shape;255;g3f3ba1429e3_0_4152"/>
            <p:cNvSpPr/>
            <p:nvPr/>
          </p:nvSpPr>
          <p:spPr>
            <a:xfrm>
              <a:off x="8077767" y="3337310"/>
              <a:ext cx="119612" cy="155777"/>
            </a:xfrm>
            <a:custGeom>
              <a:rect b="b" l="l" r="r" t="t"/>
              <a:pathLst>
                <a:path extrusionOk="0" h="155777" w="119612">
                  <a:moveTo>
                    <a:pt x="1623" y="8917"/>
                  </a:moveTo>
                  <a:cubicBezTo>
                    <a:pt x="30865" y="345"/>
                    <a:pt x="71060" y="2726"/>
                    <a:pt x="95540" y="22443"/>
                  </a:cubicBezTo>
                  <a:cubicBezTo>
                    <a:pt x="114590" y="37683"/>
                    <a:pt x="125257" y="70734"/>
                    <a:pt x="97349" y="82069"/>
                  </a:cubicBezTo>
                  <a:cubicBezTo>
                    <a:pt x="86396" y="86451"/>
                    <a:pt x="50296" y="86451"/>
                    <a:pt x="46010" y="71496"/>
                  </a:cubicBezTo>
                  <a:cubicBezTo>
                    <a:pt x="42962" y="61209"/>
                    <a:pt x="54106" y="55018"/>
                    <a:pt x="62964" y="53589"/>
                  </a:cubicBezTo>
                  <a:cubicBezTo>
                    <a:pt x="89253" y="49589"/>
                    <a:pt x="113732" y="77211"/>
                    <a:pt x="113161" y="101881"/>
                  </a:cubicBezTo>
                  <a:cubicBezTo>
                    <a:pt x="112304" y="138933"/>
                    <a:pt x="69155" y="151221"/>
                    <a:pt x="38675" y="151506"/>
                  </a:cubicBezTo>
                  <a:cubicBezTo>
                    <a:pt x="36675" y="151506"/>
                    <a:pt x="37151" y="155316"/>
                    <a:pt x="38675" y="155412"/>
                  </a:cubicBezTo>
                  <a:cubicBezTo>
                    <a:pt x="90587" y="160460"/>
                    <a:pt x="148498" y="112359"/>
                    <a:pt x="102302" y="64162"/>
                  </a:cubicBezTo>
                  <a:cubicBezTo>
                    <a:pt x="89920" y="51208"/>
                    <a:pt x="70489" y="41969"/>
                    <a:pt x="52582" y="49113"/>
                  </a:cubicBezTo>
                  <a:cubicBezTo>
                    <a:pt x="42485" y="53113"/>
                    <a:pt x="34484" y="62352"/>
                    <a:pt x="39532" y="73306"/>
                  </a:cubicBezTo>
                  <a:cubicBezTo>
                    <a:pt x="47629" y="90927"/>
                    <a:pt x="80204" y="93975"/>
                    <a:pt x="96016" y="89403"/>
                  </a:cubicBezTo>
                  <a:cubicBezTo>
                    <a:pt x="112865" y="85022"/>
                    <a:pt x="122972" y="67801"/>
                    <a:pt x="118590" y="50951"/>
                  </a:cubicBezTo>
                  <a:cubicBezTo>
                    <a:pt x="118399" y="50208"/>
                    <a:pt x="118171" y="49465"/>
                    <a:pt x="117923" y="48732"/>
                  </a:cubicBezTo>
                  <a:cubicBezTo>
                    <a:pt x="105160" y="1773"/>
                    <a:pt x="39532" y="-8418"/>
                    <a:pt x="671" y="6155"/>
                  </a:cubicBezTo>
                  <a:cubicBezTo>
                    <a:pt x="-472" y="6155"/>
                    <a:pt x="-92" y="9298"/>
                    <a:pt x="1337" y="891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56" name="Google Shape;256;g3f3ba1429e3_0_4152"/>
            <p:cNvSpPr/>
            <p:nvPr/>
          </p:nvSpPr>
          <p:spPr>
            <a:xfrm>
              <a:off x="7816864" y="1922010"/>
              <a:ext cx="132976" cy="168383"/>
            </a:xfrm>
            <a:custGeom>
              <a:rect b="b" l="l" r="r" t="t"/>
              <a:pathLst>
                <a:path extrusionOk="0" h="168383" w="132976">
                  <a:moveTo>
                    <a:pt x="48214" y="40"/>
                  </a:moveTo>
                  <a:cubicBezTo>
                    <a:pt x="13353" y="10422"/>
                    <a:pt x="-19032" y="71763"/>
                    <a:pt x="13353" y="99671"/>
                  </a:cubicBezTo>
                  <a:cubicBezTo>
                    <a:pt x="40880" y="123388"/>
                    <a:pt x="96506" y="118054"/>
                    <a:pt x="87267" y="72811"/>
                  </a:cubicBezTo>
                  <a:cubicBezTo>
                    <a:pt x="87086" y="71761"/>
                    <a:pt x="86362" y="70888"/>
                    <a:pt x="85362" y="70525"/>
                  </a:cubicBezTo>
                  <a:cubicBezTo>
                    <a:pt x="48786" y="61762"/>
                    <a:pt x="36689" y="104434"/>
                    <a:pt x="44404" y="132628"/>
                  </a:cubicBezTo>
                  <a:cubicBezTo>
                    <a:pt x="56310" y="176443"/>
                    <a:pt x="100506" y="175871"/>
                    <a:pt x="132415" y="153011"/>
                  </a:cubicBezTo>
                  <a:cubicBezTo>
                    <a:pt x="133463" y="152249"/>
                    <a:pt x="132987" y="149201"/>
                    <a:pt x="131463" y="149963"/>
                  </a:cubicBezTo>
                  <a:cubicBezTo>
                    <a:pt x="105364" y="163012"/>
                    <a:pt x="68788" y="174633"/>
                    <a:pt x="52881" y="141295"/>
                  </a:cubicBezTo>
                  <a:cubicBezTo>
                    <a:pt x="44404" y="123484"/>
                    <a:pt x="44118" y="93670"/>
                    <a:pt x="60501" y="80240"/>
                  </a:cubicBezTo>
                  <a:cubicBezTo>
                    <a:pt x="64759" y="76263"/>
                    <a:pt x="70389" y="74080"/>
                    <a:pt x="76218" y="74144"/>
                  </a:cubicBezTo>
                  <a:cubicBezTo>
                    <a:pt x="88410" y="75573"/>
                    <a:pt x="86314" y="88717"/>
                    <a:pt x="79456" y="97099"/>
                  </a:cubicBezTo>
                  <a:cubicBezTo>
                    <a:pt x="68502" y="110434"/>
                    <a:pt x="46500" y="109006"/>
                    <a:pt x="31831" y="103862"/>
                  </a:cubicBezTo>
                  <a:cubicBezTo>
                    <a:pt x="-18366" y="86050"/>
                    <a:pt x="16115" y="20995"/>
                    <a:pt x="48881" y="2707"/>
                  </a:cubicBezTo>
                  <a:cubicBezTo>
                    <a:pt x="49833" y="2135"/>
                    <a:pt x="49643" y="-341"/>
                    <a:pt x="48214" y="4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57" name="Google Shape;257;g3f3ba1429e3_0_4152"/>
            <p:cNvSpPr/>
            <p:nvPr/>
          </p:nvSpPr>
          <p:spPr>
            <a:xfrm>
              <a:off x="6943397" y="1768271"/>
              <a:ext cx="148815" cy="239258"/>
            </a:xfrm>
            <a:custGeom>
              <a:rect b="b" l="l" r="r" t="t"/>
              <a:pathLst>
                <a:path extrusionOk="0" h="239258" w="148815">
                  <a:moveTo>
                    <a:pt x="146441" y="521"/>
                  </a:moveTo>
                  <a:cubicBezTo>
                    <a:pt x="105293" y="-4718"/>
                    <a:pt x="16806" y="29953"/>
                    <a:pt x="39856" y="86246"/>
                  </a:cubicBezTo>
                  <a:cubicBezTo>
                    <a:pt x="52144" y="116250"/>
                    <a:pt x="107008" y="135490"/>
                    <a:pt x="125010" y="101105"/>
                  </a:cubicBezTo>
                  <a:cubicBezTo>
                    <a:pt x="125810" y="99158"/>
                    <a:pt x="124924" y="96925"/>
                    <a:pt x="123010" y="96057"/>
                  </a:cubicBezTo>
                  <a:cubicBezTo>
                    <a:pt x="37285" y="47479"/>
                    <a:pt x="-53013" y="187783"/>
                    <a:pt x="37951" y="238932"/>
                  </a:cubicBezTo>
                  <a:cubicBezTo>
                    <a:pt x="40809" y="240551"/>
                    <a:pt x="40713" y="235693"/>
                    <a:pt x="39094" y="234455"/>
                  </a:cubicBezTo>
                  <a:cubicBezTo>
                    <a:pt x="6500" y="212137"/>
                    <a:pt x="-1835" y="167618"/>
                    <a:pt x="20482" y="135020"/>
                  </a:cubicBezTo>
                  <a:cubicBezTo>
                    <a:pt x="20740" y="134634"/>
                    <a:pt x="21016" y="134251"/>
                    <a:pt x="21283" y="133871"/>
                  </a:cubicBezTo>
                  <a:cubicBezTo>
                    <a:pt x="30550" y="119075"/>
                    <a:pt x="43743" y="107139"/>
                    <a:pt x="59383" y="99391"/>
                  </a:cubicBezTo>
                  <a:cubicBezTo>
                    <a:pt x="71098" y="93866"/>
                    <a:pt x="100530" y="86056"/>
                    <a:pt x="111484" y="97486"/>
                  </a:cubicBezTo>
                  <a:cubicBezTo>
                    <a:pt x="116437" y="102820"/>
                    <a:pt x="116342" y="96152"/>
                    <a:pt x="113770" y="102343"/>
                  </a:cubicBezTo>
                  <a:cubicBezTo>
                    <a:pt x="111322" y="106021"/>
                    <a:pt x="107588" y="108640"/>
                    <a:pt x="103293" y="109678"/>
                  </a:cubicBezTo>
                  <a:cubicBezTo>
                    <a:pt x="93939" y="112647"/>
                    <a:pt x="83852" y="112311"/>
                    <a:pt x="74718" y="108725"/>
                  </a:cubicBezTo>
                  <a:cubicBezTo>
                    <a:pt x="55668" y="102058"/>
                    <a:pt x="40713" y="84532"/>
                    <a:pt x="46143" y="63481"/>
                  </a:cubicBezTo>
                  <a:cubicBezTo>
                    <a:pt x="56144" y="21286"/>
                    <a:pt x="109865" y="6331"/>
                    <a:pt x="147489" y="5665"/>
                  </a:cubicBezTo>
                  <a:cubicBezTo>
                    <a:pt x="150060" y="5665"/>
                    <a:pt x="148441" y="807"/>
                    <a:pt x="146441" y="52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58" name="Google Shape;258;g3f3ba1429e3_0_4152"/>
            <p:cNvSpPr/>
            <p:nvPr/>
          </p:nvSpPr>
          <p:spPr>
            <a:xfrm>
              <a:off x="7277060" y="1389030"/>
              <a:ext cx="67571" cy="71723"/>
            </a:xfrm>
            <a:custGeom>
              <a:rect b="b" l="l" r="r" t="t"/>
              <a:pathLst>
                <a:path extrusionOk="0" h="71723" w="67571">
                  <a:moveTo>
                    <a:pt x="40" y="0"/>
                  </a:moveTo>
                  <a:cubicBezTo>
                    <a:pt x="40" y="0"/>
                    <a:pt x="-2437" y="46101"/>
                    <a:pt x="31758" y="71723"/>
                  </a:cubicBezTo>
                  <a:lnTo>
                    <a:pt x="67572" y="60769"/>
                  </a:lnTo>
                  <a:cubicBezTo>
                    <a:pt x="67572" y="60769"/>
                    <a:pt x="43664" y="49339"/>
                    <a:pt x="3175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59" name="Google Shape;259;g3f3ba1429e3_0_4152"/>
            <p:cNvSpPr/>
            <p:nvPr/>
          </p:nvSpPr>
          <p:spPr>
            <a:xfrm>
              <a:off x="6673742" y="2505075"/>
              <a:ext cx="67576" cy="71723"/>
            </a:xfrm>
            <a:custGeom>
              <a:rect b="b" l="l" r="r" t="t"/>
              <a:pathLst>
                <a:path extrusionOk="0" h="71723" w="67576">
                  <a:moveTo>
                    <a:pt x="44" y="0"/>
                  </a:moveTo>
                  <a:cubicBezTo>
                    <a:pt x="44" y="0"/>
                    <a:pt x="-2528" y="46101"/>
                    <a:pt x="31667" y="71723"/>
                  </a:cubicBezTo>
                  <a:lnTo>
                    <a:pt x="67576" y="60770"/>
                  </a:lnTo>
                  <a:cubicBezTo>
                    <a:pt x="67576" y="60770"/>
                    <a:pt x="43573" y="49339"/>
                    <a:pt x="3166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60" name="Google Shape;260;g3f3ba1429e3_0_4152"/>
            <p:cNvSpPr/>
            <p:nvPr/>
          </p:nvSpPr>
          <p:spPr>
            <a:xfrm>
              <a:off x="6966541" y="3024568"/>
              <a:ext cx="67575" cy="71628"/>
            </a:xfrm>
            <a:custGeom>
              <a:rect b="b" l="l" r="r" t="t"/>
              <a:pathLst>
                <a:path extrusionOk="0" h="71628" w="67575">
                  <a:moveTo>
                    <a:pt x="44" y="0"/>
                  </a:moveTo>
                  <a:cubicBezTo>
                    <a:pt x="44" y="0"/>
                    <a:pt x="-2528" y="46006"/>
                    <a:pt x="31762" y="71628"/>
                  </a:cubicBezTo>
                  <a:lnTo>
                    <a:pt x="67576" y="60770"/>
                  </a:lnTo>
                  <a:cubicBezTo>
                    <a:pt x="67576" y="60770"/>
                    <a:pt x="43668" y="49244"/>
                    <a:pt x="3176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61" name="Google Shape;261;g3f3ba1429e3_0_4152"/>
            <p:cNvSpPr/>
            <p:nvPr/>
          </p:nvSpPr>
          <p:spPr>
            <a:xfrm>
              <a:off x="8000238" y="1604200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88963" y="15812"/>
                  </a:moveTo>
                  <a:cubicBezTo>
                    <a:pt x="88963" y="15812"/>
                    <a:pt x="68008" y="56960"/>
                    <a:pt x="25622" y="62008"/>
                  </a:cubicBezTo>
                  <a:lnTo>
                    <a:pt x="0" y="34576"/>
                  </a:lnTo>
                  <a:cubicBezTo>
                    <a:pt x="0" y="34576"/>
                    <a:pt x="26479" y="36671"/>
                    <a:pt x="6153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62" name="Google Shape;262;g3f3ba1429e3_0_4152"/>
            <p:cNvSpPr/>
            <p:nvPr/>
          </p:nvSpPr>
          <p:spPr>
            <a:xfrm>
              <a:off x="7754588" y="3075336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88963" y="15907"/>
                  </a:moveTo>
                  <a:cubicBezTo>
                    <a:pt x="88963" y="15907"/>
                    <a:pt x="68104" y="57055"/>
                    <a:pt x="25622" y="62008"/>
                  </a:cubicBezTo>
                  <a:lnTo>
                    <a:pt x="0" y="34671"/>
                  </a:lnTo>
                  <a:cubicBezTo>
                    <a:pt x="0" y="34671"/>
                    <a:pt x="26575" y="36671"/>
                    <a:pt x="6153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63" name="Google Shape;263;g3f3ba1429e3_0_4152"/>
            <p:cNvSpPr/>
            <p:nvPr/>
          </p:nvSpPr>
          <p:spPr>
            <a:xfrm>
              <a:off x="7168324" y="2211133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88964" y="15907"/>
                  </a:moveTo>
                  <a:cubicBezTo>
                    <a:pt x="88964" y="15907"/>
                    <a:pt x="68104" y="57055"/>
                    <a:pt x="25622" y="62008"/>
                  </a:cubicBezTo>
                  <a:lnTo>
                    <a:pt x="0" y="34671"/>
                  </a:lnTo>
                  <a:cubicBezTo>
                    <a:pt x="0" y="34671"/>
                    <a:pt x="26575" y="36671"/>
                    <a:pt x="61532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64" name="Google Shape;264;g3f3ba1429e3_0_4152"/>
            <p:cNvSpPr/>
            <p:nvPr/>
          </p:nvSpPr>
          <p:spPr>
            <a:xfrm>
              <a:off x="6787324" y="1703450"/>
              <a:ext cx="88868" cy="62007"/>
            </a:xfrm>
            <a:custGeom>
              <a:rect b="b" l="l" r="r" t="t"/>
              <a:pathLst>
                <a:path extrusionOk="0" h="62007" w="88868">
                  <a:moveTo>
                    <a:pt x="88868" y="15812"/>
                  </a:moveTo>
                  <a:cubicBezTo>
                    <a:pt x="88868" y="15812"/>
                    <a:pt x="68009" y="56960"/>
                    <a:pt x="25622" y="62008"/>
                  </a:cubicBezTo>
                  <a:lnTo>
                    <a:pt x="0" y="34576"/>
                  </a:lnTo>
                  <a:cubicBezTo>
                    <a:pt x="0" y="34576"/>
                    <a:pt x="26479" y="36671"/>
                    <a:pt x="6153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65" name="Google Shape;265;g3f3ba1429e3_0_4152"/>
            <p:cNvSpPr/>
            <p:nvPr/>
          </p:nvSpPr>
          <p:spPr>
            <a:xfrm>
              <a:off x="7593901" y="1717929"/>
              <a:ext cx="73723" cy="63633"/>
            </a:xfrm>
            <a:custGeom>
              <a:rect b="b" l="l" r="r" t="t"/>
              <a:pathLst>
                <a:path extrusionOk="0" h="63633" w="73723">
                  <a:moveTo>
                    <a:pt x="73723" y="63246"/>
                  </a:moveTo>
                  <a:cubicBezTo>
                    <a:pt x="73723" y="63246"/>
                    <a:pt x="27908" y="68961"/>
                    <a:pt x="0" y="36481"/>
                  </a:cubicBezTo>
                  <a:lnTo>
                    <a:pt x="8477" y="0"/>
                  </a:lnTo>
                  <a:cubicBezTo>
                    <a:pt x="8477" y="0"/>
                    <a:pt x="21526" y="23146"/>
                    <a:pt x="71533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66" name="Google Shape;266;g3f3ba1429e3_0_4152"/>
            <p:cNvSpPr/>
            <p:nvPr/>
          </p:nvSpPr>
          <p:spPr>
            <a:xfrm>
              <a:off x="6929723" y="1493138"/>
              <a:ext cx="73628" cy="63539"/>
            </a:xfrm>
            <a:custGeom>
              <a:rect b="b" l="l" r="r" t="t"/>
              <a:pathLst>
                <a:path extrusionOk="0" h="63539" w="73628">
                  <a:moveTo>
                    <a:pt x="73628" y="63151"/>
                  </a:moveTo>
                  <a:cubicBezTo>
                    <a:pt x="73628" y="63151"/>
                    <a:pt x="27908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7" y="23051"/>
                    <a:pt x="71533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67" name="Google Shape;267;g3f3ba1429e3_0_4152"/>
            <p:cNvSpPr/>
            <p:nvPr/>
          </p:nvSpPr>
          <p:spPr>
            <a:xfrm>
              <a:off x="6159436" y="1393126"/>
              <a:ext cx="73628" cy="63539"/>
            </a:xfrm>
            <a:custGeom>
              <a:rect b="b" l="l" r="r" t="t"/>
              <a:pathLst>
                <a:path extrusionOk="0" h="63539" w="73628">
                  <a:moveTo>
                    <a:pt x="73628" y="63151"/>
                  </a:moveTo>
                  <a:cubicBezTo>
                    <a:pt x="73628" y="63151"/>
                    <a:pt x="27908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7" y="23051"/>
                    <a:pt x="71438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68" name="Google Shape;268;g3f3ba1429e3_0_4152"/>
            <p:cNvSpPr/>
            <p:nvPr/>
          </p:nvSpPr>
          <p:spPr>
            <a:xfrm>
              <a:off x="6707505" y="2007584"/>
              <a:ext cx="73628" cy="63619"/>
            </a:xfrm>
            <a:custGeom>
              <a:rect b="b" l="l" r="r" t="t"/>
              <a:pathLst>
                <a:path extrusionOk="0" h="63619" w="73628">
                  <a:moveTo>
                    <a:pt x="73628" y="63246"/>
                  </a:moveTo>
                  <a:cubicBezTo>
                    <a:pt x="73628" y="63246"/>
                    <a:pt x="27908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6" y="23146"/>
                    <a:pt x="71533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69" name="Google Shape;269;g3f3ba1429e3_0_4152"/>
            <p:cNvSpPr/>
            <p:nvPr/>
          </p:nvSpPr>
          <p:spPr>
            <a:xfrm>
              <a:off x="8078057" y="2348674"/>
              <a:ext cx="73628" cy="63619"/>
            </a:xfrm>
            <a:custGeom>
              <a:rect b="b" l="l" r="r" t="t"/>
              <a:pathLst>
                <a:path extrusionOk="0" h="63619" w="73628">
                  <a:moveTo>
                    <a:pt x="73628" y="63246"/>
                  </a:moveTo>
                  <a:cubicBezTo>
                    <a:pt x="73628" y="63246"/>
                    <a:pt x="27813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7" y="23146"/>
                    <a:pt x="71438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0" name="Google Shape;270;g3f3ba1429e3_0_4152"/>
            <p:cNvSpPr/>
            <p:nvPr/>
          </p:nvSpPr>
          <p:spPr>
            <a:xfrm>
              <a:off x="7265003" y="1937194"/>
              <a:ext cx="88963" cy="59245"/>
            </a:xfrm>
            <a:custGeom>
              <a:rect b="b" l="l" r="r" t="t"/>
              <a:pathLst>
                <a:path extrusionOk="0" h="59245" w="88963">
                  <a:moveTo>
                    <a:pt x="88963" y="13049"/>
                  </a:moveTo>
                  <a:cubicBezTo>
                    <a:pt x="88963" y="13049"/>
                    <a:pt x="68104" y="54197"/>
                    <a:pt x="25622" y="59246"/>
                  </a:cubicBezTo>
                  <a:lnTo>
                    <a:pt x="0" y="31814"/>
                  </a:lnTo>
                  <a:cubicBezTo>
                    <a:pt x="0" y="31814"/>
                    <a:pt x="31337" y="36671"/>
                    <a:pt x="6667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1" name="Google Shape;271;g3f3ba1429e3_0_4152"/>
            <p:cNvSpPr/>
            <p:nvPr/>
          </p:nvSpPr>
          <p:spPr>
            <a:xfrm>
              <a:off x="7320057" y="2004822"/>
              <a:ext cx="80009" cy="68579"/>
            </a:xfrm>
            <a:custGeom>
              <a:rect b="b" l="l" r="r" t="t"/>
              <a:pathLst>
                <a:path extrusionOk="0" h="68579" w="80009">
                  <a:moveTo>
                    <a:pt x="80010" y="6191"/>
                  </a:moveTo>
                  <a:cubicBezTo>
                    <a:pt x="80010" y="6191"/>
                    <a:pt x="71818" y="51625"/>
                    <a:pt x="32385" y="68580"/>
                  </a:cubicBezTo>
                  <a:lnTo>
                    <a:pt x="0" y="49530"/>
                  </a:lnTo>
                  <a:cubicBezTo>
                    <a:pt x="22917" y="39195"/>
                    <a:pt x="41958" y="21850"/>
                    <a:pt x="54388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2" name="Google Shape;272;g3f3ba1429e3_0_4152"/>
            <p:cNvSpPr/>
            <p:nvPr/>
          </p:nvSpPr>
          <p:spPr>
            <a:xfrm>
              <a:off x="5767825" y="1427135"/>
              <a:ext cx="98602" cy="187828"/>
            </a:xfrm>
            <a:custGeom>
              <a:rect b="b" l="l" r="r" t="t"/>
              <a:pathLst>
                <a:path extrusionOk="0" h="187828" w="98602">
                  <a:moveTo>
                    <a:pt x="22327" y="186"/>
                  </a:moveTo>
                  <a:cubicBezTo>
                    <a:pt x="66904" y="-4196"/>
                    <a:pt x="127102" y="70004"/>
                    <a:pt x="83478" y="105723"/>
                  </a:cubicBezTo>
                  <a:cubicBezTo>
                    <a:pt x="59379" y="125630"/>
                    <a:pt x="6611" y="116962"/>
                    <a:pt x="7278" y="79910"/>
                  </a:cubicBezTo>
                  <a:cubicBezTo>
                    <a:pt x="7535" y="77836"/>
                    <a:pt x="9125" y="76174"/>
                    <a:pt x="11183" y="75814"/>
                  </a:cubicBezTo>
                  <a:cubicBezTo>
                    <a:pt x="46235" y="67813"/>
                    <a:pt x="80811" y="82768"/>
                    <a:pt x="74905" y="123439"/>
                  </a:cubicBezTo>
                  <a:cubicBezTo>
                    <a:pt x="68409" y="159426"/>
                    <a:pt x="37900" y="186143"/>
                    <a:pt x="1372" y="187828"/>
                  </a:cubicBezTo>
                  <a:cubicBezTo>
                    <a:pt x="-819" y="187828"/>
                    <a:pt x="-57" y="184209"/>
                    <a:pt x="1372" y="183923"/>
                  </a:cubicBezTo>
                  <a:cubicBezTo>
                    <a:pt x="31852" y="177446"/>
                    <a:pt x="60618" y="158491"/>
                    <a:pt x="66523" y="125916"/>
                  </a:cubicBezTo>
                  <a:cubicBezTo>
                    <a:pt x="69314" y="114285"/>
                    <a:pt x="66914" y="102018"/>
                    <a:pt x="59951" y="92293"/>
                  </a:cubicBezTo>
                  <a:cubicBezTo>
                    <a:pt x="55836" y="87227"/>
                    <a:pt x="50292" y="83512"/>
                    <a:pt x="44044" y="81625"/>
                  </a:cubicBezTo>
                  <a:cubicBezTo>
                    <a:pt x="38901" y="80005"/>
                    <a:pt x="20041" y="77053"/>
                    <a:pt x="15945" y="81625"/>
                  </a:cubicBezTo>
                  <a:cubicBezTo>
                    <a:pt x="7659" y="90197"/>
                    <a:pt x="30042" y="104485"/>
                    <a:pt x="36710" y="106771"/>
                  </a:cubicBezTo>
                  <a:cubicBezTo>
                    <a:pt x="49997" y="111620"/>
                    <a:pt x="64761" y="110220"/>
                    <a:pt x="76905" y="102961"/>
                  </a:cubicBezTo>
                  <a:cubicBezTo>
                    <a:pt x="95384" y="90102"/>
                    <a:pt x="90812" y="65718"/>
                    <a:pt x="81858" y="48382"/>
                  </a:cubicBezTo>
                  <a:cubicBezTo>
                    <a:pt x="69857" y="25141"/>
                    <a:pt x="48616" y="6091"/>
                    <a:pt x="21374" y="5234"/>
                  </a:cubicBezTo>
                  <a:cubicBezTo>
                    <a:pt x="18993" y="5234"/>
                    <a:pt x="20232" y="567"/>
                    <a:pt x="22136" y="37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3" name="Google Shape;273;g3f3ba1429e3_0_4152"/>
            <p:cNvSpPr/>
            <p:nvPr/>
          </p:nvSpPr>
          <p:spPr>
            <a:xfrm>
              <a:off x="5483864" y="2864761"/>
              <a:ext cx="236184" cy="124457"/>
            </a:xfrm>
            <a:custGeom>
              <a:rect b="b" l="l" r="r" t="t"/>
              <a:pathLst>
                <a:path extrusionOk="0" h="124457" w="236184">
                  <a:moveTo>
                    <a:pt x="234851" y="123897"/>
                  </a:moveTo>
                  <a:cubicBezTo>
                    <a:pt x="220849" y="92370"/>
                    <a:pt x="222278" y="59699"/>
                    <a:pt x="181606" y="49221"/>
                  </a:cubicBezTo>
                  <a:cubicBezTo>
                    <a:pt x="163699" y="44649"/>
                    <a:pt x="121313" y="40458"/>
                    <a:pt x="107787" y="56460"/>
                  </a:cubicBezTo>
                  <a:cubicBezTo>
                    <a:pt x="102786" y="64376"/>
                    <a:pt x="104282" y="74758"/>
                    <a:pt x="111311" y="80940"/>
                  </a:cubicBezTo>
                  <a:cubicBezTo>
                    <a:pt x="121979" y="90465"/>
                    <a:pt x="130361" y="79035"/>
                    <a:pt x="132647" y="69033"/>
                  </a:cubicBezTo>
                  <a:cubicBezTo>
                    <a:pt x="137019" y="49898"/>
                    <a:pt x="128847" y="30086"/>
                    <a:pt x="112264" y="19599"/>
                  </a:cubicBezTo>
                  <a:cubicBezTo>
                    <a:pt x="76688" y="-4033"/>
                    <a:pt x="28930" y="3635"/>
                    <a:pt x="2536" y="37220"/>
                  </a:cubicBezTo>
                  <a:cubicBezTo>
                    <a:pt x="1107" y="39030"/>
                    <a:pt x="-512" y="37220"/>
                    <a:pt x="155" y="35124"/>
                  </a:cubicBezTo>
                  <a:cubicBezTo>
                    <a:pt x="31397" y="-36789"/>
                    <a:pt x="181130" y="13217"/>
                    <a:pt x="133505" y="82178"/>
                  </a:cubicBezTo>
                  <a:cubicBezTo>
                    <a:pt x="118931" y="103038"/>
                    <a:pt x="93119" y="84559"/>
                    <a:pt x="97976" y="62556"/>
                  </a:cubicBezTo>
                  <a:cubicBezTo>
                    <a:pt x="103406" y="38077"/>
                    <a:pt x="145601" y="39315"/>
                    <a:pt x="163508" y="40458"/>
                  </a:cubicBezTo>
                  <a:cubicBezTo>
                    <a:pt x="182254" y="40497"/>
                    <a:pt x="200332" y="47450"/>
                    <a:pt x="214277" y="59985"/>
                  </a:cubicBezTo>
                  <a:cubicBezTo>
                    <a:pt x="230564" y="76082"/>
                    <a:pt x="232755" y="101418"/>
                    <a:pt x="236184" y="122850"/>
                  </a:cubicBezTo>
                  <a:cubicBezTo>
                    <a:pt x="236184" y="123897"/>
                    <a:pt x="235327" y="125231"/>
                    <a:pt x="234660" y="12389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4" name="Google Shape;274;g3f3ba1429e3_0_4152"/>
            <p:cNvSpPr/>
            <p:nvPr/>
          </p:nvSpPr>
          <p:spPr>
            <a:xfrm>
              <a:off x="4430223" y="1371080"/>
              <a:ext cx="119560" cy="155761"/>
            </a:xfrm>
            <a:custGeom>
              <a:rect b="b" l="l" r="r" t="t"/>
              <a:pathLst>
                <a:path extrusionOk="0" h="155761" w="119560">
                  <a:moveTo>
                    <a:pt x="117964" y="8901"/>
                  </a:moveTo>
                  <a:cubicBezTo>
                    <a:pt x="88722" y="329"/>
                    <a:pt x="48527" y="2710"/>
                    <a:pt x="23952" y="22427"/>
                  </a:cubicBezTo>
                  <a:cubicBezTo>
                    <a:pt x="4902" y="37667"/>
                    <a:pt x="-5670" y="70719"/>
                    <a:pt x="22238" y="82053"/>
                  </a:cubicBezTo>
                  <a:cubicBezTo>
                    <a:pt x="33192" y="86435"/>
                    <a:pt x="69291" y="86435"/>
                    <a:pt x="73578" y="71576"/>
                  </a:cubicBezTo>
                  <a:cubicBezTo>
                    <a:pt x="76626" y="61194"/>
                    <a:pt x="65481" y="55002"/>
                    <a:pt x="56528" y="53669"/>
                  </a:cubicBezTo>
                  <a:cubicBezTo>
                    <a:pt x="30334" y="49573"/>
                    <a:pt x="5760" y="77196"/>
                    <a:pt x="6331" y="101865"/>
                  </a:cubicBezTo>
                  <a:cubicBezTo>
                    <a:pt x="7284" y="138918"/>
                    <a:pt x="50432" y="151205"/>
                    <a:pt x="80912" y="151491"/>
                  </a:cubicBezTo>
                  <a:cubicBezTo>
                    <a:pt x="82912" y="151491"/>
                    <a:pt x="82436" y="155301"/>
                    <a:pt x="80912" y="155396"/>
                  </a:cubicBezTo>
                  <a:cubicBezTo>
                    <a:pt x="29001" y="160444"/>
                    <a:pt x="-28911" y="112343"/>
                    <a:pt x="17190" y="64146"/>
                  </a:cubicBezTo>
                  <a:cubicBezTo>
                    <a:pt x="29667" y="51192"/>
                    <a:pt x="49098" y="41953"/>
                    <a:pt x="67005" y="49097"/>
                  </a:cubicBezTo>
                  <a:cubicBezTo>
                    <a:pt x="77102" y="53193"/>
                    <a:pt x="85103" y="62337"/>
                    <a:pt x="80055" y="73290"/>
                  </a:cubicBezTo>
                  <a:cubicBezTo>
                    <a:pt x="71958" y="90912"/>
                    <a:pt x="39383" y="93960"/>
                    <a:pt x="23571" y="89483"/>
                  </a:cubicBezTo>
                  <a:cubicBezTo>
                    <a:pt x="6643" y="84979"/>
                    <a:pt x="-3430" y="67605"/>
                    <a:pt x="1074" y="50676"/>
                  </a:cubicBezTo>
                  <a:cubicBezTo>
                    <a:pt x="1249" y="50017"/>
                    <a:pt x="1446" y="49363"/>
                    <a:pt x="1664" y="48716"/>
                  </a:cubicBezTo>
                  <a:cubicBezTo>
                    <a:pt x="14427" y="1853"/>
                    <a:pt x="79959" y="-8434"/>
                    <a:pt x="118917" y="6139"/>
                  </a:cubicBezTo>
                  <a:cubicBezTo>
                    <a:pt x="120060" y="6139"/>
                    <a:pt x="119583" y="9282"/>
                    <a:pt x="118250" y="890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5" name="Google Shape;275;g3f3ba1429e3_0_4152"/>
            <p:cNvSpPr/>
            <p:nvPr/>
          </p:nvSpPr>
          <p:spPr>
            <a:xfrm>
              <a:off x="4089954" y="3302290"/>
              <a:ext cx="119595" cy="155637"/>
            </a:xfrm>
            <a:custGeom>
              <a:rect b="b" l="l" r="r" t="t"/>
              <a:pathLst>
                <a:path extrusionOk="0" h="155637" w="119595">
                  <a:moveTo>
                    <a:pt x="118095" y="8695"/>
                  </a:moveTo>
                  <a:cubicBezTo>
                    <a:pt x="88853" y="122"/>
                    <a:pt x="48658" y="2504"/>
                    <a:pt x="24083" y="22220"/>
                  </a:cubicBezTo>
                  <a:cubicBezTo>
                    <a:pt x="5033" y="37460"/>
                    <a:pt x="-5635" y="70512"/>
                    <a:pt x="22369" y="81847"/>
                  </a:cubicBezTo>
                  <a:cubicBezTo>
                    <a:pt x="33322" y="86228"/>
                    <a:pt x="69327" y="86228"/>
                    <a:pt x="73708" y="71369"/>
                  </a:cubicBezTo>
                  <a:cubicBezTo>
                    <a:pt x="76661" y="60987"/>
                    <a:pt x="65517" y="54796"/>
                    <a:pt x="56659" y="53462"/>
                  </a:cubicBezTo>
                  <a:cubicBezTo>
                    <a:pt x="30370" y="49367"/>
                    <a:pt x="5890" y="76989"/>
                    <a:pt x="6462" y="101659"/>
                  </a:cubicBezTo>
                  <a:cubicBezTo>
                    <a:pt x="7319" y="138711"/>
                    <a:pt x="50467" y="150998"/>
                    <a:pt x="80947" y="151284"/>
                  </a:cubicBezTo>
                  <a:cubicBezTo>
                    <a:pt x="83043" y="151284"/>
                    <a:pt x="82471" y="155094"/>
                    <a:pt x="80947" y="155285"/>
                  </a:cubicBezTo>
                  <a:cubicBezTo>
                    <a:pt x="29036" y="160238"/>
                    <a:pt x="-28876" y="112136"/>
                    <a:pt x="17225" y="63940"/>
                  </a:cubicBezTo>
                  <a:cubicBezTo>
                    <a:pt x="29703" y="50986"/>
                    <a:pt x="49039" y="41747"/>
                    <a:pt x="66946" y="48890"/>
                  </a:cubicBezTo>
                  <a:cubicBezTo>
                    <a:pt x="77137" y="52986"/>
                    <a:pt x="85138" y="62130"/>
                    <a:pt x="80090" y="73084"/>
                  </a:cubicBezTo>
                  <a:cubicBezTo>
                    <a:pt x="71994" y="90705"/>
                    <a:pt x="39323" y="93753"/>
                    <a:pt x="23512" y="89276"/>
                  </a:cubicBezTo>
                  <a:cubicBezTo>
                    <a:pt x="6632" y="84790"/>
                    <a:pt x="-3416" y="67474"/>
                    <a:pt x="1068" y="50595"/>
                  </a:cubicBezTo>
                  <a:cubicBezTo>
                    <a:pt x="1255" y="49890"/>
                    <a:pt x="1465" y="49195"/>
                    <a:pt x="1699" y="48509"/>
                  </a:cubicBezTo>
                  <a:cubicBezTo>
                    <a:pt x="14368" y="1646"/>
                    <a:pt x="79995" y="-8164"/>
                    <a:pt x="118952" y="5933"/>
                  </a:cubicBezTo>
                  <a:cubicBezTo>
                    <a:pt x="120095" y="5933"/>
                    <a:pt x="119619" y="9076"/>
                    <a:pt x="118285" y="869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6" name="Google Shape;276;g3f3ba1429e3_0_4152"/>
            <p:cNvSpPr/>
            <p:nvPr/>
          </p:nvSpPr>
          <p:spPr>
            <a:xfrm>
              <a:off x="4198249" y="1939631"/>
              <a:ext cx="132976" cy="168431"/>
            </a:xfrm>
            <a:custGeom>
              <a:rect b="b" l="l" r="r" t="t"/>
              <a:pathLst>
                <a:path extrusionOk="0" h="168431" w="132976">
                  <a:moveTo>
                    <a:pt x="84762" y="40"/>
                  </a:moveTo>
                  <a:cubicBezTo>
                    <a:pt x="119624" y="10422"/>
                    <a:pt x="152009" y="71763"/>
                    <a:pt x="119624" y="99671"/>
                  </a:cubicBezTo>
                  <a:cubicBezTo>
                    <a:pt x="92097" y="123484"/>
                    <a:pt x="36471" y="118054"/>
                    <a:pt x="45710" y="72811"/>
                  </a:cubicBezTo>
                  <a:cubicBezTo>
                    <a:pt x="45921" y="71782"/>
                    <a:pt x="46637" y="70915"/>
                    <a:pt x="47615" y="70525"/>
                  </a:cubicBezTo>
                  <a:cubicBezTo>
                    <a:pt x="84191" y="61857"/>
                    <a:pt x="96288" y="104529"/>
                    <a:pt x="88572" y="132723"/>
                  </a:cubicBezTo>
                  <a:cubicBezTo>
                    <a:pt x="76666" y="176443"/>
                    <a:pt x="32470" y="175966"/>
                    <a:pt x="561" y="153011"/>
                  </a:cubicBezTo>
                  <a:cubicBezTo>
                    <a:pt x="-486" y="152249"/>
                    <a:pt x="-10" y="149296"/>
                    <a:pt x="1514" y="150058"/>
                  </a:cubicBezTo>
                  <a:cubicBezTo>
                    <a:pt x="27612" y="163108"/>
                    <a:pt x="64188" y="174633"/>
                    <a:pt x="80095" y="141295"/>
                  </a:cubicBezTo>
                  <a:cubicBezTo>
                    <a:pt x="88572" y="123484"/>
                    <a:pt x="88858" y="93670"/>
                    <a:pt x="72475" y="80335"/>
                  </a:cubicBezTo>
                  <a:cubicBezTo>
                    <a:pt x="68224" y="76335"/>
                    <a:pt x="62598" y="74116"/>
                    <a:pt x="56759" y="74144"/>
                  </a:cubicBezTo>
                  <a:cubicBezTo>
                    <a:pt x="44567" y="75573"/>
                    <a:pt x="46662" y="88813"/>
                    <a:pt x="53520" y="97099"/>
                  </a:cubicBezTo>
                  <a:cubicBezTo>
                    <a:pt x="64474" y="110434"/>
                    <a:pt x="86477" y="109006"/>
                    <a:pt x="101145" y="103862"/>
                  </a:cubicBezTo>
                  <a:cubicBezTo>
                    <a:pt x="151342" y="86146"/>
                    <a:pt x="116862" y="20995"/>
                    <a:pt x="84096" y="2707"/>
                  </a:cubicBezTo>
                  <a:cubicBezTo>
                    <a:pt x="83143" y="2135"/>
                    <a:pt x="83334" y="-341"/>
                    <a:pt x="84762" y="4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7" name="Google Shape;277;g3f3ba1429e3_0_4152"/>
            <p:cNvSpPr/>
            <p:nvPr/>
          </p:nvSpPr>
          <p:spPr>
            <a:xfrm>
              <a:off x="4348962" y="2716998"/>
              <a:ext cx="138697" cy="217633"/>
            </a:xfrm>
            <a:custGeom>
              <a:rect b="b" l="l" r="r" t="t"/>
              <a:pathLst>
                <a:path extrusionOk="0" h="217633" w="138697">
                  <a:moveTo>
                    <a:pt x="44824" y="2770"/>
                  </a:moveTo>
                  <a:cubicBezTo>
                    <a:pt x="-14516" y="7533"/>
                    <a:pt x="-3848" y="120213"/>
                    <a:pt x="44062" y="135453"/>
                  </a:cubicBezTo>
                  <a:cubicBezTo>
                    <a:pt x="50010" y="137577"/>
                    <a:pt x="56562" y="137235"/>
                    <a:pt x="62255" y="134501"/>
                  </a:cubicBezTo>
                  <a:cubicBezTo>
                    <a:pt x="69394" y="129253"/>
                    <a:pt x="73434" y="120775"/>
                    <a:pt x="73018" y="111927"/>
                  </a:cubicBezTo>
                  <a:cubicBezTo>
                    <a:pt x="67303" y="92877"/>
                    <a:pt x="34918" y="117070"/>
                    <a:pt x="31204" y="124595"/>
                  </a:cubicBezTo>
                  <a:cubicBezTo>
                    <a:pt x="18554" y="144931"/>
                    <a:pt x="20399" y="171096"/>
                    <a:pt x="35776" y="189460"/>
                  </a:cubicBezTo>
                  <a:cubicBezTo>
                    <a:pt x="60160" y="215844"/>
                    <a:pt x="106832" y="216702"/>
                    <a:pt x="137312" y="201462"/>
                  </a:cubicBezTo>
                  <a:cubicBezTo>
                    <a:pt x="138836" y="200604"/>
                    <a:pt x="139122" y="203557"/>
                    <a:pt x="138074" y="204319"/>
                  </a:cubicBezTo>
                  <a:cubicBezTo>
                    <a:pt x="105213" y="225369"/>
                    <a:pt x="50158" y="222321"/>
                    <a:pt x="25774" y="188984"/>
                  </a:cubicBezTo>
                  <a:cubicBezTo>
                    <a:pt x="6724" y="162314"/>
                    <a:pt x="19774" y="91543"/>
                    <a:pt x="62255" y="97830"/>
                  </a:cubicBezTo>
                  <a:cubicBezTo>
                    <a:pt x="101879" y="103640"/>
                    <a:pt x="74447" y="148788"/>
                    <a:pt x="44443" y="142788"/>
                  </a:cubicBezTo>
                  <a:cubicBezTo>
                    <a:pt x="14440" y="136787"/>
                    <a:pt x="3581" y="96972"/>
                    <a:pt x="724" y="72303"/>
                  </a:cubicBezTo>
                  <a:cubicBezTo>
                    <a:pt x="-2896" y="41251"/>
                    <a:pt x="6343" y="-659"/>
                    <a:pt x="44824" y="8"/>
                  </a:cubicBezTo>
                  <a:cubicBezTo>
                    <a:pt x="46063" y="8"/>
                    <a:pt x="45967" y="2675"/>
                    <a:pt x="44824" y="277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8" name="Google Shape;278;g3f3ba1429e3_0_4152"/>
            <p:cNvSpPr/>
            <p:nvPr/>
          </p:nvSpPr>
          <p:spPr>
            <a:xfrm>
              <a:off x="5136649" y="1768271"/>
              <a:ext cx="148815" cy="239258"/>
            </a:xfrm>
            <a:custGeom>
              <a:rect b="b" l="l" r="r" t="t"/>
              <a:pathLst>
                <a:path extrusionOk="0" h="239258" w="148815">
                  <a:moveTo>
                    <a:pt x="2374" y="521"/>
                  </a:moveTo>
                  <a:cubicBezTo>
                    <a:pt x="43522" y="-4718"/>
                    <a:pt x="132009" y="29953"/>
                    <a:pt x="108959" y="86246"/>
                  </a:cubicBezTo>
                  <a:cubicBezTo>
                    <a:pt x="96672" y="116250"/>
                    <a:pt x="41808" y="135490"/>
                    <a:pt x="23805" y="101105"/>
                  </a:cubicBezTo>
                  <a:cubicBezTo>
                    <a:pt x="23005" y="99158"/>
                    <a:pt x="23891" y="96925"/>
                    <a:pt x="25806" y="96057"/>
                  </a:cubicBezTo>
                  <a:cubicBezTo>
                    <a:pt x="111531" y="47479"/>
                    <a:pt x="201828" y="187783"/>
                    <a:pt x="110864" y="238932"/>
                  </a:cubicBezTo>
                  <a:cubicBezTo>
                    <a:pt x="108006" y="240551"/>
                    <a:pt x="108102" y="235693"/>
                    <a:pt x="109721" y="234455"/>
                  </a:cubicBezTo>
                  <a:cubicBezTo>
                    <a:pt x="142335" y="212163"/>
                    <a:pt x="150707" y="167651"/>
                    <a:pt x="128409" y="135034"/>
                  </a:cubicBezTo>
                  <a:cubicBezTo>
                    <a:pt x="128123" y="134612"/>
                    <a:pt x="127828" y="134192"/>
                    <a:pt x="127533" y="133776"/>
                  </a:cubicBezTo>
                  <a:cubicBezTo>
                    <a:pt x="118265" y="118981"/>
                    <a:pt x="105073" y="107044"/>
                    <a:pt x="89433" y="99295"/>
                  </a:cubicBezTo>
                  <a:cubicBezTo>
                    <a:pt x="77717" y="93771"/>
                    <a:pt x="48285" y="85960"/>
                    <a:pt x="37331" y="97390"/>
                  </a:cubicBezTo>
                  <a:cubicBezTo>
                    <a:pt x="32378" y="102724"/>
                    <a:pt x="32473" y="96057"/>
                    <a:pt x="35045" y="102248"/>
                  </a:cubicBezTo>
                  <a:cubicBezTo>
                    <a:pt x="37493" y="105926"/>
                    <a:pt x="41227" y="108545"/>
                    <a:pt x="45522" y="109582"/>
                  </a:cubicBezTo>
                  <a:cubicBezTo>
                    <a:pt x="54876" y="112552"/>
                    <a:pt x="64963" y="112216"/>
                    <a:pt x="74097" y="108630"/>
                  </a:cubicBezTo>
                  <a:cubicBezTo>
                    <a:pt x="93147" y="101962"/>
                    <a:pt x="108102" y="84436"/>
                    <a:pt x="102672" y="63386"/>
                  </a:cubicBezTo>
                  <a:cubicBezTo>
                    <a:pt x="92671" y="21190"/>
                    <a:pt x="38950" y="6236"/>
                    <a:pt x="1326" y="5569"/>
                  </a:cubicBezTo>
                  <a:cubicBezTo>
                    <a:pt x="-1245" y="5569"/>
                    <a:pt x="374" y="712"/>
                    <a:pt x="2374" y="42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79" name="Google Shape;279;g3f3ba1429e3_0_4152"/>
            <p:cNvSpPr/>
            <p:nvPr/>
          </p:nvSpPr>
          <p:spPr>
            <a:xfrm>
              <a:off x="4904517" y="1472755"/>
              <a:ext cx="67575" cy="71818"/>
            </a:xfrm>
            <a:custGeom>
              <a:rect b="b" l="l" r="r" t="t"/>
              <a:pathLst>
                <a:path extrusionOk="0" h="71818" w="67575">
                  <a:moveTo>
                    <a:pt x="67532" y="95"/>
                  </a:moveTo>
                  <a:cubicBezTo>
                    <a:pt x="67532" y="95"/>
                    <a:pt x="70104" y="46196"/>
                    <a:pt x="35814" y="71819"/>
                  </a:cubicBezTo>
                  <a:lnTo>
                    <a:pt x="0" y="60770"/>
                  </a:lnTo>
                  <a:cubicBezTo>
                    <a:pt x="0" y="60770"/>
                    <a:pt x="23908" y="49340"/>
                    <a:pt x="3581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0" name="Google Shape;280;g3f3ba1429e3_0_4152"/>
            <p:cNvSpPr/>
            <p:nvPr/>
          </p:nvSpPr>
          <p:spPr>
            <a:xfrm>
              <a:off x="5644705" y="2613755"/>
              <a:ext cx="67576" cy="71723"/>
            </a:xfrm>
            <a:custGeom>
              <a:rect b="b" l="l" r="r" t="t"/>
              <a:pathLst>
                <a:path extrusionOk="0" h="71723" w="67576">
                  <a:moveTo>
                    <a:pt x="67532" y="0"/>
                  </a:moveTo>
                  <a:cubicBezTo>
                    <a:pt x="67532" y="0"/>
                    <a:pt x="70104" y="46101"/>
                    <a:pt x="35814" y="71723"/>
                  </a:cubicBezTo>
                  <a:lnTo>
                    <a:pt x="0" y="60865"/>
                  </a:lnTo>
                  <a:cubicBezTo>
                    <a:pt x="0" y="60865"/>
                    <a:pt x="23908" y="49339"/>
                    <a:pt x="3581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1" name="Google Shape;281;g3f3ba1429e3_0_4152"/>
            <p:cNvSpPr/>
            <p:nvPr/>
          </p:nvSpPr>
          <p:spPr>
            <a:xfrm>
              <a:off x="5503163" y="3164776"/>
              <a:ext cx="67572" cy="71723"/>
            </a:xfrm>
            <a:custGeom>
              <a:rect b="b" l="l" r="r" t="t"/>
              <a:pathLst>
                <a:path extrusionOk="0" h="71723" w="67572">
                  <a:moveTo>
                    <a:pt x="67532" y="0"/>
                  </a:moveTo>
                  <a:cubicBezTo>
                    <a:pt x="67532" y="0"/>
                    <a:pt x="70009" y="46101"/>
                    <a:pt x="35814" y="71723"/>
                  </a:cubicBezTo>
                  <a:lnTo>
                    <a:pt x="0" y="60770"/>
                  </a:lnTo>
                  <a:cubicBezTo>
                    <a:pt x="0" y="60770"/>
                    <a:pt x="23908" y="49340"/>
                    <a:pt x="35814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2" name="Google Shape;282;g3f3ba1429e3_0_4152"/>
            <p:cNvSpPr/>
            <p:nvPr/>
          </p:nvSpPr>
          <p:spPr>
            <a:xfrm>
              <a:off x="4139660" y="1604200"/>
              <a:ext cx="89439" cy="62007"/>
            </a:xfrm>
            <a:custGeom>
              <a:rect b="b" l="l" r="r" t="t"/>
              <a:pathLst>
                <a:path extrusionOk="0" h="62007" w="89439">
                  <a:moveTo>
                    <a:pt x="0" y="15812"/>
                  </a:moveTo>
                  <a:cubicBezTo>
                    <a:pt x="0" y="15812"/>
                    <a:pt x="20955" y="56960"/>
                    <a:pt x="63341" y="62008"/>
                  </a:cubicBezTo>
                  <a:lnTo>
                    <a:pt x="89440" y="34576"/>
                  </a:lnTo>
                  <a:cubicBezTo>
                    <a:pt x="89440" y="34576"/>
                    <a:pt x="62960" y="36671"/>
                    <a:pt x="2790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3" name="Google Shape;283;g3f3ba1429e3_0_4152"/>
            <p:cNvSpPr/>
            <p:nvPr/>
          </p:nvSpPr>
          <p:spPr>
            <a:xfrm>
              <a:off x="4582763" y="3025235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0" y="15812"/>
                  </a:moveTo>
                  <a:cubicBezTo>
                    <a:pt x="0" y="15812"/>
                    <a:pt x="20860" y="56959"/>
                    <a:pt x="63341" y="62008"/>
                  </a:cubicBezTo>
                  <a:lnTo>
                    <a:pt x="88964" y="34576"/>
                  </a:lnTo>
                  <a:cubicBezTo>
                    <a:pt x="88964" y="34576"/>
                    <a:pt x="62389" y="36671"/>
                    <a:pt x="2743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4" name="Google Shape;284;g3f3ba1429e3_0_4152"/>
            <p:cNvSpPr/>
            <p:nvPr/>
          </p:nvSpPr>
          <p:spPr>
            <a:xfrm>
              <a:off x="5033867" y="2264568"/>
              <a:ext cx="88868" cy="62007"/>
            </a:xfrm>
            <a:custGeom>
              <a:rect b="b" l="l" r="r" t="t"/>
              <a:pathLst>
                <a:path extrusionOk="0" h="62007" w="88868">
                  <a:moveTo>
                    <a:pt x="0" y="15812"/>
                  </a:moveTo>
                  <a:cubicBezTo>
                    <a:pt x="0" y="15812"/>
                    <a:pt x="20860" y="56959"/>
                    <a:pt x="63341" y="62008"/>
                  </a:cubicBezTo>
                  <a:lnTo>
                    <a:pt x="88868" y="34576"/>
                  </a:lnTo>
                  <a:cubicBezTo>
                    <a:pt x="88868" y="34576"/>
                    <a:pt x="62389" y="36671"/>
                    <a:pt x="27432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5" name="Google Shape;285;g3f3ba1429e3_0_4152"/>
            <p:cNvSpPr/>
            <p:nvPr/>
          </p:nvSpPr>
          <p:spPr>
            <a:xfrm>
              <a:off x="5448300" y="1726025"/>
              <a:ext cx="88868" cy="62007"/>
            </a:xfrm>
            <a:custGeom>
              <a:rect b="b" l="l" r="r" t="t"/>
              <a:pathLst>
                <a:path extrusionOk="0" h="62007" w="88868">
                  <a:moveTo>
                    <a:pt x="0" y="15812"/>
                  </a:moveTo>
                  <a:cubicBezTo>
                    <a:pt x="0" y="15812"/>
                    <a:pt x="20860" y="56960"/>
                    <a:pt x="63341" y="62008"/>
                  </a:cubicBezTo>
                  <a:lnTo>
                    <a:pt x="88868" y="34576"/>
                  </a:lnTo>
                  <a:cubicBezTo>
                    <a:pt x="88868" y="34576"/>
                    <a:pt x="62389" y="36671"/>
                    <a:pt x="2743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6" name="Google Shape;286;g3f3ba1429e3_0_4152"/>
            <p:cNvSpPr/>
            <p:nvPr/>
          </p:nvSpPr>
          <p:spPr>
            <a:xfrm>
              <a:off x="4561141" y="1717929"/>
              <a:ext cx="73723" cy="63633"/>
            </a:xfrm>
            <a:custGeom>
              <a:rect b="b" l="l" r="r" t="t"/>
              <a:pathLst>
                <a:path extrusionOk="0" h="63633" w="73723">
                  <a:moveTo>
                    <a:pt x="0" y="63246"/>
                  </a:moveTo>
                  <a:cubicBezTo>
                    <a:pt x="0" y="63246"/>
                    <a:pt x="45815" y="68961"/>
                    <a:pt x="73723" y="36481"/>
                  </a:cubicBezTo>
                  <a:lnTo>
                    <a:pt x="65246" y="0"/>
                  </a:lnTo>
                  <a:cubicBezTo>
                    <a:pt x="65246" y="0"/>
                    <a:pt x="52197" y="23146"/>
                    <a:pt x="2191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7" name="Google Shape;287;g3f3ba1429e3_0_4152"/>
            <p:cNvSpPr/>
            <p:nvPr/>
          </p:nvSpPr>
          <p:spPr>
            <a:xfrm>
              <a:off x="5343525" y="1361312"/>
              <a:ext cx="73723" cy="63539"/>
            </a:xfrm>
            <a:custGeom>
              <a:rect b="b" l="l" r="r" t="t"/>
              <a:pathLst>
                <a:path extrusionOk="0" h="63539" w="73723">
                  <a:moveTo>
                    <a:pt x="0" y="63151"/>
                  </a:moveTo>
                  <a:cubicBezTo>
                    <a:pt x="0" y="63151"/>
                    <a:pt x="45815" y="68866"/>
                    <a:pt x="73724" y="36481"/>
                  </a:cubicBezTo>
                  <a:lnTo>
                    <a:pt x="65342" y="0"/>
                  </a:lnTo>
                  <a:cubicBezTo>
                    <a:pt x="65342" y="0"/>
                    <a:pt x="52197" y="23051"/>
                    <a:pt x="2191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8" name="Google Shape;288;g3f3ba1429e3_0_4152"/>
            <p:cNvSpPr/>
            <p:nvPr/>
          </p:nvSpPr>
          <p:spPr>
            <a:xfrm>
              <a:off x="5447442" y="1969103"/>
              <a:ext cx="73628" cy="63619"/>
            </a:xfrm>
            <a:custGeom>
              <a:rect b="b" l="l" r="r" t="t"/>
              <a:pathLst>
                <a:path extrusionOk="0" h="63619" w="73628">
                  <a:moveTo>
                    <a:pt x="0" y="63246"/>
                  </a:moveTo>
                  <a:cubicBezTo>
                    <a:pt x="0" y="63246"/>
                    <a:pt x="45720" y="68866"/>
                    <a:pt x="73628" y="36481"/>
                  </a:cubicBezTo>
                  <a:lnTo>
                    <a:pt x="65246" y="0"/>
                  </a:lnTo>
                  <a:cubicBezTo>
                    <a:pt x="65246" y="0"/>
                    <a:pt x="52102" y="23146"/>
                    <a:pt x="2096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89" name="Google Shape;289;g3f3ba1429e3_0_4152"/>
            <p:cNvSpPr/>
            <p:nvPr/>
          </p:nvSpPr>
          <p:spPr>
            <a:xfrm>
              <a:off x="3962400" y="2874835"/>
              <a:ext cx="73723" cy="63634"/>
            </a:xfrm>
            <a:custGeom>
              <a:rect b="b" l="l" r="r" t="t"/>
              <a:pathLst>
                <a:path extrusionOk="0" h="63634" w="73723">
                  <a:moveTo>
                    <a:pt x="0" y="63246"/>
                  </a:moveTo>
                  <a:cubicBezTo>
                    <a:pt x="0" y="63246"/>
                    <a:pt x="45815" y="68961"/>
                    <a:pt x="73724" y="36576"/>
                  </a:cubicBezTo>
                  <a:lnTo>
                    <a:pt x="65342" y="0"/>
                  </a:lnTo>
                  <a:cubicBezTo>
                    <a:pt x="65342" y="0"/>
                    <a:pt x="52197" y="23146"/>
                    <a:pt x="2191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90" name="Google Shape;290;g3f3ba1429e3_0_4152"/>
            <p:cNvSpPr/>
            <p:nvPr/>
          </p:nvSpPr>
          <p:spPr>
            <a:xfrm>
              <a:off x="4874895" y="1937194"/>
              <a:ext cx="88963" cy="59245"/>
            </a:xfrm>
            <a:custGeom>
              <a:rect b="b" l="l" r="r" t="t"/>
              <a:pathLst>
                <a:path extrusionOk="0" h="59245" w="88963">
                  <a:moveTo>
                    <a:pt x="0" y="13049"/>
                  </a:moveTo>
                  <a:cubicBezTo>
                    <a:pt x="0" y="13049"/>
                    <a:pt x="20860" y="54197"/>
                    <a:pt x="63341" y="59246"/>
                  </a:cubicBezTo>
                  <a:lnTo>
                    <a:pt x="88963" y="31814"/>
                  </a:lnTo>
                  <a:cubicBezTo>
                    <a:pt x="88963" y="31814"/>
                    <a:pt x="57626" y="36671"/>
                    <a:pt x="2228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91" name="Google Shape;291;g3f3ba1429e3_0_4152"/>
            <p:cNvSpPr/>
            <p:nvPr/>
          </p:nvSpPr>
          <p:spPr>
            <a:xfrm>
              <a:off x="4829175" y="2004822"/>
              <a:ext cx="80010" cy="68579"/>
            </a:xfrm>
            <a:custGeom>
              <a:rect b="b" l="l" r="r" t="t"/>
              <a:pathLst>
                <a:path extrusionOk="0" h="68579" w="80010">
                  <a:moveTo>
                    <a:pt x="0" y="6191"/>
                  </a:moveTo>
                  <a:cubicBezTo>
                    <a:pt x="0" y="6191"/>
                    <a:pt x="8192" y="51625"/>
                    <a:pt x="47625" y="68580"/>
                  </a:cubicBezTo>
                  <a:lnTo>
                    <a:pt x="80010" y="49530"/>
                  </a:lnTo>
                  <a:cubicBezTo>
                    <a:pt x="57093" y="39195"/>
                    <a:pt x="38052" y="21850"/>
                    <a:pt x="2562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92" name="Google Shape;292;g3f3ba1429e3_0_4152"/>
            <p:cNvSpPr/>
            <p:nvPr/>
          </p:nvSpPr>
          <p:spPr>
            <a:xfrm>
              <a:off x="6047612" y="1718405"/>
              <a:ext cx="80010" cy="68675"/>
            </a:xfrm>
            <a:custGeom>
              <a:rect b="b" l="l" r="r" t="t"/>
              <a:pathLst>
                <a:path extrusionOk="0" h="68675" w="80010">
                  <a:moveTo>
                    <a:pt x="80010" y="6191"/>
                  </a:moveTo>
                  <a:cubicBezTo>
                    <a:pt x="80010" y="6191"/>
                    <a:pt x="71819" y="51625"/>
                    <a:pt x="32385" y="68675"/>
                  </a:cubicBezTo>
                  <a:lnTo>
                    <a:pt x="0" y="49625"/>
                  </a:lnTo>
                  <a:cubicBezTo>
                    <a:pt x="22936" y="39272"/>
                    <a:pt x="41986" y="21893"/>
                    <a:pt x="54388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93" name="Google Shape;293;g3f3ba1429e3_0_4152"/>
            <p:cNvSpPr/>
            <p:nvPr/>
          </p:nvSpPr>
          <p:spPr>
            <a:xfrm>
              <a:off x="6244018" y="1760886"/>
              <a:ext cx="88963" cy="59245"/>
            </a:xfrm>
            <a:custGeom>
              <a:rect b="b" l="l" r="r" t="t"/>
              <a:pathLst>
                <a:path extrusionOk="0" h="59245" w="88963">
                  <a:moveTo>
                    <a:pt x="88963" y="13049"/>
                  </a:moveTo>
                  <a:cubicBezTo>
                    <a:pt x="88963" y="13049"/>
                    <a:pt x="68104" y="54197"/>
                    <a:pt x="25622" y="59245"/>
                  </a:cubicBezTo>
                  <a:lnTo>
                    <a:pt x="0" y="31909"/>
                  </a:lnTo>
                  <a:cubicBezTo>
                    <a:pt x="0" y="31909"/>
                    <a:pt x="31337" y="36671"/>
                    <a:pt x="6667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valuate">
  <p:cSld name="Evaluat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5" name="Google Shape;295;g3f3ba1429e3_0_4243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296" name="Google Shape;296;g3f3ba1429e3_0_4243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297" name="Google Shape;297;g3f3ba1429e3_0_4243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298" name="Google Shape;298;g3f3ba1429e3_0_4243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99" name="Google Shape;299;g3f3ba1429e3_0_4243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0" name="Google Shape;300;g3f3ba1429e3_0_4243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01" name="Google Shape;301;g3f3ba1429e3_0_4243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302" name="Google Shape;302;g3f3ba1429e3_0_4243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303" name="Google Shape;303;g3f3ba1429e3_0_4243"/>
          <p:cNvSpPr txBox="1"/>
          <p:nvPr/>
        </p:nvSpPr>
        <p:spPr>
          <a:xfrm>
            <a:off x="680025" y="777563"/>
            <a:ext cx="3018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Evaluate</a:t>
            </a:r>
            <a:endParaRPr b="0" i="0" sz="5400" u="none" cap="none" strike="noStrike">
              <a:solidFill>
                <a:schemeClr val="lt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304" name="Google Shape;304;g3f3ba1429e3_0_42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5258" y="-663083"/>
            <a:ext cx="6778655" cy="6778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!">
  <p:cSld name="Thank You!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f3ba1429e3_0_4257"/>
          <p:cNvSpPr txBox="1"/>
          <p:nvPr/>
        </p:nvSpPr>
        <p:spPr>
          <a:xfrm>
            <a:off x="2505636" y="2773309"/>
            <a:ext cx="71808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rPr>
              <a:t>THANK YOU!</a:t>
            </a:r>
            <a:endParaRPr b="0" i="0" sz="2400" u="none" cap="none" strike="noStrike">
              <a:solidFill>
                <a:srgbClr val="172A4B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Recap">
  <p:cSld name="1_Recap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308;g3f3ba1429e3_0_4259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309" name="Google Shape;309;g3f3ba1429e3_0_4259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310" name="Google Shape;310;g3f3ba1429e3_0_4259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311" name="Google Shape;311;g3f3ba1429e3_0_4259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12" name="Google Shape;312;g3f3ba1429e3_0_4259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13" name="Google Shape;313;g3f3ba1429e3_0_4259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14" name="Google Shape;314;g3f3ba1429e3_0_4259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315" name="Google Shape;315;g3f3ba1429e3_0_4259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316" name="Google Shape;316;g3f3ba1429e3_0_4259"/>
          <p:cNvSpPr txBox="1"/>
          <p:nvPr/>
        </p:nvSpPr>
        <p:spPr>
          <a:xfrm>
            <a:off x="680025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Recap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7" name="Google Shape;317;g3f3ba1429e3_0_42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09216" y="526820"/>
            <a:ext cx="5309935" cy="530993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f3ba1429e3_0_4259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gage">
  <p:cSld name="Engage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0" name="Google Shape;320;g3f3ba1429e3_0_4271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321" name="Google Shape;321;g3f3ba1429e3_0_4271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322" name="Google Shape;322;g3f3ba1429e3_0_4271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323" name="Google Shape;323;g3f3ba1429e3_0_4271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24" name="Google Shape;324;g3f3ba1429e3_0_4271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25" name="Google Shape;325;g3f3ba1429e3_0_4271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326" name="Google Shape;326;g3f3ba1429e3_0_4271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327" name="Google Shape;327;g3f3ba1429e3_0_4271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328" name="Google Shape;328;g3f3ba1429e3_0_4271"/>
          <p:cNvSpPr txBox="1"/>
          <p:nvPr/>
        </p:nvSpPr>
        <p:spPr>
          <a:xfrm>
            <a:off x="680025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Engage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9" name="Google Shape;329;g3f3ba1429e3_0_4271"/>
          <p:cNvGrpSpPr/>
          <p:nvPr/>
        </p:nvGrpSpPr>
        <p:grpSpPr>
          <a:xfrm>
            <a:off x="5346784" y="1129383"/>
            <a:ext cx="4318845" cy="2583681"/>
            <a:chOff x="5320151" y="896335"/>
            <a:chExt cx="4318845" cy="2583681"/>
          </a:xfrm>
        </p:grpSpPr>
        <p:sp>
          <p:nvSpPr>
            <p:cNvPr id="330" name="Google Shape;330;g3f3ba1429e3_0_4271"/>
            <p:cNvSpPr/>
            <p:nvPr/>
          </p:nvSpPr>
          <p:spPr>
            <a:xfrm>
              <a:off x="5320151" y="896335"/>
              <a:ext cx="4318845" cy="2583681"/>
            </a:xfrm>
            <a:custGeom>
              <a:rect b="b" l="l" r="r" t="t"/>
              <a:pathLst>
                <a:path extrusionOk="0" h="2583681" w="4318845">
                  <a:moveTo>
                    <a:pt x="1860346" y="563615"/>
                  </a:moveTo>
                  <a:cubicBezTo>
                    <a:pt x="1364834" y="534709"/>
                    <a:pt x="846325" y="242437"/>
                    <a:pt x="360319" y="524302"/>
                  </a:cubicBezTo>
                  <a:cubicBezTo>
                    <a:pt x="-4410" y="735894"/>
                    <a:pt x="-58240" y="1151112"/>
                    <a:pt x="49034" y="1539994"/>
                  </a:cubicBezTo>
                  <a:cubicBezTo>
                    <a:pt x="329614" y="2561467"/>
                    <a:pt x="1900686" y="2734774"/>
                    <a:pt x="2785466" y="2477832"/>
                  </a:cubicBezTo>
                  <a:cubicBezTo>
                    <a:pt x="3702749" y="2212540"/>
                    <a:pt x="4737325" y="1304121"/>
                    <a:pt x="4144303" y="379772"/>
                  </a:cubicBezTo>
                  <a:cubicBezTo>
                    <a:pt x="3900208" y="-1144"/>
                    <a:pt x="3474070" y="-68334"/>
                    <a:pt x="3009391" y="58595"/>
                  </a:cubicBezTo>
                  <a:cubicBezTo>
                    <a:pt x="2614599" y="165226"/>
                    <a:pt x="2248714" y="586225"/>
                    <a:pt x="1860346" y="56361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31" name="Google Shape;331;g3f3ba1429e3_0_4271"/>
            <p:cNvSpPr/>
            <p:nvPr/>
          </p:nvSpPr>
          <p:spPr>
            <a:xfrm>
              <a:off x="5320151" y="896335"/>
              <a:ext cx="4318845" cy="2583681"/>
            </a:xfrm>
            <a:custGeom>
              <a:rect b="b" l="l" r="r" t="t"/>
              <a:pathLst>
                <a:path extrusionOk="0" h="2583681" w="4318845">
                  <a:moveTo>
                    <a:pt x="1860346" y="563615"/>
                  </a:moveTo>
                  <a:cubicBezTo>
                    <a:pt x="1364834" y="534709"/>
                    <a:pt x="846325" y="242437"/>
                    <a:pt x="360319" y="524302"/>
                  </a:cubicBezTo>
                  <a:cubicBezTo>
                    <a:pt x="-4410" y="735894"/>
                    <a:pt x="-58240" y="1151112"/>
                    <a:pt x="49034" y="1539994"/>
                  </a:cubicBezTo>
                  <a:cubicBezTo>
                    <a:pt x="329614" y="2561467"/>
                    <a:pt x="1900686" y="2734774"/>
                    <a:pt x="2785466" y="2477832"/>
                  </a:cubicBezTo>
                  <a:cubicBezTo>
                    <a:pt x="3702749" y="2212540"/>
                    <a:pt x="4737325" y="1304121"/>
                    <a:pt x="4144303" y="379772"/>
                  </a:cubicBezTo>
                  <a:cubicBezTo>
                    <a:pt x="3900208" y="-1144"/>
                    <a:pt x="3474070" y="-68334"/>
                    <a:pt x="3009391" y="58595"/>
                  </a:cubicBezTo>
                  <a:cubicBezTo>
                    <a:pt x="2614599" y="165226"/>
                    <a:pt x="2248714" y="586225"/>
                    <a:pt x="1860346" y="563615"/>
                  </a:cubicBezTo>
                  <a:close/>
                </a:path>
              </a:pathLst>
            </a:custGeom>
            <a:solidFill>
              <a:srgbClr val="FFFFFF">
                <a:alpha val="8784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332" name="Google Shape;332;g3f3ba1429e3_0_4271"/>
          <p:cNvGrpSpPr/>
          <p:nvPr/>
        </p:nvGrpSpPr>
        <p:grpSpPr>
          <a:xfrm>
            <a:off x="8020375" y="1479739"/>
            <a:ext cx="1344658" cy="4110296"/>
            <a:chOff x="7993742" y="1246691"/>
            <a:chExt cx="1344658" cy="4110296"/>
          </a:xfrm>
        </p:grpSpPr>
        <p:sp>
          <p:nvSpPr>
            <p:cNvPr id="333" name="Google Shape;333;g3f3ba1429e3_0_4271"/>
            <p:cNvSpPr/>
            <p:nvPr/>
          </p:nvSpPr>
          <p:spPr>
            <a:xfrm>
              <a:off x="8617716" y="1305764"/>
              <a:ext cx="120606" cy="214213"/>
            </a:xfrm>
            <a:custGeom>
              <a:rect b="b" l="l" r="r" t="t"/>
              <a:pathLst>
                <a:path extrusionOk="0" h="214213" w="120606">
                  <a:moveTo>
                    <a:pt x="50604" y="201848"/>
                  </a:moveTo>
                  <a:cubicBezTo>
                    <a:pt x="23239" y="174484"/>
                    <a:pt x="-29434" y="70807"/>
                    <a:pt x="21055" y="21988"/>
                  </a:cubicBezTo>
                  <a:cubicBezTo>
                    <a:pt x="71544" y="-26831"/>
                    <a:pt x="116509" y="17492"/>
                    <a:pt x="119978" y="41259"/>
                  </a:cubicBezTo>
                  <a:cubicBezTo>
                    <a:pt x="123447" y="65026"/>
                    <a:pt x="114197" y="265312"/>
                    <a:pt x="50604" y="20184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34" name="Google Shape;334;g3f3ba1429e3_0_4271"/>
            <p:cNvSpPr/>
            <p:nvPr/>
          </p:nvSpPr>
          <p:spPr>
            <a:xfrm>
              <a:off x="8510814" y="4971832"/>
              <a:ext cx="145942" cy="266191"/>
            </a:xfrm>
            <a:custGeom>
              <a:rect b="b" l="l" r="r" t="t"/>
              <a:pathLst>
                <a:path extrusionOk="0" h="266191" w="145942">
                  <a:moveTo>
                    <a:pt x="145943" y="265164"/>
                  </a:moveTo>
                  <a:lnTo>
                    <a:pt x="31218" y="266192"/>
                  </a:lnTo>
                  <a:lnTo>
                    <a:pt x="0" y="1028"/>
                  </a:lnTo>
                  <a:lnTo>
                    <a:pt x="114596" y="0"/>
                  </a:lnTo>
                  <a:lnTo>
                    <a:pt x="145943" y="265164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35" name="Google Shape;335;g3f3ba1429e3_0_4271"/>
            <p:cNvSpPr/>
            <p:nvPr/>
          </p:nvSpPr>
          <p:spPr>
            <a:xfrm>
              <a:off x="8299416" y="5223635"/>
              <a:ext cx="409052" cy="133352"/>
            </a:xfrm>
            <a:custGeom>
              <a:rect b="b" l="l" r="r" t="t"/>
              <a:pathLst>
                <a:path extrusionOk="0" h="133352" w="409052">
                  <a:moveTo>
                    <a:pt x="242488" y="1157"/>
                  </a:moveTo>
                  <a:lnTo>
                    <a:pt x="367619" y="0"/>
                  </a:lnTo>
                  <a:cubicBezTo>
                    <a:pt x="372360" y="64"/>
                    <a:pt x="376509" y="3186"/>
                    <a:pt x="377897" y="7708"/>
                  </a:cubicBezTo>
                  <a:lnTo>
                    <a:pt x="408216" y="109329"/>
                  </a:lnTo>
                  <a:cubicBezTo>
                    <a:pt x="410991" y="117461"/>
                    <a:pt x="406636" y="126287"/>
                    <a:pt x="398516" y="129062"/>
                  </a:cubicBezTo>
                  <a:cubicBezTo>
                    <a:pt x="396795" y="129640"/>
                    <a:pt x="394996" y="129923"/>
                    <a:pt x="393185" y="129884"/>
                  </a:cubicBezTo>
                  <a:cubicBezTo>
                    <a:pt x="348091" y="129884"/>
                    <a:pt x="282571" y="127443"/>
                    <a:pt x="226173" y="127957"/>
                  </a:cubicBezTo>
                  <a:cubicBezTo>
                    <a:pt x="159881" y="127957"/>
                    <a:pt x="130333" y="132582"/>
                    <a:pt x="52480" y="133353"/>
                  </a:cubicBezTo>
                  <a:cubicBezTo>
                    <a:pt x="5459" y="133353"/>
                    <a:pt x="-11756" y="86333"/>
                    <a:pt x="8157" y="81965"/>
                  </a:cubicBezTo>
                  <a:cubicBezTo>
                    <a:pt x="96417" y="61538"/>
                    <a:pt x="142024" y="58840"/>
                    <a:pt x="215895" y="10407"/>
                  </a:cubicBezTo>
                  <a:cubicBezTo>
                    <a:pt x="223667" y="4792"/>
                    <a:pt x="232917" y="1580"/>
                    <a:pt x="242488" y="115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36" name="Google Shape;336;g3f3ba1429e3_0_4271"/>
            <p:cNvSpPr/>
            <p:nvPr/>
          </p:nvSpPr>
          <p:spPr>
            <a:xfrm>
              <a:off x="8510814" y="4971960"/>
              <a:ext cx="130783" cy="137720"/>
            </a:xfrm>
            <a:custGeom>
              <a:rect b="b" l="l" r="r" t="t"/>
              <a:pathLst>
                <a:path extrusionOk="0" h="137720" w="130783">
                  <a:moveTo>
                    <a:pt x="0" y="1028"/>
                  </a:moveTo>
                  <a:lnTo>
                    <a:pt x="16187" y="137721"/>
                  </a:lnTo>
                  <a:lnTo>
                    <a:pt x="130783" y="136693"/>
                  </a:lnTo>
                  <a:lnTo>
                    <a:pt x="114724" y="0"/>
                  </a:lnTo>
                  <a:lnTo>
                    <a:pt x="0" y="1028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37" name="Google Shape;337;g3f3ba1429e3_0_4271"/>
            <p:cNvSpPr/>
            <p:nvPr/>
          </p:nvSpPr>
          <p:spPr>
            <a:xfrm>
              <a:off x="8461219" y="5216393"/>
              <a:ext cx="72216" cy="28944"/>
            </a:xfrm>
            <a:custGeom>
              <a:rect b="b" l="l" r="r" t="t"/>
              <a:pathLst>
                <a:path extrusionOk="0" h="28944" w="72216">
                  <a:moveTo>
                    <a:pt x="33279" y="28825"/>
                  </a:moveTo>
                  <a:cubicBezTo>
                    <a:pt x="45651" y="28606"/>
                    <a:pt x="57958" y="27103"/>
                    <a:pt x="70022" y="24328"/>
                  </a:cubicBezTo>
                  <a:cubicBezTo>
                    <a:pt x="71191" y="24161"/>
                    <a:pt x="72103" y="23198"/>
                    <a:pt x="72206" y="22016"/>
                  </a:cubicBezTo>
                  <a:cubicBezTo>
                    <a:pt x="72308" y="20885"/>
                    <a:pt x="71692" y="19806"/>
                    <a:pt x="70664" y="19318"/>
                  </a:cubicBezTo>
                  <a:cubicBezTo>
                    <a:pt x="65268" y="16620"/>
                    <a:pt x="17092" y="-6377"/>
                    <a:pt x="3859" y="1717"/>
                  </a:cubicBezTo>
                  <a:cubicBezTo>
                    <a:pt x="1367" y="3310"/>
                    <a:pt x="-98" y="6085"/>
                    <a:pt x="5" y="9040"/>
                  </a:cubicBezTo>
                  <a:cubicBezTo>
                    <a:pt x="-59" y="14051"/>
                    <a:pt x="2228" y="18804"/>
                    <a:pt x="6172" y="21887"/>
                  </a:cubicBezTo>
                  <a:cubicBezTo>
                    <a:pt x="14201" y="27103"/>
                    <a:pt x="23734" y="29531"/>
                    <a:pt x="33279" y="28825"/>
                  </a:cubicBezTo>
                  <a:close/>
                  <a:moveTo>
                    <a:pt x="60772" y="20602"/>
                  </a:moveTo>
                  <a:cubicBezTo>
                    <a:pt x="35977" y="24970"/>
                    <a:pt x="17092" y="24071"/>
                    <a:pt x="9384" y="17905"/>
                  </a:cubicBezTo>
                  <a:cubicBezTo>
                    <a:pt x="6673" y="15785"/>
                    <a:pt x="5183" y="12470"/>
                    <a:pt x="5401" y="9040"/>
                  </a:cubicBezTo>
                  <a:cubicBezTo>
                    <a:pt x="5247" y="7961"/>
                    <a:pt x="5748" y="6895"/>
                    <a:pt x="6685" y="6342"/>
                  </a:cubicBezTo>
                  <a:cubicBezTo>
                    <a:pt x="13880" y="1974"/>
                    <a:pt x="41116" y="12252"/>
                    <a:pt x="60772" y="20602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38" name="Google Shape;338;g3f3ba1429e3_0_4271"/>
            <p:cNvSpPr/>
            <p:nvPr/>
          </p:nvSpPr>
          <p:spPr>
            <a:xfrm>
              <a:off x="8487342" y="5189837"/>
              <a:ext cx="46031" cy="51655"/>
            </a:xfrm>
            <a:custGeom>
              <a:rect b="b" l="l" r="r" t="t"/>
              <a:pathLst>
                <a:path extrusionOk="0" h="51655" w="46031">
                  <a:moveTo>
                    <a:pt x="43385" y="51656"/>
                  </a:moveTo>
                  <a:cubicBezTo>
                    <a:pt x="43989" y="51617"/>
                    <a:pt x="44580" y="51386"/>
                    <a:pt x="45055" y="51013"/>
                  </a:cubicBezTo>
                  <a:cubicBezTo>
                    <a:pt x="45851" y="50422"/>
                    <a:pt x="46198" y="49408"/>
                    <a:pt x="45954" y="48444"/>
                  </a:cubicBezTo>
                  <a:cubicBezTo>
                    <a:pt x="45954" y="46388"/>
                    <a:pt x="36961" y="-2945"/>
                    <a:pt x="9726" y="139"/>
                  </a:cubicBezTo>
                  <a:cubicBezTo>
                    <a:pt x="2531" y="909"/>
                    <a:pt x="476" y="4635"/>
                    <a:pt x="90" y="7462"/>
                  </a:cubicBezTo>
                  <a:cubicBezTo>
                    <a:pt x="-1837" y="20309"/>
                    <a:pt x="27583" y="45232"/>
                    <a:pt x="42229" y="51399"/>
                  </a:cubicBezTo>
                  <a:close/>
                  <a:moveTo>
                    <a:pt x="12038" y="5406"/>
                  </a:moveTo>
                  <a:cubicBezTo>
                    <a:pt x="28482" y="5406"/>
                    <a:pt x="36705" y="32256"/>
                    <a:pt x="39531" y="43947"/>
                  </a:cubicBezTo>
                  <a:cubicBezTo>
                    <a:pt x="24371" y="35468"/>
                    <a:pt x="4330" y="15941"/>
                    <a:pt x="5486" y="8232"/>
                  </a:cubicBezTo>
                  <a:cubicBezTo>
                    <a:pt x="5486" y="8232"/>
                    <a:pt x="5486" y="6049"/>
                    <a:pt x="10368" y="553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39" name="Google Shape;339;g3f3ba1429e3_0_4271"/>
            <p:cNvSpPr/>
            <p:nvPr/>
          </p:nvSpPr>
          <p:spPr>
            <a:xfrm>
              <a:off x="7993742" y="1838039"/>
              <a:ext cx="581950" cy="492687"/>
            </a:xfrm>
            <a:custGeom>
              <a:rect b="b" l="l" r="r" t="t"/>
              <a:pathLst>
                <a:path extrusionOk="0" h="492687" w="581950">
                  <a:moveTo>
                    <a:pt x="581951" y="248591"/>
                  </a:moveTo>
                  <a:lnTo>
                    <a:pt x="570131" y="261438"/>
                  </a:lnTo>
                  <a:lnTo>
                    <a:pt x="559083" y="272358"/>
                  </a:lnTo>
                  <a:cubicBezTo>
                    <a:pt x="551760" y="279553"/>
                    <a:pt x="544180" y="286362"/>
                    <a:pt x="536600" y="293042"/>
                  </a:cubicBezTo>
                  <a:cubicBezTo>
                    <a:pt x="521531" y="306570"/>
                    <a:pt x="506114" y="319417"/>
                    <a:pt x="490351" y="331584"/>
                  </a:cubicBezTo>
                  <a:cubicBezTo>
                    <a:pt x="458554" y="356854"/>
                    <a:pt x="425075" y="379953"/>
                    <a:pt x="390143" y="400701"/>
                  </a:cubicBezTo>
                  <a:cubicBezTo>
                    <a:pt x="372543" y="411107"/>
                    <a:pt x="354429" y="420999"/>
                    <a:pt x="336057" y="430378"/>
                  </a:cubicBezTo>
                  <a:cubicBezTo>
                    <a:pt x="317686" y="439756"/>
                    <a:pt x="298286" y="447850"/>
                    <a:pt x="278759" y="456072"/>
                  </a:cubicBezTo>
                  <a:cubicBezTo>
                    <a:pt x="238715" y="472054"/>
                    <a:pt x="197000" y="483462"/>
                    <a:pt x="154399" y="490117"/>
                  </a:cubicBezTo>
                  <a:lnTo>
                    <a:pt x="144892" y="491530"/>
                  </a:lnTo>
                  <a:cubicBezTo>
                    <a:pt x="138713" y="492326"/>
                    <a:pt x="132495" y="492712"/>
                    <a:pt x="126264" y="492686"/>
                  </a:cubicBezTo>
                  <a:cubicBezTo>
                    <a:pt x="111952" y="492558"/>
                    <a:pt x="97795" y="489770"/>
                    <a:pt x="84511" y="484464"/>
                  </a:cubicBezTo>
                  <a:cubicBezTo>
                    <a:pt x="71330" y="479171"/>
                    <a:pt x="59266" y="471463"/>
                    <a:pt x="48925" y="461725"/>
                  </a:cubicBezTo>
                  <a:cubicBezTo>
                    <a:pt x="40689" y="453875"/>
                    <a:pt x="33521" y="444972"/>
                    <a:pt x="27598" y="435260"/>
                  </a:cubicBezTo>
                  <a:cubicBezTo>
                    <a:pt x="19389" y="421166"/>
                    <a:pt x="13210" y="405981"/>
                    <a:pt x="9227" y="390166"/>
                  </a:cubicBezTo>
                  <a:cubicBezTo>
                    <a:pt x="6118" y="377923"/>
                    <a:pt x="3831" y="365474"/>
                    <a:pt x="2418" y="352910"/>
                  </a:cubicBezTo>
                  <a:cubicBezTo>
                    <a:pt x="80" y="331198"/>
                    <a:pt x="-563" y="309332"/>
                    <a:pt x="491" y="287518"/>
                  </a:cubicBezTo>
                  <a:cubicBezTo>
                    <a:pt x="1390" y="266706"/>
                    <a:pt x="3060" y="246664"/>
                    <a:pt x="5373" y="227008"/>
                  </a:cubicBezTo>
                  <a:cubicBezTo>
                    <a:pt x="10255" y="187568"/>
                    <a:pt x="17192" y="149926"/>
                    <a:pt x="25671" y="111384"/>
                  </a:cubicBezTo>
                  <a:cubicBezTo>
                    <a:pt x="34150" y="72843"/>
                    <a:pt x="43785" y="37257"/>
                    <a:pt x="56247" y="0"/>
                  </a:cubicBezTo>
                  <a:lnTo>
                    <a:pt x="140653" y="16701"/>
                  </a:lnTo>
                  <a:cubicBezTo>
                    <a:pt x="137569" y="88902"/>
                    <a:pt x="134101" y="162901"/>
                    <a:pt x="136413" y="232789"/>
                  </a:cubicBezTo>
                  <a:cubicBezTo>
                    <a:pt x="136837" y="265241"/>
                    <a:pt x="140280" y="297590"/>
                    <a:pt x="146691" y="329400"/>
                  </a:cubicBezTo>
                  <a:cubicBezTo>
                    <a:pt x="147963" y="335271"/>
                    <a:pt x="149723" y="341039"/>
                    <a:pt x="151958" y="346615"/>
                  </a:cubicBezTo>
                  <a:cubicBezTo>
                    <a:pt x="153757" y="350983"/>
                    <a:pt x="155941" y="353681"/>
                    <a:pt x="155812" y="352524"/>
                  </a:cubicBezTo>
                  <a:cubicBezTo>
                    <a:pt x="155067" y="350572"/>
                    <a:pt x="153885" y="348812"/>
                    <a:pt x="152344" y="347385"/>
                  </a:cubicBezTo>
                  <a:cubicBezTo>
                    <a:pt x="148849" y="344007"/>
                    <a:pt x="144751" y="341309"/>
                    <a:pt x="140267" y="339420"/>
                  </a:cubicBezTo>
                  <a:cubicBezTo>
                    <a:pt x="135655" y="337480"/>
                    <a:pt x="130748" y="336311"/>
                    <a:pt x="125750" y="335952"/>
                  </a:cubicBezTo>
                  <a:cubicBezTo>
                    <a:pt x="123438" y="335952"/>
                    <a:pt x="122410" y="335952"/>
                    <a:pt x="120997" y="335952"/>
                  </a:cubicBezTo>
                  <a:lnTo>
                    <a:pt x="122410" y="335952"/>
                  </a:lnTo>
                  <a:lnTo>
                    <a:pt x="125108" y="335181"/>
                  </a:lnTo>
                  <a:cubicBezTo>
                    <a:pt x="155542" y="327370"/>
                    <a:pt x="185142" y="316604"/>
                    <a:pt x="213496" y="303063"/>
                  </a:cubicBezTo>
                  <a:cubicBezTo>
                    <a:pt x="243160" y="288751"/>
                    <a:pt x="271873" y="272525"/>
                    <a:pt x="299443" y="254501"/>
                  </a:cubicBezTo>
                  <a:cubicBezTo>
                    <a:pt x="327321" y="236001"/>
                    <a:pt x="354814" y="215960"/>
                    <a:pt x="381279" y="194762"/>
                  </a:cubicBezTo>
                  <a:cubicBezTo>
                    <a:pt x="394126" y="184227"/>
                    <a:pt x="407615" y="173179"/>
                    <a:pt x="419820" y="162002"/>
                  </a:cubicBezTo>
                  <a:lnTo>
                    <a:pt x="438577" y="145044"/>
                  </a:lnTo>
                  <a:lnTo>
                    <a:pt x="447570" y="136693"/>
                  </a:lnTo>
                  <a:lnTo>
                    <a:pt x="455407" y="129242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40" name="Google Shape;340;g3f3ba1429e3_0_4271"/>
            <p:cNvSpPr/>
            <p:nvPr/>
          </p:nvSpPr>
          <p:spPr>
            <a:xfrm>
              <a:off x="8256827" y="1917741"/>
              <a:ext cx="387059" cy="415297"/>
            </a:xfrm>
            <a:custGeom>
              <a:rect b="b" l="l" r="r" t="t"/>
              <a:pathLst>
                <a:path extrusionOk="0" h="415297" w="387059">
                  <a:moveTo>
                    <a:pt x="386826" y="123539"/>
                  </a:moveTo>
                  <a:cubicBezTo>
                    <a:pt x="382458" y="2391"/>
                    <a:pt x="283022" y="-39747"/>
                    <a:pt x="158405" y="42860"/>
                  </a:cubicBezTo>
                  <a:cubicBezTo>
                    <a:pt x="103471" y="77688"/>
                    <a:pt x="50579" y="115651"/>
                    <a:pt x="0" y="156556"/>
                  </a:cubicBezTo>
                  <a:lnTo>
                    <a:pt x="80552" y="415297"/>
                  </a:lnTo>
                  <a:cubicBezTo>
                    <a:pt x="80552" y="415297"/>
                    <a:pt x="234717" y="366350"/>
                    <a:pt x="323875" y="270253"/>
                  </a:cubicBezTo>
                  <a:cubicBezTo>
                    <a:pt x="383871" y="204990"/>
                    <a:pt x="388368" y="164779"/>
                    <a:pt x="386826" y="12353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41" name="Google Shape;341;g3f3ba1429e3_0_4271"/>
            <p:cNvSpPr/>
            <p:nvPr/>
          </p:nvSpPr>
          <p:spPr>
            <a:xfrm>
              <a:off x="8391208" y="2092925"/>
              <a:ext cx="105346" cy="219428"/>
            </a:xfrm>
            <a:custGeom>
              <a:rect b="b" l="l" r="r" t="t"/>
              <a:pathLst>
                <a:path extrusionOk="0" h="219428" w="105346">
                  <a:moveTo>
                    <a:pt x="100722" y="0"/>
                  </a:moveTo>
                  <a:cubicBezTo>
                    <a:pt x="100722" y="0"/>
                    <a:pt x="26337" y="106374"/>
                    <a:pt x="0" y="219428"/>
                  </a:cubicBezTo>
                  <a:cubicBezTo>
                    <a:pt x="36576" y="203832"/>
                    <a:pt x="71803" y="185268"/>
                    <a:pt x="105346" y="163929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42" name="Google Shape;342;g3f3ba1429e3_0_4271"/>
            <p:cNvSpPr/>
            <p:nvPr/>
          </p:nvSpPr>
          <p:spPr>
            <a:xfrm>
              <a:off x="8038469" y="1759929"/>
              <a:ext cx="134852" cy="133224"/>
            </a:xfrm>
            <a:custGeom>
              <a:rect b="b" l="l" r="r" t="t"/>
              <a:pathLst>
                <a:path extrusionOk="0" h="133224" w="134852">
                  <a:moveTo>
                    <a:pt x="91686" y="133224"/>
                  </a:moveTo>
                  <a:lnTo>
                    <a:pt x="134852" y="35715"/>
                  </a:lnTo>
                  <a:lnTo>
                    <a:pt x="12676" y="0"/>
                  </a:lnTo>
                  <a:cubicBezTo>
                    <a:pt x="12676" y="0"/>
                    <a:pt x="-8264" y="46635"/>
                    <a:pt x="3684" y="126672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43" name="Google Shape;343;g3f3ba1429e3_0_4271"/>
            <p:cNvSpPr/>
            <p:nvPr/>
          </p:nvSpPr>
          <p:spPr>
            <a:xfrm>
              <a:off x="8051145" y="1681305"/>
              <a:ext cx="135151" cy="114339"/>
            </a:xfrm>
            <a:custGeom>
              <a:rect b="b" l="l" r="r" t="t"/>
              <a:pathLst>
                <a:path extrusionOk="0" h="114339" w="135151">
                  <a:moveTo>
                    <a:pt x="135152" y="0"/>
                  </a:moveTo>
                  <a:lnTo>
                    <a:pt x="28906" y="12719"/>
                  </a:lnTo>
                  <a:lnTo>
                    <a:pt x="0" y="78624"/>
                  </a:lnTo>
                  <a:lnTo>
                    <a:pt x="122176" y="114339"/>
                  </a:lnTo>
                  <a:lnTo>
                    <a:pt x="135152" y="0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44" name="Google Shape;344;g3f3ba1429e3_0_4271"/>
            <p:cNvSpPr/>
            <p:nvPr/>
          </p:nvSpPr>
          <p:spPr>
            <a:xfrm>
              <a:off x="8404306" y="2912313"/>
              <a:ext cx="440661" cy="2131076"/>
            </a:xfrm>
            <a:custGeom>
              <a:rect b="b" l="l" r="r" t="t"/>
              <a:pathLst>
                <a:path extrusionOk="0" h="2131076" w="440661">
                  <a:moveTo>
                    <a:pt x="88394" y="7194"/>
                  </a:moveTo>
                  <a:cubicBezTo>
                    <a:pt x="88394" y="7194"/>
                    <a:pt x="9513" y="668306"/>
                    <a:pt x="777" y="1022115"/>
                  </a:cubicBezTo>
                  <a:cubicBezTo>
                    <a:pt x="-8216" y="1389671"/>
                    <a:pt x="63856" y="2131077"/>
                    <a:pt x="63856" y="2131077"/>
                  </a:cubicBezTo>
                  <a:lnTo>
                    <a:pt x="270823" y="2126709"/>
                  </a:lnTo>
                  <a:cubicBezTo>
                    <a:pt x="270823" y="2126709"/>
                    <a:pt x="295746" y="1333015"/>
                    <a:pt x="325808" y="969314"/>
                  </a:cubicBezTo>
                  <a:cubicBezTo>
                    <a:pt x="358440" y="572852"/>
                    <a:pt x="440661" y="0"/>
                    <a:pt x="440661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45" name="Google Shape;345;g3f3ba1429e3_0_4271"/>
            <p:cNvSpPr/>
            <p:nvPr/>
          </p:nvSpPr>
          <p:spPr>
            <a:xfrm>
              <a:off x="8404306" y="2912313"/>
              <a:ext cx="440661" cy="2131076"/>
            </a:xfrm>
            <a:custGeom>
              <a:rect b="b" l="l" r="r" t="t"/>
              <a:pathLst>
                <a:path extrusionOk="0" h="2131076" w="440661">
                  <a:moveTo>
                    <a:pt x="88394" y="7194"/>
                  </a:moveTo>
                  <a:cubicBezTo>
                    <a:pt x="88394" y="7194"/>
                    <a:pt x="9513" y="668306"/>
                    <a:pt x="777" y="1022115"/>
                  </a:cubicBezTo>
                  <a:cubicBezTo>
                    <a:pt x="-8216" y="1389671"/>
                    <a:pt x="63856" y="2131077"/>
                    <a:pt x="63856" y="2131077"/>
                  </a:cubicBezTo>
                  <a:lnTo>
                    <a:pt x="270823" y="2126709"/>
                  </a:lnTo>
                  <a:cubicBezTo>
                    <a:pt x="270823" y="2126709"/>
                    <a:pt x="295746" y="1333015"/>
                    <a:pt x="325808" y="969314"/>
                  </a:cubicBezTo>
                  <a:cubicBezTo>
                    <a:pt x="358440" y="572852"/>
                    <a:pt x="440661" y="0"/>
                    <a:pt x="440661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46" name="Google Shape;346;g3f3ba1429e3_0_4271"/>
            <p:cNvSpPr/>
            <p:nvPr/>
          </p:nvSpPr>
          <p:spPr>
            <a:xfrm>
              <a:off x="8677205" y="3056349"/>
              <a:ext cx="144252" cy="904929"/>
            </a:xfrm>
            <a:custGeom>
              <a:rect b="b" l="l" r="r" t="t"/>
              <a:pathLst>
                <a:path extrusionOk="0" h="904929" w="144252">
                  <a:moveTo>
                    <a:pt x="62031" y="50341"/>
                  </a:moveTo>
                  <a:cubicBezTo>
                    <a:pt x="-30468" y="254224"/>
                    <a:pt x="-5673" y="709654"/>
                    <a:pt x="46871" y="904930"/>
                  </a:cubicBezTo>
                  <a:cubicBezTo>
                    <a:pt x="48798" y="876538"/>
                    <a:pt x="50854" y="849687"/>
                    <a:pt x="52909" y="824892"/>
                  </a:cubicBezTo>
                  <a:cubicBezTo>
                    <a:pt x="74364" y="563582"/>
                    <a:pt x="117145" y="225832"/>
                    <a:pt x="144252" y="25803"/>
                  </a:cubicBezTo>
                  <a:cubicBezTo>
                    <a:pt x="119072" y="-10683"/>
                    <a:pt x="90937" y="-13509"/>
                    <a:pt x="62031" y="5034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47" name="Google Shape;347;g3f3ba1429e3_0_4271"/>
            <p:cNvSpPr/>
            <p:nvPr/>
          </p:nvSpPr>
          <p:spPr>
            <a:xfrm>
              <a:off x="8439256" y="4971318"/>
              <a:ext cx="261309" cy="81450"/>
            </a:xfrm>
            <a:custGeom>
              <a:rect b="b" l="l" r="r" t="t"/>
              <a:pathLst>
                <a:path extrusionOk="0" h="81450" w="261309">
                  <a:moveTo>
                    <a:pt x="261310" y="76569"/>
                  </a:moveTo>
                  <a:lnTo>
                    <a:pt x="17986" y="81451"/>
                  </a:lnTo>
                  <a:lnTo>
                    <a:pt x="0" y="642"/>
                  </a:lnTo>
                  <a:lnTo>
                    <a:pt x="258355" y="0"/>
                  </a:lnTo>
                  <a:lnTo>
                    <a:pt x="261310" y="76569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48" name="Google Shape;348;g3f3ba1429e3_0_4271"/>
            <p:cNvSpPr/>
            <p:nvPr/>
          </p:nvSpPr>
          <p:spPr>
            <a:xfrm>
              <a:off x="9022129" y="4971832"/>
              <a:ext cx="145814" cy="266191"/>
            </a:xfrm>
            <a:custGeom>
              <a:rect b="b" l="l" r="r" t="t"/>
              <a:pathLst>
                <a:path extrusionOk="0" h="266191" w="145814">
                  <a:moveTo>
                    <a:pt x="145815" y="265164"/>
                  </a:moveTo>
                  <a:lnTo>
                    <a:pt x="31218" y="266192"/>
                  </a:lnTo>
                  <a:lnTo>
                    <a:pt x="0" y="1028"/>
                  </a:lnTo>
                  <a:lnTo>
                    <a:pt x="114596" y="0"/>
                  </a:lnTo>
                  <a:lnTo>
                    <a:pt x="145815" y="265164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49" name="Google Shape;349;g3f3ba1429e3_0_4271"/>
            <p:cNvSpPr/>
            <p:nvPr/>
          </p:nvSpPr>
          <p:spPr>
            <a:xfrm>
              <a:off x="8810731" y="5223635"/>
              <a:ext cx="409000" cy="133352"/>
            </a:xfrm>
            <a:custGeom>
              <a:rect b="b" l="l" r="r" t="t"/>
              <a:pathLst>
                <a:path extrusionOk="0" h="133352" w="409000">
                  <a:moveTo>
                    <a:pt x="242360" y="1157"/>
                  </a:moveTo>
                  <a:lnTo>
                    <a:pt x="367619" y="0"/>
                  </a:lnTo>
                  <a:cubicBezTo>
                    <a:pt x="372334" y="103"/>
                    <a:pt x="376471" y="3212"/>
                    <a:pt x="377897" y="7708"/>
                  </a:cubicBezTo>
                  <a:lnTo>
                    <a:pt x="408216" y="109329"/>
                  </a:lnTo>
                  <a:cubicBezTo>
                    <a:pt x="410914" y="117551"/>
                    <a:pt x="406430" y="126403"/>
                    <a:pt x="398208" y="129101"/>
                  </a:cubicBezTo>
                  <a:cubicBezTo>
                    <a:pt x="396589" y="129640"/>
                    <a:pt x="394893" y="129897"/>
                    <a:pt x="393185" y="129884"/>
                  </a:cubicBezTo>
                  <a:cubicBezTo>
                    <a:pt x="347963" y="129884"/>
                    <a:pt x="282571" y="127443"/>
                    <a:pt x="226172" y="127957"/>
                  </a:cubicBezTo>
                  <a:cubicBezTo>
                    <a:pt x="159881" y="127957"/>
                    <a:pt x="130204" y="132582"/>
                    <a:pt x="52480" y="133353"/>
                  </a:cubicBezTo>
                  <a:cubicBezTo>
                    <a:pt x="5459" y="133353"/>
                    <a:pt x="-11756" y="86333"/>
                    <a:pt x="8157" y="81965"/>
                  </a:cubicBezTo>
                  <a:cubicBezTo>
                    <a:pt x="96288" y="61538"/>
                    <a:pt x="141895" y="58840"/>
                    <a:pt x="215895" y="10407"/>
                  </a:cubicBezTo>
                  <a:cubicBezTo>
                    <a:pt x="223629" y="4805"/>
                    <a:pt x="232827" y="1580"/>
                    <a:pt x="242360" y="115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50" name="Google Shape;350;g3f3ba1429e3_0_4271"/>
            <p:cNvSpPr/>
            <p:nvPr/>
          </p:nvSpPr>
          <p:spPr>
            <a:xfrm>
              <a:off x="9022129" y="4971960"/>
              <a:ext cx="130783" cy="137720"/>
            </a:xfrm>
            <a:custGeom>
              <a:rect b="b" l="l" r="r" t="t"/>
              <a:pathLst>
                <a:path extrusionOk="0" h="137720" w="130783">
                  <a:moveTo>
                    <a:pt x="0" y="1028"/>
                  </a:moveTo>
                  <a:lnTo>
                    <a:pt x="16059" y="137721"/>
                  </a:lnTo>
                  <a:lnTo>
                    <a:pt x="130783" y="136693"/>
                  </a:lnTo>
                  <a:lnTo>
                    <a:pt x="114724" y="0"/>
                  </a:lnTo>
                  <a:lnTo>
                    <a:pt x="0" y="1028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51" name="Google Shape;351;g3f3ba1429e3_0_4271"/>
            <p:cNvSpPr/>
            <p:nvPr/>
          </p:nvSpPr>
          <p:spPr>
            <a:xfrm>
              <a:off x="8972528" y="5216393"/>
              <a:ext cx="72112" cy="28940"/>
            </a:xfrm>
            <a:custGeom>
              <a:rect b="b" l="l" r="r" t="t"/>
              <a:pathLst>
                <a:path extrusionOk="0" h="28940" w="72112">
                  <a:moveTo>
                    <a:pt x="33285" y="28825"/>
                  </a:moveTo>
                  <a:cubicBezTo>
                    <a:pt x="45657" y="28593"/>
                    <a:pt x="57964" y="27077"/>
                    <a:pt x="70028" y="24328"/>
                  </a:cubicBezTo>
                  <a:cubicBezTo>
                    <a:pt x="71171" y="24148"/>
                    <a:pt x="72032" y="23172"/>
                    <a:pt x="72083" y="22016"/>
                  </a:cubicBezTo>
                  <a:cubicBezTo>
                    <a:pt x="72250" y="20898"/>
                    <a:pt x="71685" y="19806"/>
                    <a:pt x="70670" y="19318"/>
                  </a:cubicBezTo>
                  <a:cubicBezTo>
                    <a:pt x="65146" y="16620"/>
                    <a:pt x="16969" y="-6377"/>
                    <a:pt x="3865" y="1717"/>
                  </a:cubicBezTo>
                  <a:cubicBezTo>
                    <a:pt x="1335" y="3272"/>
                    <a:pt x="-143" y="6073"/>
                    <a:pt x="11" y="9040"/>
                  </a:cubicBezTo>
                  <a:cubicBezTo>
                    <a:pt x="-40" y="14025"/>
                    <a:pt x="2182" y="18753"/>
                    <a:pt x="6049" y="21887"/>
                  </a:cubicBezTo>
                  <a:cubicBezTo>
                    <a:pt x="14143" y="27090"/>
                    <a:pt x="23701" y="29518"/>
                    <a:pt x="33285" y="28825"/>
                  </a:cubicBezTo>
                  <a:close/>
                  <a:moveTo>
                    <a:pt x="60778" y="20602"/>
                  </a:moveTo>
                  <a:cubicBezTo>
                    <a:pt x="35983" y="24970"/>
                    <a:pt x="17098" y="24071"/>
                    <a:pt x="9389" y="17905"/>
                  </a:cubicBezTo>
                  <a:cubicBezTo>
                    <a:pt x="6705" y="15759"/>
                    <a:pt x="5176" y="12483"/>
                    <a:pt x="5278" y="9040"/>
                  </a:cubicBezTo>
                  <a:cubicBezTo>
                    <a:pt x="5124" y="7961"/>
                    <a:pt x="5625" y="6895"/>
                    <a:pt x="6563" y="6342"/>
                  </a:cubicBezTo>
                  <a:cubicBezTo>
                    <a:pt x="13757" y="1974"/>
                    <a:pt x="40736" y="12252"/>
                    <a:pt x="60778" y="20602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52" name="Google Shape;352;g3f3ba1429e3_0_4271"/>
            <p:cNvSpPr/>
            <p:nvPr/>
          </p:nvSpPr>
          <p:spPr>
            <a:xfrm>
              <a:off x="8998540" y="5189837"/>
              <a:ext cx="46098" cy="51655"/>
            </a:xfrm>
            <a:custGeom>
              <a:rect b="b" l="l" r="r" t="t"/>
              <a:pathLst>
                <a:path extrusionOk="0" h="51655" w="46098">
                  <a:moveTo>
                    <a:pt x="43374" y="51656"/>
                  </a:moveTo>
                  <a:cubicBezTo>
                    <a:pt x="44928" y="51604"/>
                    <a:pt x="46149" y="50294"/>
                    <a:pt x="46097" y="48727"/>
                  </a:cubicBezTo>
                  <a:cubicBezTo>
                    <a:pt x="46097" y="48637"/>
                    <a:pt x="46085" y="48534"/>
                    <a:pt x="46072" y="48444"/>
                  </a:cubicBezTo>
                  <a:cubicBezTo>
                    <a:pt x="46072" y="46388"/>
                    <a:pt x="37079" y="-2945"/>
                    <a:pt x="9843" y="139"/>
                  </a:cubicBezTo>
                  <a:cubicBezTo>
                    <a:pt x="2648" y="909"/>
                    <a:pt x="593" y="4635"/>
                    <a:pt x="79" y="7462"/>
                  </a:cubicBezTo>
                  <a:cubicBezTo>
                    <a:pt x="-1720" y="20309"/>
                    <a:pt x="27700" y="45232"/>
                    <a:pt x="42346" y="51399"/>
                  </a:cubicBezTo>
                  <a:close/>
                  <a:moveTo>
                    <a:pt x="12155" y="5406"/>
                  </a:moveTo>
                  <a:cubicBezTo>
                    <a:pt x="28471" y="5406"/>
                    <a:pt x="36822" y="32256"/>
                    <a:pt x="39648" y="43947"/>
                  </a:cubicBezTo>
                  <a:cubicBezTo>
                    <a:pt x="24489" y="35468"/>
                    <a:pt x="4319" y="15941"/>
                    <a:pt x="5475" y="8232"/>
                  </a:cubicBezTo>
                  <a:cubicBezTo>
                    <a:pt x="5475" y="8232"/>
                    <a:pt x="5475" y="6049"/>
                    <a:pt x="10357" y="553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53" name="Google Shape;353;g3f3ba1429e3_0_4271"/>
            <p:cNvSpPr/>
            <p:nvPr/>
          </p:nvSpPr>
          <p:spPr>
            <a:xfrm>
              <a:off x="8694656" y="2906404"/>
              <a:ext cx="491786" cy="2136600"/>
            </a:xfrm>
            <a:custGeom>
              <a:rect b="b" l="l" r="r" t="t"/>
              <a:pathLst>
                <a:path extrusionOk="0" h="2136600" w="491786">
                  <a:moveTo>
                    <a:pt x="0" y="8736"/>
                  </a:moveTo>
                  <a:cubicBezTo>
                    <a:pt x="0" y="8736"/>
                    <a:pt x="57169" y="720080"/>
                    <a:pt x="98922" y="1071062"/>
                  </a:cubicBezTo>
                  <a:cubicBezTo>
                    <a:pt x="142217" y="1436177"/>
                    <a:pt x="284820" y="2136601"/>
                    <a:pt x="284820" y="2136601"/>
                  </a:cubicBezTo>
                  <a:lnTo>
                    <a:pt x="491787" y="2132233"/>
                  </a:lnTo>
                  <a:cubicBezTo>
                    <a:pt x="491787" y="2132233"/>
                    <a:pt x="435003" y="1336997"/>
                    <a:pt x="413034" y="972654"/>
                  </a:cubicBezTo>
                  <a:cubicBezTo>
                    <a:pt x="389010" y="575036"/>
                    <a:pt x="382843" y="0"/>
                    <a:pt x="382843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54" name="Google Shape;354;g3f3ba1429e3_0_4271"/>
            <p:cNvSpPr/>
            <p:nvPr/>
          </p:nvSpPr>
          <p:spPr>
            <a:xfrm>
              <a:off x="8694656" y="2906404"/>
              <a:ext cx="491786" cy="2136600"/>
            </a:xfrm>
            <a:custGeom>
              <a:rect b="b" l="l" r="r" t="t"/>
              <a:pathLst>
                <a:path extrusionOk="0" h="2136600" w="491786">
                  <a:moveTo>
                    <a:pt x="0" y="8736"/>
                  </a:moveTo>
                  <a:cubicBezTo>
                    <a:pt x="0" y="8736"/>
                    <a:pt x="57169" y="720080"/>
                    <a:pt x="98922" y="1071062"/>
                  </a:cubicBezTo>
                  <a:cubicBezTo>
                    <a:pt x="142217" y="1436177"/>
                    <a:pt x="284820" y="2136601"/>
                    <a:pt x="284820" y="2136601"/>
                  </a:cubicBezTo>
                  <a:lnTo>
                    <a:pt x="491787" y="2132233"/>
                  </a:lnTo>
                  <a:cubicBezTo>
                    <a:pt x="491787" y="2132233"/>
                    <a:pt x="435003" y="1336997"/>
                    <a:pt x="413034" y="972654"/>
                  </a:cubicBezTo>
                  <a:cubicBezTo>
                    <a:pt x="389010" y="575036"/>
                    <a:pt x="382843" y="0"/>
                    <a:pt x="382843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55" name="Google Shape;355;g3f3ba1429e3_0_4271"/>
            <p:cNvSpPr/>
            <p:nvPr/>
          </p:nvSpPr>
          <p:spPr>
            <a:xfrm>
              <a:off x="8950570" y="4971318"/>
              <a:ext cx="261309" cy="81450"/>
            </a:xfrm>
            <a:custGeom>
              <a:rect b="b" l="l" r="r" t="t"/>
              <a:pathLst>
                <a:path extrusionOk="0" h="81450" w="261309">
                  <a:moveTo>
                    <a:pt x="261310" y="76569"/>
                  </a:moveTo>
                  <a:lnTo>
                    <a:pt x="17858" y="81451"/>
                  </a:lnTo>
                  <a:lnTo>
                    <a:pt x="0" y="642"/>
                  </a:lnTo>
                  <a:lnTo>
                    <a:pt x="258355" y="0"/>
                  </a:lnTo>
                  <a:lnTo>
                    <a:pt x="261310" y="76569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56" name="Google Shape;356;g3f3ba1429e3_0_4271"/>
            <p:cNvSpPr/>
            <p:nvPr/>
          </p:nvSpPr>
          <p:spPr>
            <a:xfrm>
              <a:off x="8444706" y="1886907"/>
              <a:ext cx="646925" cy="1032600"/>
            </a:xfrm>
            <a:custGeom>
              <a:rect b="b" l="l" r="r" t="t"/>
              <a:pathLst>
                <a:path extrusionOk="0" h="1032600" w="646925">
                  <a:moveTo>
                    <a:pt x="33733" y="41961"/>
                  </a:moveTo>
                  <a:cubicBezTo>
                    <a:pt x="33733" y="41961"/>
                    <a:pt x="-50929" y="356201"/>
                    <a:pt x="47994" y="1032600"/>
                  </a:cubicBezTo>
                  <a:cubicBezTo>
                    <a:pt x="232735" y="1028618"/>
                    <a:pt x="542993" y="1021423"/>
                    <a:pt x="632794" y="1019753"/>
                  </a:cubicBezTo>
                  <a:cubicBezTo>
                    <a:pt x="635106" y="925584"/>
                    <a:pt x="565603" y="463860"/>
                    <a:pt x="646926" y="18707"/>
                  </a:cubicBezTo>
                  <a:cubicBezTo>
                    <a:pt x="588420" y="8610"/>
                    <a:pt x="529246" y="2854"/>
                    <a:pt x="469892" y="1492"/>
                  </a:cubicBezTo>
                  <a:cubicBezTo>
                    <a:pt x="383008" y="-1681"/>
                    <a:pt x="296020" y="208"/>
                    <a:pt x="209353" y="7145"/>
                  </a:cubicBezTo>
                  <a:cubicBezTo>
                    <a:pt x="150000" y="14172"/>
                    <a:pt x="91276" y="25812"/>
                    <a:pt x="33733" y="4196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57" name="Google Shape;357;g3f3ba1429e3_0_4271"/>
            <p:cNvSpPr/>
            <p:nvPr/>
          </p:nvSpPr>
          <p:spPr>
            <a:xfrm>
              <a:off x="8960463" y="2143158"/>
              <a:ext cx="95710" cy="290472"/>
            </a:xfrm>
            <a:custGeom>
              <a:rect b="b" l="l" r="r" t="t"/>
              <a:pathLst>
                <a:path extrusionOk="0" h="290472" w="95710">
                  <a:moveTo>
                    <a:pt x="95711" y="79267"/>
                  </a:moveTo>
                  <a:lnTo>
                    <a:pt x="0" y="0"/>
                  </a:lnTo>
                  <a:cubicBezTo>
                    <a:pt x="6295" y="61923"/>
                    <a:pt x="62308" y="213647"/>
                    <a:pt x="91857" y="290473"/>
                  </a:cubicBezTo>
                  <a:cubicBezTo>
                    <a:pt x="91343" y="223154"/>
                    <a:pt x="91985" y="152110"/>
                    <a:pt x="95711" y="79267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58" name="Google Shape;358;g3f3ba1429e3_0_4271"/>
            <p:cNvSpPr/>
            <p:nvPr/>
          </p:nvSpPr>
          <p:spPr>
            <a:xfrm>
              <a:off x="8606849" y="2099095"/>
              <a:ext cx="228066" cy="266202"/>
            </a:xfrm>
            <a:custGeom>
              <a:rect b="b" l="l" r="r" t="t"/>
              <a:pathLst>
                <a:path extrusionOk="0" h="266202" w="228066">
                  <a:moveTo>
                    <a:pt x="106949" y="11945"/>
                  </a:moveTo>
                  <a:lnTo>
                    <a:pt x="2502" y="218655"/>
                  </a:lnTo>
                  <a:cubicBezTo>
                    <a:pt x="-3253" y="229973"/>
                    <a:pt x="1256" y="243823"/>
                    <a:pt x="12587" y="249578"/>
                  </a:cubicBezTo>
                  <a:cubicBezTo>
                    <a:pt x="19191" y="252931"/>
                    <a:pt x="27014" y="252906"/>
                    <a:pt x="33592" y="249488"/>
                  </a:cubicBezTo>
                  <a:lnTo>
                    <a:pt x="101810" y="211975"/>
                  </a:lnTo>
                  <a:cubicBezTo>
                    <a:pt x="109377" y="207902"/>
                    <a:pt x="118601" y="208506"/>
                    <a:pt x="125577" y="213516"/>
                  </a:cubicBezTo>
                  <a:lnTo>
                    <a:pt x="192768" y="261950"/>
                  </a:lnTo>
                  <a:cubicBezTo>
                    <a:pt x="202699" y="269170"/>
                    <a:pt x="216599" y="266973"/>
                    <a:pt x="223819" y="257055"/>
                  </a:cubicBezTo>
                  <a:cubicBezTo>
                    <a:pt x="228187" y="251043"/>
                    <a:pt x="229266" y="243232"/>
                    <a:pt x="226684" y="236256"/>
                  </a:cubicBezTo>
                  <a:lnTo>
                    <a:pt x="148188" y="15543"/>
                  </a:lnTo>
                  <a:cubicBezTo>
                    <a:pt x="144347" y="3736"/>
                    <a:pt x="131667" y="-2726"/>
                    <a:pt x="119860" y="1102"/>
                  </a:cubicBezTo>
                  <a:cubicBezTo>
                    <a:pt x="114310" y="2914"/>
                    <a:pt x="109686" y="6794"/>
                    <a:pt x="106949" y="119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59" name="Google Shape;359;g3f3ba1429e3_0_4271"/>
            <p:cNvSpPr/>
            <p:nvPr/>
          </p:nvSpPr>
          <p:spPr>
            <a:xfrm>
              <a:off x="8651872" y="1594972"/>
              <a:ext cx="262726" cy="395562"/>
            </a:xfrm>
            <a:custGeom>
              <a:rect b="b" l="l" r="r" t="t"/>
              <a:pathLst>
                <a:path extrusionOk="0" h="395562" w="262726">
                  <a:moveTo>
                    <a:pt x="230608" y="0"/>
                  </a:moveTo>
                  <a:cubicBezTo>
                    <a:pt x="215963" y="84277"/>
                    <a:pt x="202859" y="238185"/>
                    <a:pt x="262726" y="292785"/>
                  </a:cubicBezTo>
                  <a:cubicBezTo>
                    <a:pt x="262726" y="292785"/>
                    <a:pt x="245254" y="369097"/>
                    <a:pt x="85821" y="395562"/>
                  </a:cubicBezTo>
                  <a:cubicBezTo>
                    <a:pt x="-21323" y="361132"/>
                    <a:pt x="2187" y="298952"/>
                    <a:pt x="2187" y="298952"/>
                  </a:cubicBezTo>
                  <a:cubicBezTo>
                    <a:pt x="95200" y="274542"/>
                    <a:pt x="91217" y="205297"/>
                    <a:pt x="73617" y="140547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0" name="Google Shape;360;g3f3ba1429e3_0_4271"/>
            <p:cNvSpPr/>
            <p:nvPr/>
          </p:nvSpPr>
          <p:spPr>
            <a:xfrm>
              <a:off x="8725489" y="1652142"/>
              <a:ext cx="96736" cy="128856"/>
            </a:xfrm>
            <a:custGeom>
              <a:rect b="b" l="l" r="r" t="t"/>
              <a:pathLst>
                <a:path extrusionOk="0" h="128856" w="96736">
                  <a:moveTo>
                    <a:pt x="93013" y="0"/>
                  </a:moveTo>
                  <a:lnTo>
                    <a:pt x="0" y="82735"/>
                  </a:lnTo>
                  <a:cubicBezTo>
                    <a:pt x="4330" y="97818"/>
                    <a:pt x="7335" y="113247"/>
                    <a:pt x="8993" y="128856"/>
                  </a:cubicBezTo>
                  <a:cubicBezTo>
                    <a:pt x="44708" y="122947"/>
                    <a:pt x="92884" y="82607"/>
                    <a:pt x="95839" y="45222"/>
                  </a:cubicBezTo>
                  <a:cubicBezTo>
                    <a:pt x="97664" y="30101"/>
                    <a:pt x="96700" y="14774"/>
                    <a:pt x="93013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1" name="Google Shape;361;g3f3ba1429e3_0_4271"/>
            <p:cNvSpPr/>
            <p:nvPr/>
          </p:nvSpPr>
          <p:spPr>
            <a:xfrm>
              <a:off x="8590391" y="1292323"/>
              <a:ext cx="349385" cy="443484"/>
            </a:xfrm>
            <a:custGeom>
              <a:rect b="b" l="l" r="r" t="t"/>
              <a:pathLst>
                <a:path extrusionOk="0" h="443484" w="349385">
                  <a:moveTo>
                    <a:pt x="343093" y="198972"/>
                  </a:moveTo>
                  <a:cubicBezTo>
                    <a:pt x="312131" y="308430"/>
                    <a:pt x="299670" y="374078"/>
                    <a:pt x="231323" y="418915"/>
                  </a:cubicBezTo>
                  <a:cubicBezTo>
                    <a:pt x="128546" y="486234"/>
                    <a:pt x="2516" y="406068"/>
                    <a:pt x="75" y="289288"/>
                  </a:cubicBezTo>
                  <a:cubicBezTo>
                    <a:pt x="-2237" y="184455"/>
                    <a:pt x="48637" y="22967"/>
                    <a:pt x="167088" y="2412"/>
                  </a:cubicBezTo>
                  <a:cubicBezTo>
                    <a:pt x="251480" y="-12559"/>
                    <a:pt x="332031" y="43715"/>
                    <a:pt x="346998" y="128108"/>
                  </a:cubicBezTo>
                  <a:cubicBezTo>
                    <a:pt x="351187" y="151721"/>
                    <a:pt x="349851" y="175976"/>
                    <a:pt x="343093" y="198972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2" name="Google Shape;362;g3f3ba1429e3_0_4271"/>
            <p:cNvSpPr/>
            <p:nvPr/>
          </p:nvSpPr>
          <p:spPr>
            <a:xfrm>
              <a:off x="8856466" y="1373392"/>
              <a:ext cx="155303" cy="210193"/>
            </a:xfrm>
            <a:custGeom>
              <a:rect b="b" l="l" r="r" t="t"/>
              <a:pathLst>
                <a:path extrusionOk="0" h="210193" w="155303">
                  <a:moveTo>
                    <a:pt x="11112" y="184966"/>
                  </a:moveTo>
                  <a:cubicBezTo>
                    <a:pt x="-3277" y="150022"/>
                    <a:pt x="-13683" y="34912"/>
                    <a:pt x="46313" y="6648"/>
                  </a:cubicBezTo>
                  <a:cubicBezTo>
                    <a:pt x="106309" y="-21616"/>
                    <a:pt x="168618" y="47373"/>
                    <a:pt x="152816" y="80005"/>
                  </a:cubicBezTo>
                  <a:cubicBezTo>
                    <a:pt x="128534" y="130622"/>
                    <a:pt x="44515" y="265902"/>
                    <a:pt x="11112" y="18496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3" name="Google Shape;363;g3f3ba1429e3_0_4271"/>
            <p:cNvSpPr/>
            <p:nvPr/>
          </p:nvSpPr>
          <p:spPr>
            <a:xfrm>
              <a:off x="8683346" y="1274104"/>
              <a:ext cx="291438" cy="146532"/>
            </a:xfrm>
            <a:custGeom>
              <a:rect b="b" l="l" r="r" t="t"/>
              <a:pathLst>
                <a:path extrusionOk="0" h="146532" w="291438">
                  <a:moveTo>
                    <a:pt x="220076" y="146533"/>
                  </a:moveTo>
                  <a:cubicBezTo>
                    <a:pt x="205301" y="107991"/>
                    <a:pt x="29168" y="86151"/>
                    <a:pt x="4501" y="44655"/>
                  </a:cubicBezTo>
                  <a:cubicBezTo>
                    <a:pt x="-24790" y="-4678"/>
                    <a:pt x="95330" y="-10587"/>
                    <a:pt x="177937" y="14464"/>
                  </a:cubicBezTo>
                  <a:cubicBezTo>
                    <a:pt x="250523" y="36561"/>
                    <a:pt x="298957" y="57888"/>
                    <a:pt x="290478" y="111845"/>
                  </a:cubicBezTo>
                  <a:cubicBezTo>
                    <a:pt x="285724" y="142421"/>
                    <a:pt x="220076" y="146533"/>
                    <a:pt x="220076" y="14653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4" name="Google Shape;364;g3f3ba1429e3_0_4271"/>
            <p:cNvSpPr/>
            <p:nvPr/>
          </p:nvSpPr>
          <p:spPr>
            <a:xfrm>
              <a:off x="8941706" y="1363210"/>
              <a:ext cx="59610" cy="36521"/>
            </a:xfrm>
            <a:custGeom>
              <a:rect b="b" l="l" r="r" t="t"/>
              <a:pathLst>
                <a:path extrusionOk="0" h="36521" w="59610">
                  <a:moveTo>
                    <a:pt x="0" y="17729"/>
                  </a:moveTo>
                  <a:cubicBezTo>
                    <a:pt x="0" y="17729"/>
                    <a:pt x="38541" y="28264"/>
                    <a:pt x="59611" y="0"/>
                  </a:cubicBezTo>
                  <a:cubicBezTo>
                    <a:pt x="52930" y="28007"/>
                    <a:pt x="20170" y="56270"/>
                    <a:pt x="0" y="1772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5" name="Google Shape;365;g3f3ba1429e3_0_4271"/>
            <p:cNvSpPr/>
            <p:nvPr/>
          </p:nvSpPr>
          <p:spPr>
            <a:xfrm>
              <a:off x="8646673" y="1246691"/>
              <a:ext cx="185726" cy="170477"/>
            </a:xfrm>
            <a:custGeom>
              <a:rect b="b" l="l" r="r" t="t"/>
              <a:pathLst>
                <a:path extrusionOk="0" h="170477" w="185726">
                  <a:moveTo>
                    <a:pt x="118642" y="15413"/>
                  </a:moveTo>
                  <a:cubicBezTo>
                    <a:pt x="65712" y="-25698"/>
                    <a:pt x="-6360" y="22607"/>
                    <a:pt x="449" y="76180"/>
                  </a:cubicBezTo>
                  <a:cubicBezTo>
                    <a:pt x="7258" y="129752"/>
                    <a:pt x="185704" y="170477"/>
                    <a:pt x="185704" y="170477"/>
                  </a:cubicBezTo>
                  <a:cubicBezTo>
                    <a:pt x="185704" y="170477"/>
                    <a:pt x="188916" y="70013"/>
                    <a:pt x="118642" y="1541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6" name="Google Shape;366;g3f3ba1429e3_0_4271"/>
            <p:cNvSpPr/>
            <p:nvPr/>
          </p:nvSpPr>
          <p:spPr>
            <a:xfrm>
              <a:off x="8647251" y="1317989"/>
              <a:ext cx="90828" cy="93912"/>
            </a:xfrm>
            <a:custGeom>
              <a:rect b="b" l="l" r="r" t="t"/>
              <a:pathLst>
                <a:path extrusionOk="0" h="93912" w="90828">
                  <a:moveTo>
                    <a:pt x="0" y="5139"/>
                  </a:moveTo>
                  <a:cubicBezTo>
                    <a:pt x="8094" y="42652"/>
                    <a:pt x="35458" y="72072"/>
                    <a:pt x="90829" y="93912"/>
                  </a:cubicBezTo>
                  <a:cubicBezTo>
                    <a:pt x="58775" y="70209"/>
                    <a:pt x="34494" y="37526"/>
                    <a:pt x="210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7" name="Google Shape;367;g3f3ba1429e3_0_4271"/>
            <p:cNvSpPr/>
            <p:nvPr/>
          </p:nvSpPr>
          <p:spPr>
            <a:xfrm>
              <a:off x="8736492" y="1466977"/>
              <a:ext cx="22507" cy="33092"/>
            </a:xfrm>
            <a:custGeom>
              <a:rect b="b" l="l" r="r" t="t"/>
              <a:pathLst>
                <a:path extrusionOk="0" h="33092" w="22507">
                  <a:moveTo>
                    <a:pt x="21885" y="18795"/>
                  </a:moveTo>
                  <a:cubicBezTo>
                    <a:pt x="19958" y="27916"/>
                    <a:pt x="13663" y="34211"/>
                    <a:pt x="7754" y="32927"/>
                  </a:cubicBezTo>
                  <a:cubicBezTo>
                    <a:pt x="1844" y="31642"/>
                    <a:pt x="-1368" y="23163"/>
                    <a:pt x="559" y="14170"/>
                  </a:cubicBezTo>
                  <a:cubicBezTo>
                    <a:pt x="2486" y="5177"/>
                    <a:pt x="8910" y="-1118"/>
                    <a:pt x="14819" y="166"/>
                  </a:cubicBezTo>
                  <a:cubicBezTo>
                    <a:pt x="20729" y="1451"/>
                    <a:pt x="23941" y="10316"/>
                    <a:pt x="21885" y="1879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8" name="Google Shape;368;g3f3ba1429e3_0_4271"/>
            <p:cNvSpPr/>
            <p:nvPr/>
          </p:nvSpPr>
          <p:spPr>
            <a:xfrm>
              <a:off x="8634358" y="1444781"/>
              <a:ext cx="22573" cy="33063"/>
            </a:xfrm>
            <a:custGeom>
              <a:rect b="b" l="l" r="r" t="t"/>
              <a:pathLst>
                <a:path extrusionOk="0" h="33063" w="22573">
                  <a:moveTo>
                    <a:pt x="22014" y="18894"/>
                  </a:moveTo>
                  <a:cubicBezTo>
                    <a:pt x="19958" y="27887"/>
                    <a:pt x="13664" y="34182"/>
                    <a:pt x="7754" y="32897"/>
                  </a:cubicBezTo>
                  <a:cubicBezTo>
                    <a:pt x="1844" y="31612"/>
                    <a:pt x="-1368" y="23262"/>
                    <a:pt x="559" y="14269"/>
                  </a:cubicBezTo>
                  <a:cubicBezTo>
                    <a:pt x="2487" y="5276"/>
                    <a:pt x="8910" y="-1019"/>
                    <a:pt x="14820" y="137"/>
                  </a:cubicBezTo>
                  <a:cubicBezTo>
                    <a:pt x="20729" y="1293"/>
                    <a:pt x="23941" y="9901"/>
                    <a:pt x="22014" y="1889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69" name="Google Shape;369;g3f3ba1429e3_0_4271"/>
            <p:cNvSpPr/>
            <p:nvPr/>
          </p:nvSpPr>
          <p:spPr>
            <a:xfrm>
              <a:off x="8627851" y="1475237"/>
              <a:ext cx="59996" cy="85311"/>
            </a:xfrm>
            <a:custGeom>
              <a:rect b="b" l="l" r="r" t="t"/>
              <a:pathLst>
                <a:path extrusionOk="0" h="85311" w="59996">
                  <a:moveTo>
                    <a:pt x="59996" y="0"/>
                  </a:moveTo>
                  <a:cubicBezTo>
                    <a:pt x="43230" y="25270"/>
                    <a:pt x="23035" y="48100"/>
                    <a:pt x="0" y="67833"/>
                  </a:cubicBezTo>
                  <a:cubicBezTo>
                    <a:pt x="12847" y="86204"/>
                    <a:pt x="41496" y="85305"/>
                    <a:pt x="41496" y="85305"/>
                  </a:cubicBezTo>
                  <a:close/>
                </a:path>
              </a:pathLst>
            </a:custGeom>
            <a:solidFill>
              <a:srgbClr val="FF56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0" name="Google Shape;370;g3f3ba1429e3_0_4271"/>
            <p:cNvSpPr/>
            <p:nvPr/>
          </p:nvSpPr>
          <p:spPr>
            <a:xfrm>
              <a:off x="8688106" y="1569801"/>
              <a:ext cx="72237" cy="23716"/>
            </a:xfrm>
            <a:custGeom>
              <a:rect b="b" l="l" r="r" t="t"/>
              <a:pathLst>
                <a:path extrusionOk="0" h="23716" w="72237">
                  <a:moveTo>
                    <a:pt x="2054" y="21445"/>
                  </a:moveTo>
                  <a:lnTo>
                    <a:pt x="2054" y="21445"/>
                  </a:lnTo>
                  <a:cubicBezTo>
                    <a:pt x="26540" y="27522"/>
                    <a:pt x="52453" y="21239"/>
                    <a:pt x="71428" y="4615"/>
                  </a:cubicBezTo>
                  <a:cubicBezTo>
                    <a:pt x="72494" y="3575"/>
                    <a:pt x="72507" y="1866"/>
                    <a:pt x="71466" y="800"/>
                  </a:cubicBezTo>
                  <a:cubicBezTo>
                    <a:pt x="71454" y="787"/>
                    <a:pt x="71441" y="774"/>
                    <a:pt x="71428" y="761"/>
                  </a:cubicBezTo>
                  <a:cubicBezTo>
                    <a:pt x="70336" y="-254"/>
                    <a:pt x="68653" y="-254"/>
                    <a:pt x="67574" y="761"/>
                  </a:cubicBezTo>
                  <a:cubicBezTo>
                    <a:pt x="49781" y="15728"/>
                    <a:pt x="25962" y="21406"/>
                    <a:pt x="3338" y="16049"/>
                  </a:cubicBezTo>
                  <a:cubicBezTo>
                    <a:pt x="1848" y="15728"/>
                    <a:pt x="383" y="16679"/>
                    <a:pt x="62" y="18169"/>
                  </a:cubicBezTo>
                  <a:cubicBezTo>
                    <a:pt x="-259" y="19659"/>
                    <a:pt x="692" y="21124"/>
                    <a:pt x="2182" y="2144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1" name="Google Shape;371;g3f3ba1429e3_0_4271"/>
            <p:cNvSpPr/>
            <p:nvPr/>
          </p:nvSpPr>
          <p:spPr>
            <a:xfrm>
              <a:off x="8757669" y="1420590"/>
              <a:ext cx="45215" cy="39083"/>
            </a:xfrm>
            <a:custGeom>
              <a:rect b="b" l="l" r="r" t="t"/>
              <a:pathLst>
                <a:path extrusionOk="0" h="39083" w="45215">
                  <a:moveTo>
                    <a:pt x="38607" y="38973"/>
                  </a:moveTo>
                  <a:cubicBezTo>
                    <a:pt x="41601" y="39577"/>
                    <a:pt x="44504" y="37637"/>
                    <a:pt x="45108" y="34644"/>
                  </a:cubicBezTo>
                  <a:cubicBezTo>
                    <a:pt x="45326" y="33552"/>
                    <a:pt x="45211" y="32421"/>
                    <a:pt x="44774" y="31393"/>
                  </a:cubicBezTo>
                  <a:cubicBezTo>
                    <a:pt x="37734" y="15335"/>
                    <a:pt x="23383" y="3669"/>
                    <a:pt x="6233" y="46"/>
                  </a:cubicBezTo>
                  <a:cubicBezTo>
                    <a:pt x="3265" y="-339"/>
                    <a:pt x="529" y="1717"/>
                    <a:pt x="66" y="4671"/>
                  </a:cubicBezTo>
                  <a:cubicBezTo>
                    <a:pt x="-396" y="7613"/>
                    <a:pt x="1620" y="10376"/>
                    <a:pt x="4563" y="10838"/>
                  </a:cubicBezTo>
                  <a:cubicBezTo>
                    <a:pt x="4563" y="10838"/>
                    <a:pt x="4563" y="10838"/>
                    <a:pt x="4563" y="10838"/>
                  </a:cubicBezTo>
                  <a:lnTo>
                    <a:pt x="4563" y="10838"/>
                  </a:lnTo>
                  <a:cubicBezTo>
                    <a:pt x="18091" y="13806"/>
                    <a:pt x="29332" y="23146"/>
                    <a:pt x="34753" y="35890"/>
                  </a:cubicBezTo>
                  <a:cubicBezTo>
                    <a:pt x="35486" y="37470"/>
                    <a:pt x="36912" y="38613"/>
                    <a:pt x="38607" y="3897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2" name="Google Shape;372;g3f3ba1429e3_0_4271"/>
            <p:cNvSpPr/>
            <p:nvPr/>
          </p:nvSpPr>
          <p:spPr>
            <a:xfrm>
              <a:off x="8614947" y="1388624"/>
              <a:ext cx="50699" cy="30398"/>
            </a:xfrm>
            <a:custGeom>
              <a:rect b="b" l="l" r="r" t="t"/>
              <a:pathLst>
                <a:path extrusionOk="0" h="30398" w="50699">
                  <a:moveTo>
                    <a:pt x="4168" y="30214"/>
                  </a:moveTo>
                  <a:cubicBezTo>
                    <a:pt x="6236" y="30779"/>
                    <a:pt x="8434" y="30021"/>
                    <a:pt x="9692" y="28287"/>
                  </a:cubicBezTo>
                  <a:cubicBezTo>
                    <a:pt x="17940" y="17226"/>
                    <a:pt x="30967" y="10738"/>
                    <a:pt x="44765" y="10815"/>
                  </a:cubicBezTo>
                  <a:cubicBezTo>
                    <a:pt x="47746" y="11097"/>
                    <a:pt x="50392" y="8913"/>
                    <a:pt x="50675" y="5933"/>
                  </a:cubicBezTo>
                  <a:cubicBezTo>
                    <a:pt x="50957" y="2952"/>
                    <a:pt x="48773" y="306"/>
                    <a:pt x="45793" y="23"/>
                  </a:cubicBezTo>
                  <a:cubicBezTo>
                    <a:pt x="28295" y="-491"/>
                    <a:pt x="11658" y="7564"/>
                    <a:pt x="1213" y="21606"/>
                  </a:cubicBezTo>
                  <a:cubicBezTo>
                    <a:pt x="-649" y="23842"/>
                    <a:pt x="-328" y="27169"/>
                    <a:pt x="1907" y="29019"/>
                  </a:cubicBezTo>
                  <a:cubicBezTo>
                    <a:pt x="1971" y="29083"/>
                    <a:pt x="2048" y="29135"/>
                    <a:pt x="2113" y="29186"/>
                  </a:cubicBezTo>
                  <a:cubicBezTo>
                    <a:pt x="2704" y="29700"/>
                    <a:pt x="3410" y="30060"/>
                    <a:pt x="4168" y="3021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3" name="Google Shape;373;g3f3ba1429e3_0_4271"/>
            <p:cNvSpPr/>
            <p:nvPr/>
          </p:nvSpPr>
          <p:spPr>
            <a:xfrm>
              <a:off x="8949800" y="1993232"/>
              <a:ext cx="388600" cy="968157"/>
            </a:xfrm>
            <a:custGeom>
              <a:rect b="b" l="l" r="r" t="t"/>
              <a:pathLst>
                <a:path extrusionOk="0" h="968157" w="388600">
                  <a:moveTo>
                    <a:pt x="169839" y="0"/>
                  </a:moveTo>
                  <a:cubicBezTo>
                    <a:pt x="193220" y="40854"/>
                    <a:pt x="212748" y="80423"/>
                    <a:pt x="233047" y="121148"/>
                  </a:cubicBezTo>
                  <a:cubicBezTo>
                    <a:pt x="253345" y="161873"/>
                    <a:pt x="271588" y="202856"/>
                    <a:pt x="288931" y="244737"/>
                  </a:cubicBezTo>
                  <a:cubicBezTo>
                    <a:pt x="306275" y="286619"/>
                    <a:pt x="323104" y="329143"/>
                    <a:pt x="337750" y="373208"/>
                  </a:cubicBezTo>
                  <a:cubicBezTo>
                    <a:pt x="352974" y="417158"/>
                    <a:pt x="365847" y="461879"/>
                    <a:pt x="376292" y="507203"/>
                  </a:cubicBezTo>
                  <a:lnTo>
                    <a:pt x="384128" y="542276"/>
                  </a:lnTo>
                  <a:cubicBezTo>
                    <a:pt x="387558" y="558746"/>
                    <a:pt x="389023" y="575563"/>
                    <a:pt x="388496" y="592380"/>
                  </a:cubicBezTo>
                  <a:cubicBezTo>
                    <a:pt x="387404" y="623624"/>
                    <a:pt x="380480" y="654380"/>
                    <a:pt x="368069" y="683080"/>
                  </a:cubicBezTo>
                  <a:cubicBezTo>
                    <a:pt x="346255" y="731437"/>
                    <a:pt x="315229" y="775065"/>
                    <a:pt x="276727" y="811551"/>
                  </a:cubicBezTo>
                  <a:cubicBezTo>
                    <a:pt x="242386" y="844709"/>
                    <a:pt x="204963" y="874528"/>
                    <a:pt x="164957" y="900581"/>
                  </a:cubicBezTo>
                  <a:cubicBezTo>
                    <a:pt x="145558" y="913429"/>
                    <a:pt x="125516" y="925248"/>
                    <a:pt x="105346" y="936553"/>
                  </a:cubicBezTo>
                  <a:cubicBezTo>
                    <a:pt x="85176" y="947859"/>
                    <a:pt x="65135" y="958265"/>
                    <a:pt x="42652" y="968157"/>
                  </a:cubicBezTo>
                  <a:lnTo>
                    <a:pt x="0" y="893516"/>
                  </a:lnTo>
                  <a:cubicBezTo>
                    <a:pt x="15545" y="880669"/>
                    <a:pt x="32632" y="867822"/>
                    <a:pt x="48562" y="853947"/>
                  </a:cubicBezTo>
                  <a:cubicBezTo>
                    <a:pt x="64492" y="840072"/>
                    <a:pt x="80038" y="825940"/>
                    <a:pt x="95454" y="811808"/>
                  </a:cubicBezTo>
                  <a:cubicBezTo>
                    <a:pt x="125221" y="784187"/>
                    <a:pt x="152842" y="754343"/>
                    <a:pt x="178061" y="722521"/>
                  </a:cubicBezTo>
                  <a:cubicBezTo>
                    <a:pt x="200492" y="695234"/>
                    <a:pt x="217887" y="664169"/>
                    <a:pt x="229449" y="630792"/>
                  </a:cubicBezTo>
                  <a:cubicBezTo>
                    <a:pt x="233419" y="618357"/>
                    <a:pt x="234999" y="605278"/>
                    <a:pt x="234074" y="592251"/>
                  </a:cubicBezTo>
                  <a:cubicBezTo>
                    <a:pt x="233702" y="587010"/>
                    <a:pt x="232713" y="581845"/>
                    <a:pt x="231119" y="576835"/>
                  </a:cubicBezTo>
                  <a:lnTo>
                    <a:pt x="222383" y="548057"/>
                  </a:lnTo>
                  <a:cubicBezTo>
                    <a:pt x="196419" y="468238"/>
                    <a:pt x="165535" y="390102"/>
                    <a:pt x="129884" y="314112"/>
                  </a:cubicBezTo>
                  <a:cubicBezTo>
                    <a:pt x="112284" y="275570"/>
                    <a:pt x="93527" y="237029"/>
                    <a:pt x="74770" y="198488"/>
                  </a:cubicBezTo>
                  <a:cubicBezTo>
                    <a:pt x="56014" y="159946"/>
                    <a:pt x="36229" y="121405"/>
                    <a:pt x="17087" y="84791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4" name="Google Shape;374;g3f3ba1429e3_0_4271"/>
            <p:cNvSpPr/>
            <p:nvPr/>
          </p:nvSpPr>
          <p:spPr>
            <a:xfrm>
              <a:off x="8930027" y="1903175"/>
              <a:ext cx="347629" cy="479580"/>
            </a:xfrm>
            <a:custGeom>
              <a:rect b="b" l="l" r="r" t="t"/>
              <a:pathLst>
                <a:path extrusionOk="0" h="479580" w="347629">
                  <a:moveTo>
                    <a:pt x="165972" y="3082"/>
                  </a:moveTo>
                  <a:cubicBezTo>
                    <a:pt x="273117" y="26207"/>
                    <a:pt x="347630" y="305760"/>
                    <a:pt x="347630" y="305760"/>
                  </a:cubicBezTo>
                  <a:lnTo>
                    <a:pt x="156080" y="479581"/>
                  </a:lnTo>
                  <a:cubicBezTo>
                    <a:pt x="95185" y="411825"/>
                    <a:pt x="47278" y="333432"/>
                    <a:pt x="14762" y="248333"/>
                  </a:cubicBezTo>
                  <a:cubicBezTo>
                    <a:pt x="-35984" y="108428"/>
                    <a:pt x="51376" y="-21841"/>
                    <a:pt x="165972" y="308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5" name="Google Shape;375;g3f3ba1429e3_0_4271"/>
            <p:cNvSpPr/>
            <p:nvPr/>
          </p:nvSpPr>
          <p:spPr>
            <a:xfrm>
              <a:off x="8849849" y="2873515"/>
              <a:ext cx="172665" cy="125516"/>
            </a:xfrm>
            <a:custGeom>
              <a:rect b="b" l="l" r="r" t="t"/>
              <a:pathLst>
                <a:path extrusionOk="0" h="125516" w="172665">
                  <a:moveTo>
                    <a:pt x="123204" y="0"/>
                  </a:moveTo>
                  <a:lnTo>
                    <a:pt x="0" y="1285"/>
                  </a:lnTo>
                  <a:lnTo>
                    <a:pt x="77083" y="125516"/>
                  </a:lnTo>
                  <a:cubicBezTo>
                    <a:pt x="77083" y="125516"/>
                    <a:pt x="164828" y="103805"/>
                    <a:pt x="172665" y="59739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6" name="Google Shape;376;g3f3ba1429e3_0_4271"/>
            <p:cNvSpPr/>
            <p:nvPr/>
          </p:nvSpPr>
          <p:spPr>
            <a:xfrm>
              <a:off x="8773152" y="2874800"/>
              <a:ext cx="153137" cy="173050"/>
            </a:xfrm>
            <a:custGeom>
              <a:rect b="b" l="l" r="r" t="t"/>
              <a:pathLst>
                <a:path extrusionOk="0" h="173050" w="153137">
                  <a:moveTo>
                    <a:pt x="0" y="73357"/>
                  </a:moveTo>
                  <a:lnTo>
                    <a:pt x="67961" y="173050"/>
                  </a:lnTo>
                  <a:lnTo>
                    <a:pt x="153138" y="124231"/>
                  </a:lnTo>
                  <a:lnTo>
                    <a:pt x="76697" y="0"/>
                  </a:lnTo>
                  <a:lnTo>
                    <a:pt x="0" y="73357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77" name="Google Shape;377;g3f3ba1429e3_0_4271"/>
            <p:cNvSpPr/>
            <p:nvPr/>
          </p:nvSpPr>
          <p:spPr>
            <a:xfrm>
              <a:off x="8854983" y="1517307"/>
              <a:ext cx="118833" cy="128416"/>
            </a:xfrm>
            <a:custGeom>
              <a:rect b="b" l="l" r="r" t="t"/>
              <a:pathLst>
                <a:path extrusionOk="0" h="128416" w="118833">
                  <a:moveTo>
                    <a:pt x="112160" y="74196"/>
                  </a:moveTo>
                  <a:cubicBezTo>
                    <a:pt x="98478" y="99377"/>
                    <a:pt x="75379" y="118133"/>
                    <a:pt x="47925" y="126356"/>
                  </a:cubicBezTo>
                  <a:cubicBezTo>
                    <a:pt x="11439" y="137019"/>
                    <a:pt x="-7189" y="104516"/>
                    <a:pt x="2575" y="69957"/>
                  </a:cubicBezTo>
                  <a:cubicBezTo>
                    <a:pt x="11439" y="38867"/>
                    <a:pt x="41116" y="-4171"/>
                    <a:pt x="77602" y="326"/>
                  </a:cubicBezTo>
                  <a:cubicBezTo>
                    <a:pt x="114087" y="4822"/>
                    <a:pt x="128476" y="43235"/>
                    <a:pt x="112160" y="74196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378" name="Google Shape;378;g3f3ba1429e3_0_4271"/>
          <p:cNvGrpSpPr/>
          <p:nvPr/>
        </p:nvGrpSpPr>
        <p:grpSpPr>
          <a:xfrm>
            <a:off x="6181783" y="2432841"/>
            <a:ext cx="2702942" cy="1829559"/>
            <a:chOff x="6155150" y="2199793"/>
            <a:chExt cx="2702942" cy="1829559"/>
          </a:xfrm>
        </p:grpSpPr>
        <p:sp>
          <p:nvSpPr>
            <p:cNvPr id="379" name="Google Shape;379;g3f3ba1429e3_0_4271"/>
            <p:cNvSpPr/>
            <p:nvPr/>
          </p:nvSpPr>
          <p:spPr>
            <a:xfrm rot="-249423">
              <a:off x="7738494" y="3722082"/>
              <a:ext cx="137353" cy="12849"/>
            </a:xfrm>
            <a:custGeom>
              <a:rect b="b" l="l" r="r" t="t"/>
              <a:pathLst>
                <a:path extrusionOk="0" h="12847" w="137335">
                  <a:moveTo>
                    <a:pt x="0" y="0"/>
                  </a:moveTo>
                  <a:lnTo>
                    <a:pt x="137336" y="0"/>
                  </a:lnTo>
                  <a:lnTo>
                    <a:pt x="137336" y="12847"/>
                  </a:lnTo>
                  <a:lnTo>
                    <a:pt x="0" y="12847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80" name="Google Shape;380;g3f3ba1429e3_0_4271"/>
            <p:cNvSpPr/>
            <p:nvPr/>
          </p:nvSpPr>
          <p:spPr>
            <a:xfrm rot="-249423">
              <a:off x="7931373" y="3710681"/>
              <a:ext cx="67456" cy="12849"/>
            </a:xfrm>
            <a:custGeom>
              <a:rect b="b" l="l" r="r" t="t"/>
              <a:pathLst>
                <a:path extrusionOk="0" h="12847" w="67447">
                  <a:moveTo>
                    <a:pt x="0" y="0"/>
                  </a:moveTo>
                  <a:lnTo>
                    <a:pt x="67447" y="0"/>
                  </a:lnTo>
                  <a:lnTo>
                    <a:pt x="67447" y="12847"/>
                  </a:lnTo>
                  <a:lnTo>
                    <a:pt x="0" y="12847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81" name="Google Shape;381;g3f3ba1429e3_0_4271"/>
            <p:cNvSpPr/>
            <p:nvPr/>
          </p:nvSpPr>
          <p:spPr>
            <a:xfrm>
              <a:off x="6155150" y="2199793"/>
              <a:ext cx="2702942" cy="1829559"/>
            </a:xfrm>
            <a:custGeom>
              <a:rect b="b" l="l" r="r" t="t"/>
              <a:pathLst>
                <a:path extrusionOk="0" h="1829559" w="2702942">
                  <a:moveTo>
                    <a:pt x="2434161" y="406"/>
                  </a:moveTo>
                  <a:lnTo>
                    <a:pt x="165877" y="163949"/>
                  </a:lnTo>
                  <a:cubicBezTo>
                    <a:pt x="67622" y="171619"/>
                    <a:pt x="-6159" y="256911"/>
                    <a:pt x="406" y="355243"/>
                  </a:cubicBezTo>
                  <a:lnTo>
                    <a:pt x="77489" y="1424378"/>
                  </a:lnTo>
                  <a:cubicBezTo>
                    <a:pt x="85081" y="1522787"/>
                    <a:pt x="170566" y="1596683"/>
                    <a:pt x="269039" y="1589977"/>
                  </a:cubicBezTo>
                  <a:lnTo>
                    <a:pt x="397510" y="1580727"/>
                  </a:lnTo>
                  <a:cubicBezTo>
                    <a:pt x="416948" y="1579327"/>
                    <a:pt x="433842" y="1593921"/>
                    <a:pt x="435281" y="1613359"/>
                  </a:cubicBezTo>
                  <a:lnTo>
                    <a:pt x="449669" y="1811461"/>
                  </a:lnTo>
                  <a:cubicBezTo>
                    <a:pt x="450324" y="1822086"/>
                    <a:pt x="459459" y="1830167"/>
                    <a:pt x="470083" y="1829524"/>
                  </a:cubicBezTo>
                  <a:cubicBezTo>
                    <a:pt x="475312" y="1829203"/>
                    <a:pt x="480194" y="1826762"/>
                    <a:pt x="483586" y="1822767"/>
                  </a:cubicBezTo>
                  <a:lnTo>
                    <a:pt x="698646" y="1574175"/>
                  </a:lnTo>
                  <a:cubicBezTo>
                    <a:pt x="707690" y="1563757"/>
                    <a:pt x="720473" y="1557346"/>
                    <a:pt x="734232" y="1556318"/>
                  </a:cubicBezTo>
                  <a:lnTo>
                    <a:pt x="2536937" y="1426434"/>
                  </a:lnTo>
                  <a:cubicBezTo>
                    <a:pt x="2635243" y="1418841"/>
                    <a:pt x="2709101" y="1333510"/>
                    <a:pt x="2702537" y="1235140"/>
                  </a:cubicBezTo>
                  <a:lnTo>
                    <a:pt x="2625454" y="166005"/>
                  </a:lnTo>
                  <a:cubicBezTo>
                    <a:pt x="2617861" y="67699"/>
                    <a:pt x="2532531" y="-6159"/>
                    <a:pt x="2434161" y="40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82" name="Google Shape;382;g3f3ba1429e3_0_4271"/>
            <p:cNvSpPr/>
            <p:nvPr/>
          </p:nvSpPr>
          <p:spPr>
            <a:xfrm>
              <a:off x="6652353" y="2827009"/>
              <a:ext cx="408152" cy="423954"/>
            </a:xfrm>
            <a:custGeom>
              <a:rect b="b" l="l" r="r" t="t"/>
              <a:pathLst>
                <a:path extrusionOk="0" h="423954" w="408152">
                  <a:moveTo>
                    <a:pt x="0" y="27493"/>
                  </a:moveTo>
                  <a:lnTo>
                    <a:pt x="122561" y="18628"/>
                  </a:lnTo>
                  <a:lnTo>
                    <a:pt x="132582" y="157377"/>
                  </a:lnTo>
                  <a:lnTo>
                    <a:pt x="266449" y="147742"/>
                  </a:lnTo>
                  <a:lnTo>
                    <a:pt x="256428" y="8993"/>
                  </a:lnTo>
                  <a:lnTo>
                    <a:pt x="379503" y="0"/>
                  </a:lnTo>
                  <a:lnTo>
                    <a:pt x="408152" y="396461"/>
                  </a:lnTo>
                  <a:lnTo>
                    <a:pt x="285077" y="405326"/>
                  </a:lnTo>
                  <a:lnTo>
                    <a:pt x="273515" y="244994"/>
                  </a:lnTo>
                  <a:lnTo>
                    <a:pt x="139648" y="254758"/>
                  </a:lnTo>
                  <a:lnTo>
                    <a:pt x="151210" y="415090"/>
                  </a:lnTo>
                  <a:lnTo>
                    <a:pt x="28778" y="4239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83" name="Google Shape;383;g3f3ba1429e3_0_4271"/>
            <p:cNvSpPr/>
            <p:nvPr/>
          </p:nvSpPr>
          <p:spPr>
            <a:xfrm>
              <a:off x="6155150" y="2326871"/>
              <a:ext cx="676292" cy="1463321"/>
            </a:xfrm>
            <a:custGeom>
              <a:rect b="b" l="l" r="r" t="t"/>
              <a:pathLst>
                <a:path extrusionOk="0" h="1463321" w="676292">
                  <a:moveTo>
                    <a:pt x="165877" y="36871"/>
                  </a:moveTo>
                  <a:cubicBezTo>
                    <a:pt x="67622" y="44541"/>
                    <a:pt x="-6159" y="129833"/>
                    <a:pt x="406" y="228164"/>
                  </a:cubicBezTo>
                  <a:lnTo>
                    <a:pt x="77489" y="1297300"/>
                  </a:lnTo>
                  <a:cubicBezTo>
                    <a:pt x="85081" y="1395709"/>
                    <a:pt x="170566" y="1469605"/>
                    <a:pt x="269039" y="1462899"/>
                  </a:cubicBezTo>
                  <a:lnTo>
                    <a:pt x="287924" y="1461486"/>
                  </a:lnTo>
                  <a:cubicBezTo>
                    <a:pt x="352442" y="1456822"/>
                    <a:pt x="405771" y="1409391"/>
                    <a:pt x="417937" y="1345862"/>
                  </a:cubicBezTo>
                  <a:lnTo>
                    <a:pt x="676292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84" name="Google Shape;384;g3f3ba1429e3_0_4271"/>
            <p:cNvSpPr/>
            <p:nvPr/>
          </p:nvSpPr>
          <p:spPr>
            <a:xfrm>
              <a:off x="7109547" y="2911852"/>
              <a:ext cx="335471" cy="302867"/>
            </a:xfrm>
            <a:custGeom>
              <a:rect b="b" l="l" r="r" t="t"/>
              <a:pathLst>
                <a:path extrusionOk="0" h="302867" w="335471">
                  <a:moveTo>
                    <a:pt x="335472" y="166959"/>
                  </a:moveTo>
                  <a:lnTo>
                    <a:pt x="114759" y="182890"/>
                  </a:lnTo>
                  <a:cubicBezTo>
                    <a:pt x="116455" y="197189"/>
                    <a:pt x="122454" y="210627"/>
                    <a:pt x="131974" y="221431"/>
                  </a:cubicBezTo>
                  <a:cubicBezTo>
                    <a:pt x="143035" y="233070"/>
                    <a:pt x="158914" y="238877"/>
                    <a:pt x="174883" y="237104"/>
                  </a:cubicBezTo>
                  <a:cubicBezTo>
                    <a:pt x="185701" y="236334"/>
                    <a:pt x="196145" y="232788"/>
                    <a:pt x="205202" y="226827"/>
                  </a:cubicBezTo>
                  <a:cubicBezTo>
                    <a:pt x="212294" y="221457"/>
                    <a:pt x="218345" y="214840"/>
                    <a:pt x="223060" y="207299"/>
                  </a:cubicBezTo>
                  <a:lnTo>
                    <a:pt x="332260" y="209483"/>
                  </a:lnTo>
                  <a:cubicBezTo>
                    <a:pt x="320377" y="236411"/>
                    <a:pt x="301080" y="259394"/>
                    <a:pt x="276632" y="275774"/>
                  </a:cubicBezTo>
                  <a:cubicBezTo>
                    <a:pt x="254188" y="289996"/>
                    <a:pt x="221043" y="298552"/>
                    <a:pt x="177196" y="301469"/>
                  </a:cubicBezTo>
                  <a:cubicBezTo>
                    <a:pt x="146543" y="305040"/>
                    <a:pt x="115465" y="301751"/>
                    <a:pt x="86238" y="291833"/>
                  </a:cubicBezTo>
                  <a:cubicBezTo>
                    <a:pt x="62805" y="281992"/>
                    <a:pt x="42700" y="265625"/>
                    <a:pt x="28298" y="244684"/>
                  </a:cubicBezTo>
                  <a:cubicBezTo>
                    <a:pt x="11789" y="220840"/>
                    <a:pt x="2308" y="192846"/>
                    <a:pt x="934" y="163876"/>
                  </a:cubicBezTo>
                  <a:cubicBezTo>
                    <a:pt x="-3704" y="123202"/>
                    <a:pt x="9079" y="82451"/>
                    <a:pt x="36135" y="51721"/>
                  </a:cubicBezTo>
                  <a:cubicBezTo>
                    <a:pt x="62857" y="21916"/>
                    <a:pt x="101398" y="5176"/>
                    <a:pt x="151759" y="1489"/>
                  </a:cubicBezTo>
                  <a:cubicBezTo>
                    <a:pt x="185097" y="-2468"/>
                    <a:pt x="218897" y="1489"/>
                    <a:pt x="250424" y="13051"/>
                  </a:cubicBezTo>
                  <a:cubicBezTo>
                    <a:pt x="274564" y="23367"/>
                    <a:pt x="294888" y="40916"/>
                    <a:pt x="308622" y="63283"/>
                  </a:cubicBezTo>
                  <a:cubicBezTo>
                    <a:pt x="324334" y="91059"/>
                    <a:pt x="333147" y="122213"/>
                    <a:pt x="334316" y="154112"/>
                  </a:cubicBezTo>
                  <a:close/>
                  <a:moveTo>
                    <a:pt x="219848" y="122251"/>
                  </a:moveTo>
                  <a:cubicBezTo>
                    <a:pt x="218281" y="105550"/>
                    <a:pt x="211086" y="89864"/>
                    <a:pt x="199421" y="77800"/>
                  </a:cubicBezTo>
                  <a:cubicBezTo>
                    <a:pt x="175744" y="59583"/>
                    <a:pt x="141789" y="64003"/>
                    <a:pt x="123572" y="87680"/>
                  </a:cubicBezTo>
                  <a:cubicBezTo>
                    <a:pt x="122827" y="88643"/>
                    <a:pt x="122120" y="89633"/>
                    <a:pt x="121439" y="90648"/>
                  </a:cubicBezTo>
                  <a:cubicBezTo>
                    <a:pt x="114579" y="102737"/>
                    <a:pt x="111123" y="116457"/>
                    <a:pt x="111419" y="1303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85" name="Google Shape;385;g3f3ba1429e3_0_4271"/>
            <p:cNvSpPr/>
            <p:nvPr/>
          </p:nvSpPr>
          <p:spPr>
            <a:xfrm>
              <a:off x="7479064" y="2786797"/>
              <a:ext cx="139005" cy="404298"/>
            </a:xfrm>
            <a:custGeom>
              <a:rect b="b" l="l" r="r" t="t"/>
              <a:pathLst>
                <a:path extrusionOk="0" h="404298" w="139005">
                  <a:moveTo>
                    <a:pt x="0" y="7965"/>
                  </a:moveTo>
                  <a:lnTo>
                    <a:pt x="110357" y="0"/>
                  </a:lnTo>
                  <a:lnTo>
                    <a:pt x="139006" y="396333"/>
                  </a:lnTo>
                  <a:lnTo>
                    <a:pt x="28649" y="4042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86" name="Google Shape;386;g3f3ba1429e3_0_4271"/>
            <p:cNvSpPr/>
            <p:nvPr/>
          </p:nvSpPr>
          <p:spPr>
            <a:xfrm>
              <a:off x="7663420" y="2773436"/>
              <a:ext cx="139005" cy="404298"/>
            </a:xfrm>
            <a:custGeom>
              <a:rect b="b" l="l" r="r" t="t"/>
              <a:pathLst>
                <a:path extrusionOk="0" h="404298" w="139005">
                  <a:moveTo>
                    <a:pt x="0" y="7965"/>
                  </a:moveTo>
                  <a:lnTo>
                    <a:pt x="110357" y="0"/>
                  </a:lnTo>
                  <a:lnTo>
                    <a:pt x="139006" y="396333"/>
                  </a:lnTo>
                  <a:lnTo>
                    <a:pt x="28778" y="4042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87" name="Google Shape;387;g3f3ba1429e3_0_4271"/>
            <p:cNvSpPr/>
            <p:nvPr/>
          </p:nvSpPr>
          <p:spPr>
            <a:xfrm>
              <a:off x="7848164" y="2859307"/>
              <a:ext cx="330937" cy="302431"/>
            </a:xfrm>
            <a:custGeom>
              <a:rect b="b" l="l" r="r" t="t"/>
              <a:pathLst>
                <a:path extrusionOk="0" h="302431" w="330937">
                  <a:moveTo>
                    <a:pt x="768" y="163620"/>
                  </a:moveTo>
                  <a:cubicBezTo>
                    <a:pt x="-3446" y="122959"/>
                    <a:pt x="9813" y="82413"/>
                    <a:pt x="37254" y="52107"/>
                  </a:cubicBezTo>
                  <a:cubicBezTo>
                    <a:pt x="64747" y="21531"/>
                    <a:pt x="103673" y="4406"/>
                    <a:pt x="154034" y="719"/>
                  </a:cubicBezTo>
                  <a:cubicBezTo>
                    <a:pt x="211422" y="-3393"/>
                    <a:pt x="256040" y="10136"/>
                    <a:pt x="287901" y="41315"/>
                  </a:cubicBezTo>
                  <a:cubicBezTo>
                    <a:pt x="342681" y="99089"/>
                    <a:pt x="345494" y="188723"/>
                    <a:pt x="294453" y="249824"/>
                  </a:cubicBezTo>
                  <a:cubicBezTo>
                    <a:pt x="267217" y="280143"/>
                    <a:pt x="227738" y="297268"/>
                    <a:pt x="176003" y="301212"/>
                  </a:cubicBezTo>
                  <a:cubicBezTo>
                    <a:pt x="135817" y="306030"/>
                    <a:pt x="95220" y="296472"/>
                    <a:pt x="61406" y="274233"/>
                  </a:cubicBezTo>
                  <a:cubicBezTo>
                    <a:pt x="24947" y="248924"/>
                    <a:pt x="2490" y="207968"/>
                    <a:pt x="768" y="163620"/>
                  </a:cubicBezTo>
                  <a:close/>
                  <a:moveTo>
                    <a:pt x="111125" y="155398"/>
                  </a:moveTo>
                  <a:cubicBezTo>
                    <a:pt x="110919" y="175683"/>
                    <a:pt x="117882" y="195378"/>
                    <a:pt x="130781" y="211026"/>
                  </a:cubicBezTo>
                  <a:cubicBezTo>
                    <a:pt x="150617" y="231324"/>
                    <a:pt x="183146" y="231709"/>
                    <a:pt x="203444" y="211873"/>
                  </a:cubicBezTo>
                  <a:cubicBezTo>
                    <a:pt x="205435" y="209946"/>
                    <a:pt x="207247" y="207852"/>
                    <a:pt x="208891" y="205630"/>
                  </a:cubicBezTo>
                  <a:cubicBezTo>
                    <a:pt x="219271" y="187747"/>
                    <a:pt x="223177" y="166832"/>
                    <a:pt x="219940" y="146405"/>
                  </a:cubicBezTo>
                  <a:cubicBezTo>
                    <a:pt x="220068" y="126530"/>
                    <a:pt x="213195" y="107247"/>
                    <a:pt x="200541" y="91933"/>
                  </a:cubicBezTo>
                  <a:cubicBezTo>
                    <a:pt x="190507" y="80936"/>
                    <a:pt x="175925" y="75232"/>
                    <a:pt x="161100" y="76516"/>
                  </a:cubicBezTo>
                  <a:cubicBezTo>
                    <a:pt x="145632" y="77236"/>
                    <a:pt x="131384" y="85124"/>
                    <a:pt x="122559" y="97843"/>
                  </a:cubicBezTo>
                  <a:cubicBezTo>
                    <a:pt x="112204" y="115122"/>
                    <a:pt x="108337" y="135523"/>
                    <a:pt x="111639" y="1553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88" name="Google Shape;388;g3f3ba1429e3_0_4271"/>
            <p:cNvSpPr/>
            <p:nvPr/>
          </p:nvSpPr>
          <p:spPr>
            <a:xfrm>
              <a:off x="8213789" y="2733096"/>
              <a:ext cx="142474" cy="404555"/>
            </a:xfrm>
            <a:custGeom>
              <a:rect b="b" l="l" r="r" t="t"/>
              <a:pathLst>
                <a:path extrusionOk="0" h="404555" w="142474">
                  <a:moveTo>
                    <a:pt x="0" y="8479"/>
                  </a:moveTo>
                  <a:lnTo>
                    <a:pt x="117551" y="0"/>
                  </a:lnTo>
                  <a:lnTo>
                    <a:pt x="124103" y="89930"/>
                  </a:lnTo>
                  <a:lnTo>
                    <a:pt x="114468" y="273001"/>
                  </a:lnTo>
                  <a:lnTo>
                    <a:pt x="41753" y="278268"/>
                  </a:lnTo>
                  <a:lnTo>
                    <a:pt x="6424" y="98409"/>
                  </a:lnTo>
                  <a:close/>
                  <a:moveTo>
                    <a:pt x="25694" y="307560"/>
                  </a:moveTo>
                  <a:lnTo>
                    <a:pt x="135409" y="299594"/>
                  </a:lnTo>
                  <a:lnTo>
                    <a:pt x="142474" y="396718"/>
                  </a:lnTo>
                  <a:lnTo>
                    <a:pt x="32632" y="40455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389" name="Google Shape;389;g3f3ba1429e3_0_4271"/>
          <p:cNvGrpSpPr/>
          <p:nvPr/>
        </p:nvGrpSpPr>
        <p:grpSpPr>
          <a:xfrm>
            <a:off x="5355452" y="1806760"/>
            <a:ext cx="1514699" cy="3783660"/>
            <a:chOff x="5328819" y="1573712"/>
            <a:chExt cx="1514699" cy="3783660"/>
          </a:xfrm>
        </p:grpSpPr>
        <p:sp>
          <p:nvSpPr>
            <p:cNvPr id="390" name="Google Shape;390;g3f3ba1429e3_0_4271"/>
            <p:cNvSpPr/>
            <p:nvPr/>
          </p:nvSpPr>
          <p:spPr>
            <a:xfrm>
              <a:off x="5839960" y="1573712"/>
              <a:ext cx="503548" cy="533070"/>
            </a:xfrm>
            <a:custGeom>
              <a:rect b="b" l="l" r="r" t="t"/>
              <a:pathLst>
                <a:path extrusionOk="0" h="533070" w="503548">
                  <a:moveTo>
                    <a:pt x="449719" y="438020"/>
                  </a:moveTo>
                  <a:cubicBezTo>
                    <a:pt x="449141" y="456828"/>
                    <a:pt x="450130" y="475649"/>
                    <a:pt x="452674" y="494290"/>
                  </a:cubicBezTo>
                  <a:cubicBezTo>
                    <a:pt x="336267" y="533165"/>
                    <a:pt x="212112" y="543006"/>
                    <a:pt x="91028" y="522939"/>
                  </a:cubicBezTo>
                  <a:cubicBezTo>
                    <a:pt x="96835" y="500958"/>
                    <a:pt x="100368" y="478450"/>
                    <a:pt x="101563" y="455749"/>
                  </a:cubicBezTo>
                  <a:cubicBezTo>
                    <a:pt x="97516" y="478604"/>
                    <a:pt x="89564" y="500598"/>
                    <a:pt x="78053" y="520755"/>
                  </a:cubicBezTo>
                  <a:cubicBezTo>
                    <a:pt x="55185" y="516387"/>
                    <a:pt x="42338" y="512662"/>
                    <a:pt x="42338" y="512662"/>
                  </a:cubicBezTo>
                  <a:cubicBezTo>
                    <a:pt x="42338" y="512662"/>
                    <a:pt x="65720" y="386246"/>
                    <a:pt x="23581" y="294261"/>
                  </a:cubicBezTo>
                  <a:cubicBezTo>
                    <a:pt x="-18557" y="202276"/>
                    <a:pt x="2512" y="150887"/>
                    <a:pt x="34373" y="136370"/>
                  </a:cubicBezTo>
                  <a:cubicBezTo>
                    <a:pt x="93469" y="-45288"/>
                    <a:pt x="315596" y="-16639"/>
                    <a:pt x="390751" y="57103"/>
                  </a:cubicBezTo>
                  <a:cubicBezTo>
                    <a:pt x="486077" y="150630"/>
                    <a:pt x="486590" y="414124"/>
                    <a:pt x="503549" y="474377"/>
                  </a:cubicBezTo>
                  <a:cubicBezTo>
                    <a:pt x="489545" y="480415"/>
                    <a:pt x="475799" y="485940"/>
                    <a:pt x="462053" y="490822"/>
                  </a:cubicBezTo>
                  <a:cubicBezTo>
                    <a:pt x="455166" y="473992"/>
                    <a:pt x="451004" y="456160"/>
                    <a:pt x="449719" y="43802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91" name="Google Shape;391;g3f3ba1429e3_0_4271"/>
            <p:cNvSpPr/>
            <p:nvPr/>
          </p:nvSpPr>
          <p:spPr>
            <a:xfrm>
              <a:off x="6280815" y="2294496"/>
              <a:ext cx="454144" cy="364729"/>
            </a:xfrm>
            <a:custGeom>
              <a:rect b="b" l="l" r="r" t="t"/>
              <a:pathLst>
                <a:path extrusionOk="0" h="364729" w="454144">
                  <a:moveTo>
                    <a:pt x="100721" y="0"/>
                  </a:moveTo>
                  <a:lnTo>
                    <a:pt x="112284" y="36614"/>
                  </a:lnTo>
                  <a:cubicBezTo>
                    <a:pt x="116523" y="49461"/>
                    <a:pt x="120763" y="62309"/>
                    <a:pt x="125131" y="74513"/>
                  </a:cubicBezTo>
                  <a:cubicBezTo>
                    <a:pt x="133738" y="100207"/>
                    <a:pt x="142731" y="125902"/>
                    <a:pt x="152367" y="150568"/>
                  </a:cubicBezTo>
                  <a:cubicBezTo>
                    <a:pt x="162002" y="175234"/>
                    <a:pt x="171252" y="201186"/>
                    <a:pt x="181273" y="226366"/>
                  </a:cubicBezTo>
                  <a:lnTo>
                    <a:pt x="196175" y="264907"/>
                  </a:lnTo>
                  <a:lnTo>
                    <a:pt x="199901" y="274414"/>
                  </a:lnTo>
                  <a:lnTo>
                    <a:pt x="200800" y="276598"/>
                  </a:lnTo>
                  <a:lnTo>
                    <a:pt x="200800" y="276598"/>
                  </a:lnTo>
                  <a:cubicBezTo>
                    <a:pt x="200800" y="276598"/>
                    <a:pt x="200800" y="276598"/>
                    <a:pt x="200800" y="276598"/>
                  </a:cubicBezTo>
                  <a:cubicBezTo>
                    <a:pt x="199207" y="275211"/>
                    <a:pt x="197383" y="274119"/>
                    <a:pt x="195404" y="273386"/>
                  </a:cubicBezTo>
                  <a:cubicBezTo>
                    <a:pt x="192578" y="272358"/>
                    <a:pt x="191422" y="273386"/>
                    <a:pt x="193220" y="273386"/>
                  </a:cubicBezTo>
                  <a:cubicBezTo>
                    <a:pt x="196317" y="273374"/>
                    <a:pt x="199387" y="272898"/>
                    <a:pt x="202342" y="271973"/>
                  </a:cubicBezTo>
                  <a:cubicBezTo>
                    <a:pt x="212388" y="268787"/>
                    <a:pt x="222036" y="264483"/>
                    <a:pt x="231119" y="259126"/>
                  </a:cubicBezTo>
                  <a:cubicBezTo>
                    <a:pt x="253024" y="246356"/>
                    <a:pt x="273977" y="232019"/>
                    <a:pt x="293813" y="216217"/>
                  </a:cubicBezTo>
                  <a:cubicBezTo>
                    <a:pt x="314626" y="200029"/>
                    <a:pt x="335052" y="182686"/>
                    <a:pt x="355094" y="164828"/>
                  </a:cubicBezTo>
                  <a:cubicBezTo>
                    <a:pt x="375135" y="146971"/>
                    <a:pt x="395305" y="128343"/>
                    <a:pt x="414704" y="110100"/>
                  </a:cubicBezTo>
                  <a:lnTo>
                    <a:pt x="454145" y="143502"/>
                  </a:lnTo>
                  <a:cubicBezTo>
                    <a:pt x="437701" y="167141"/>
                    <a:pt x="420357" y="188724"/>
                    <a:pt x="402757" y="210692"/>
                  </a:cubicBezTo>
                  <a:cubicBezTo>
                    <a:pt x="385156" y="232661"/>
                    <a:pt x="365372" y="253216"/>
                    <a:pt x="345073" y="273643"/>
                  </a:cubicBezTo>
                  <a:cubicBezTo>
                    <a:pt x="324184" y="294969"/>
                    <a:pt x="301431" y="314407"/>
                    <a:pt x="277112" y="331712"/>
                  </a:cubicBezTo>
                  <a:cubicBezTo>
                    <a:pt x="263199" y="341463"/>
                    <a:pt x="248244" y="349647"/>
                    <a:pt x="232533" y="356122"/>
                  </a:cubicBezTo>
                  <a:cubicBezTo>
                    <a:pt x="222563" y="360117"/>
                    <a:pt x="212106" y="362802"/>
                    <a:pt x="201443" y="364087"/>
                  </a:cubicBezTo>
                  <a:cubicBezTo>
                    <a:pt x="186964" y="365885"/>
                    <a:pt x="172267" y="363894"/>
                    <a:pt x="158790" y="358306"/>
                  </a:cubicBezTo>
                  <a:cubicBezTo>
                    <a:pt x="144106" y="352049"/>
                    <a:pt x="131593" y="341592"/>
                    <a:pt x="122818" y="328243"/>
                  </a:cubicBezTo>
                  <a:cubicBezTo>
                    <a:pt x="120891" y="325288"/>
                    <a:pt x="119093" y="322334"/>
                    <a:pt x="117679" y="319636"/>
                  </a:cubicBezTo>
                  <a:lnTo>
                    <a:pt x="114211" y="312698"/>
                  </a:lnTo>
                  <a:lnTo>
                    <a:pt x="109586" y="303320"/>
                  </a:lnTo>
                  <a:cubicBezTo>
                    <a:pt x="103548" y="290473"/>
                    <a:pt x="96739" y="277626"/>
                    <a:pt x="91471" y="265550"/>
                  </a:cubicBezTo>
                  <a:cubicBezTo>
                    <a:pt x="79781" y="239855"/>
                    <a:pt x="68090" y="214161"/>
                    <a:pt x="57427" y="188467"/>
                  </a:cubicBezTo>
                  <a:cubicBezTo>
                    <a:pt x="46763" y="162773"/>
                    <a:pt x="36357" y="136308"/>
                    <a:pt x="26465" y="109843"/>
                  </a:cubicBezTo>
                  <a:cubicBezTo>
                    <a:pt x="21840" y="96996"/>
                    <a:pt x="17215" y="82992"/>
                    <a:pt x="12847" y="69503"/>
                  </a:cubicBezTo>
                  <a:cubicBezTo>
                    <a:pt x="8479" y="56013"/>
                    <a:pt x="4240" y="42781"/>
                    <a:pt x="0" y="26979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92" name="Google Shape;392;g3f3ba1429e3_0_4271"/>
            <p:cNvSpPr/>
            <p:nvPr/>
          </p:nvSpPr>
          <p:spPr>
            <a:xfrm>
              <a:off x="6215246" y="2173077"/>
              <a:ext cx="211126" cy="283806"/>
            </a:xfrm>
            <a:custGeom>
              <a:rect b="b" l="l" r="r" t="t"/>
              <a:pathLst>
                <a:path extrusionOk="0" h="283806" w="211126">
                  <a:moveTo>
                    <a:pt x="135843" y="7337"/>
                  </a:moveTo>
                  <a:cubicBezTo>
                    <a:pt x="180165" y="18643"/>
                    <a:pt x="211127" y="200814"/>
                    <a:pt x="211127" y="200814"/>
                  </a:cubicBezTo>
                  <a:lnTo>
                    <a:pt x="89079" y="283807"/>
                  </a:lnTo>
                  <a:cubicBezTo>
                    <a:pt x="89079" y="283807"/>
                    <a:pt x="-27829" y="99965"/>
                    <a:pt x="6216" y="51274"/>
                  </a:cubicBezTo>
                  <a:cubicBezTo>
                    <a:pt x="41674" y="657"/>
                    <a:pt x="71222" y="-9107"/>
                    <a:pt x="135843" y="733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93" name="Google Shape;393;g3f3ba1429e3_0_4271"/>
            <p:cNvSpPr/>
            <p:nvPr/>
          </p:nvSpPr>
          <p:spPr>
            <a:xfrm>
              <a:off x="6215246" y="2173077"/>
              <a:ext cx="211126" cy="283806"/>
            </a:xfrm>
            <a:custGeom>
              <a:rect b="b" l="l" r="r" t="t"/>
              <a:pathLst>
                <a:path extrusionOk="0" h="283806" w="211126">
                  <a:moveTo>
                    <a:pt x="135843" y="7337"/>
                  </a:moveTo>
                  <a:cubicBezTo>
                    <a:pt x="180165" y="18643"/>
                    <a:pt x="211127" y="200814"/>
                    <a:pt x="211127" y="200814"/>
                  </a:cubicBezTo>
                  <a:lnTo>
                    <a:pt x="89079" y="283807"/>
                  </a:lnTo>
                  <a:cubicBezTo>
                    <a:pt x="89079" y="283807"/>
                    <a:pt x="-27829" y="99965"/>
                    <a:pt x="6216" y="51274"/>
                  </a:cubicBezTo>
                  <a:cubicBezTo>
                    <a:pt x="41674" y="657"/>
                    <a:pt x="71222" y="-9107"/>
                    <a:pt x="135843" y="733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94" name="Google Shape;394;g3f3ba1429e3_0_4271"/>
            <p:cNvSpPr/>
            <p:nvPr/>
          </p:nvSpPr>
          <p:spPr>
            <a:xfrm>
              <a:off x="6215246" y="2173077"/>
              <a:ext cx="211126" cy="283806"/>
            </a:xfrm>
            <a:custGeom>
              <a:rect b="b" l="l" r="r" t="t"/>
              <a:pathLst>
                <a:path extrusionOk="0" h="283806" w="211126">
                  <a:moveTo>
                    <a:pt x="135843" y="7337"/>
                  </a:moveTo>
                  <a:cubicBezTo>
                    <a:pt x="180165" y="18643"/>
                    <a:pt x="211127" y="200814"/>
                    <a:pt x="211127" y="200814"/>
                  </a:cubicBezTo>
                  <a:lnTo>
                    <a:pt x="89079" y="283807"/>
                  </a:lnTo>
                  <a:cubicBezTo>
                    <a:pt x="89079" y="283807"/>
                    <a:pt x="-27829" y="99965"/>
                    <a:pt x="6216" y="51274"/>
                  </a:cubicBezTo>
                  <a:cubicBezTo>
                    <a:pt x="41674" y="657"/>
                    <a:pt x="71222" y="-9107"/>
                    <a:pt x="135843" y="7337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95" name="Google Shape;395;g3f3ba1429e3_0_4271"/>
            <p:cNvSpPr/>
            <p:nvPr/>
          </p:nvSpPr>
          <p:spPr>
            <a:xfrm>
              <a:off x="6312547" y="2221139"/>
              <a:ext cx="68603" cy="230091"/>
            </a:xfrm>
            <a:custGeom>
              <a:rect b="b" l="l" r="r" t="t"/>
              <a:pathLst>
                <a:path extrusionOk="0" h="230091" w="68603">
                  <a:moveTo>
                    <a:pt x="34559" y="0"/>
                  </a:moveTo>
                  <a:lnTo>
                    <a:pt x="68603" y="183585"/>
                  </a:lnTo>
                  <a:lnTo>
                    <a:pt x="0" y="230092"/>
                  </a:lnTo>
                  <a:lnTo>
                    <a:pt x="34559" y="0"/>
                  </a:lnTo>
                  <a:close/>
                </a:path>
              </a:pathLst>
            </a:custGeom>
            <a:solidFill>
              <a:srgbClr val="000000">
                <a:alpha val="27843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96" name="Google Shape;396;g3f3ba1429e3_0_4271"/>
            <p:cNvSpPr/>
            <p:nvPr/>
          </p:nvSpPr>
          <p:spPr>
            <a:xfrm>
              <a:off x="6693464" y="2310812"/>
              <a:ext cx="90957" cy="136905"/>
            </a:xfrm>
            <a:custGeom>
              <a:rect b="b" l="l" r="r" t="t"/>
              <a:pathLst>
                <a:path extrusionOk="0" h="136905" w="90957">
                  <a:moveTo>
                    <a:pt x="0" y="98152"/>
                  </a:moveTo>
                  <a:lnTo>
                    <a:pt x="40725" y="0"/>
                  </a:lnTo>
                  <a:lnTo>
                    <a:pt x="90957" y="98152"/>
                  </a:lnTo>
                  <a:cubicBezTo>
                    <a:pt x="90957" y="98152"/>
                    <a:pt x="58326" y="146971"/>
                    <a:pt x="15288" y="13502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97" name="Google Shape;397;g3f3ba1429e3_0_4271"/>
            <p:cNvSpPr/>
            <p:nvPr/>
          </p:nvSpPr>
          <p:spPr>
            <a:xfrm>
              <a:off x="6734061" y="2300663"/>
              <a:ext cx="109457" cy="108301"/>
            </a:xfrm>
            <a:custGeom>
              <a:rect b="b" l="l" r="r" t="t"/>
              <a:pathLst>
                <a:path extrusionOk="0" h="108301" w="109457">
                  <a:moveTo>
                    <a:pt x="44965" y="0"/>
                  </a:moveTo>
                  <a:lnTo>
                    <a:pt x="109457" y="25951"/>
                  </a:lnTo>
                  <a:lnTo>
                    <a:pt x="50361" y="108301"/>
                  </a:lnTo>
                  <a:lnTo>
                    <a:pt x="0" y="10149"/>
                  </a:lnTo>
                  <a:lnTo>
                    <a:pt x="44965" y="0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98" name="Google Shape;398;g3f3ba1429e3_0_4271"/>
            <p:cNvSpPr/>
            <p:nvPr/>
          </p:nvSpPr>
          <p:spPr>
            <a:xfrm>
              <a:off x="6111490" y="4998425"/>
              <a:ext cx="114724" cy="248848"/>
            </a:xfrm>
            <a:custGeom>
              <a:rect b="b" l="l" r="r" t="t"/>
              <a:pathLst>
                <a:path extrusionOk="0" h="248848" w="114724">
                  <a:moveTo>
                    <a:pt x="0" y="248849"/>
                  </a:moveTo>
                  <a:lnTo>
                    <a:pt x="107530" y="248849"/>
                  </a:lnTo>
                  <a:lnTo>
                    <a:pt x="114724" y="0"/>
                  </a:lnTo>
                  <a:lnTo>
                    <a:pt x="7194" y="0"/>
                  </a:lnTo>
                  <a:lnTo>
                    <a:pt x="0" y="248849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399" name="Google Shape;399;g3f3ba1429e3_0_4271"/>
            <p:cNvSpPr/>
            <p:nvPr/>
          </p:nvSpPr>
          <p:spPr>
            <a:xfrm>
              <a:off x="5390511" y="4711421"/>
              <a:ext cx="228164" cy="257455"/>
            </a:xfrm>
            <a:custGeom>
              <a:rect b="b" l="l" r="r" t="t"/>
              <a:pathLst>
                <a:path extrusionOk="0" h="257455" w="228164">
                  <a:moveTo>
                    <a:pt x="0" y="215317"/>
                  </a:moveTo>
                  <a:lnTo>
                    <a:pt x="98794" y="257456"/>
                  </a:lnTo>
                  <a:lnTo>
                    <a:pt x="228164" y="42138"/>
                  </a:lnTo>
                  <a:lnTo>
                    <a:pt x="129242" y="0"/>
                  </a:lnTo>
                  <a:lnTo>
                    <a:pt x="0" y="215317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0" name="Google Shape;400;g3f3ba1429e3_0_4271"/>
            <p:cNvSpPr/>
            <p:nvPr/>
          </p:nvSpPr>
          <p:spPr>
            <a:xfrm>
              <a:off x="5328819" y="4889676"/>
              <a:ext cx="267496" cy="237037"/>
            </a:xfrm>
            <a:custGeom>
              <a:rect b="b" l="l" r="r" t="t"/>
              <a:pathLst>
                <a:path extrusionOk="0" h="237037" w="267496">
                  <a:moveTo>
                    <a:pt x="179500" y="64556"/>
                  </a:moveTo>
                  <a:lnTo>
                    <a:pt x="76723" y="1348"/>
                  </a:lnTo>
                  <a:cubicBezTo>
                    <a:pt x="73085" y="-991"/>
                    <a:pt x="68267" y="-220"/>
                    <a:pt x="65546" y="3146"/>
                  </a:cubicBezTo>
                  <a:lnTo>
                    <a:pt x="3752" y="77274"/>
                  </a:lnTo>
                  <a:cubicBezTo>
                    <a:pt x="-2198" y="84777"/>
                    <a:pt x="-935" y="95684"/>
                    <a:pt x="6572" y="101645"/>
                  </a:cubicBezTo>
                  <a:cubicBezTo>
                    <a:pt x="7186" y="102120"/>
                    <a:pt x="7832" y="102570"/>
                    <a:pt x="8505" y="102968"/>
                  </a:cubicBezTo>
                  <a:cubicBezTo>
                    <a:pt x="44734" y="124423"/>
                    <a:pt x="63234" y="132902"/>
                    <a:pt x="108456" y="160652"/>
                  </a:cubicBezTo>
                  <a:cubicBezTo>
                    <a:pt x="136334" y="177867"/>
                    <a:pt x="175132" y="205616"/>
                    <a:pt x="213545" y="229255"/>
                  </a:cubicBezTo>
                  <a:cubicBezTo>
                    <a:pt x="251958" y="252894"/>
                    <a:pt x="277780" y="216408"/>
                    <a:pt x="263520" y="202919"/>
                  </a:cubicBezTo>
                  <a:cubicBezTo>
                    <a:pt x="201212" y="143436"/>
                    <a:pt x="203010" y="115173"/>
                    <a:pt x="191319" y="79972"/>
                  </a:cubicBezTo>
                  <a:cubicBezTo>
                    <a:pt x="189379" y="73574"/>
                    <a:pt x="185178" y="68088"/>
                    <a:pt x="179500" y="645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1" name="Google Shape;401;g3f3ba1429e3_0_4271"/>
            <p:cNvSpPr/>
            <p:nvPr/>
          </p:nvSpPr>
          <p:spPr>
            <a:xfrm>
              <a:off x="6079469" y="5234811"/>
              <a:ext cx="318146" cy="122561"/>
            </a:xfrm>
            <a:custGeom>
              <a:rect b="b" l="l" r="r" t="t"/>
              <a:pathLst>
                <a:path extrusionOk="0" h="122561" w="318146">
                  <a:moveTo>
                    <a:pt x="143149" y="1"/>
                  </a:moveTo>
                  <a:lnTo>
                    <a:pt x="22515" y="1"/>
                  </a:lnTo>
                  <a:cubicBezTo>
                    <a:pt x="18224" y="-51"/>
                    <a:pt x="14550" y="3071"/>
                    <a:pt x="13907" y="7323"/>
                  </a:cubicBezTo>
                  <a:lnTo>
                    <a:pt x="161" y="102906"/>
                  </a:lnTo>
                  <a:cubicBezTo>
                    <a:pt x="-1124" y="112258"/>
                    <a:pt x="5428" y="120866"/>
                    <a:pt x="14768" y="122151"/>
                  </a:cubicBezTo>
                  <a:cubicBezTo>
                    <a:pt x="15680" y="122279"/>
                    <a:pt x="16592" y="122331"/>
                    <a:pt x="17504" y="122305"/>
                  </a:cubicBezTo>
                  <a:cubicBezTo>
                    <a:pt x="59643" y="121663"/>
                    <a:pt x="79941" y="119093"/>
                    <a:pt x="133128" y="119093"/>
                  </a:cubicBezTo>
                  <a:cubicBezTo>
                    <a:pt x="165760" y="119093"/>
                    <a:pt x="233336" y="122562"/>
                    <a:pt x="278429" y="122562"/>
                  </a:cubicBezTo>
                  <a:cubicBezTo>
                    <a:pt x="323522" y="122562"/>
                    <a:pt x="325835" y="77982"/>
                    <a:pt x="307078" y="73871"/>
                  </a:cubicBezTo>
                  <a:cubicBezTo>
                    <a:pt x="222930" y="55757"/>
                    <a:pt x="189784" y="30834"/>
                    <a:pt x="161392" y="7066"/>
                  </a:cubicBezTo>
                  <a:cubicBezTo>
                    <a:pt x="156369" y="2583"/>
                    <a:pt x="149881" y="77"/>
                    <a:pt x="14314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2" name="Google Shape;402;g3f3ba1429e3_0_4271"/>
            <p:cNvSpPr/>
            <p:nvPr/>
          </p:nvSpPr>
          <p:spPr>
            <a:xfrm>
              <a:off x="6114959" y="4998554"/>
              <a:ext cx="111127" cy="128214"/>
            </a:xfrm>
            <a:custGeom>
              <a:rect b="b" l="l" r="r" t="t"/>
              <a:pathLst>
                <a:path extrusionOk="0" h="128214" w="111127">
                  <a:moveTo>
                    <a:pt x="111128" y="0"/>
                  </a:moveTo>
                  <a:lnTo>
                    <a:pt x="107530" y="128214"/>
                  </a:lnTo>
                  <a:lnTo>
                    <a:pt x="0" y="128214"/>
                  </a:lnTo>
                  <a:lnTo>
                    <a:pt x="3726" y="0"/>
                  </a:lnTo>
                  <a:lnTo>
                    <a:pt x="111128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3" name="Google Shape;403;g3f3ba1429e3_0_4271"/>
            <p:cNvSpPr/>
            <p:nvPr/>
          </p:nvSpPr>
          <p:spPr>
            <a:xfrm>
              <a:off x="5453076" y="4711549"/>
              <a:ext cx="165470" cy="153008"/>
            </a:xfrm>
            <a:custGeom>
              <a:rect b="b" l="l" r="r" t="t"/>
              <a:pathLst>
                <a:path extrusionOk="0" h="153008" w="165470">
                  <a:moveTo>
                    <a:pt x="66676" y="0"/>
                  </a:moveTo>
                  <a:lnTo>
                    <a:pt x="165471" y="42010"/>
                  </a:lnTo>
                  <a:lnTo>
                    <a:pt x="98794" y="153009"/>
                  </a:lnTo>
                  <a:lnTo>
                    <a:pt x="0" y="110871"/>
                  </a:lnTo>
                  <a:lnTo>
                    <a:pt x="66676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4" name="Google Shape;404;g3f3ba1429e3_0_4271"/>
            <p:cNvSpPr/>
            <p:nvPr/>
          </p:nvSpPr>
          <p:spPr>
            <a:xfrm>
              <a:off x="5785816" y="2149356"/>
              <a:ext cx="578119" cy="679450"/>
            </a:xfrm>
            <a:custGeom>
              <a:rect b="b" l="l" r="r" t="t"/>
              <a:pathLst>
                <a:path extrusionOk="0" h="679450" w="578119">
                  <a:moveTo>
                    <a:pt x="565272" y="31058"/>
                  </a:moveTo>
                  <a:cubicBezTo>
                    <a:pt x="565272" y="31058"/>
                    <a:pt x="616661" y="49044"/>
                    <a:pt x="513884" y="679451"/>
                  </a:cubicBezTo>
                  <a:lnTo>
                    <a:pt x="77083" y="679451"/>
                  </a:lnTo>
                  <a:cubicBezTo>
                    <a:pt x="84406" y="501904"/>
                    <a:pt x="84662" y="392447"/>
                    <a:pt x="0" y="27975"/>
                  </a:cubicBezTo>
                  <a:cubicBezTo>
                    <a:pt x="61075" y="15346"/>
                    <a:pt x="122998" y="7188"/>
                    <a:pt x="185255" y="3565"/>
                  </a:cubicBezTo>
                  <a:cubicBezTo>
                    <a:pt x="251251" y="-1188"/>
                    <a:pt x="317490" y="-1188"/>
                    <a:pt x="383486" y="3565"/>
                  </a:cubicBezTo>
                  <a:cubicBezTo>
                    <a:pt x="468791" y="11273"/>
                    <a:pt x="565272" y="31058"/>
                    <a:pt x="565272" y="31058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5" name="Google Shape;405;g3f3ba1429e3_0_4271"/>
            <p:cNvSpPr/>
            <p:nvPr/>
          </p:nvSpPr>
          <p:spPr>
            <a:xfrm>
              <a:off x="5785816" y="2149356"/>
              <a:ext cx="578119" cy="679450"/>
            </a:xfrm>
            <a:custGeom>
              <a:rect b="b" l="l" r="r" t="t"/>
              <a:pathLst>
                <a:path extrusionOk="0" h="679450" w="578119">
                  <a:moveTo>
                    <a:pt x="565272" y="31058"/>
                  </a:moveTo>
                  <a:cubicBezTo>
                    <a:pt x="565272" y="31058"/>
                    <a:pt x="616661" y="49044"/>
                    <a:pt x="513884" y="679451"/>
                  </a:cubicBezTo>
                  <a:lnTo>
                    <a:pt x="77083" y="679451"/>
                  </a:lnTo>
                  <a:cubicBezTo>
                    <a:pt x="84406" y="501904"/>
                    <a:pt x="84662" y="392447"/>
                    <a:pt x="0" y="27975"/>
                  </a:cubicBezTo>
                  <a:cubicBezTo>
                    <a:pt x="61075" y="15346"/>
                    <a:pt x="122998" y="7188"/>
                    <a:pt x="185255" y="3565"/>
                  </a:cubicBezTo>
                  <a:cubicBezTo>
                    <a:pt x="251251" y="-1188"/>
                    <a:pt x="317490" y="-1188"/>
                    <a:pt x="383486" y="3565"/>
                  </a:cubicBezTo>
                  <a:cubicBezTo>
                    <a:pt x="468791" y="11273"/>
                    <a:pt x="565272" y="31058"/>
                    <a:pt x="565272" y="31058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6" name="Google Shape;406;g3f3ba1429e3_0_4271"/>
            <p:cNvSpPr/>
            <p:nvPr/>
          </p:nvSpPr>
          <p:spPr>
            <a:xfrm>
              <a:off x="5947176" y="2149315"/>
              <a:ext cx="263620" cy="91866"/>
            </a:xfrm>
            <a:custGeom>
              <a:rect b="b" l="l" r="r" t="t"/>
              <a:pathLst>
                <a:path extrusionOk="0" h="91866" w="263620">
                  <a:moveTo>
                    <a:pt x="24153" y="3478"/>
                  </a:moveTo>
                  <a:cubicBezTo>
                    <a:pt x="90148" y="-1159"/>
                    <a:pt x="156388" y="-1159"/>
                    <a:pt x="222383" y="3478"/>
                  </a:cubicBezTo>
                  <a:cubicBezTo>
                    <a:pt x="233046" y="4506"/>
                    <a:pt x="243966" y="5662"/>
                    <a:pt x="254758" y="6947"/>
                  </a:cubicBezTo>
                  <a:cubicBezTo>
                    <a:pt x="263867" y="20629"/>
                    <a:pt x="266089" y="37767"/>
                    <a:pt x="260796" y="53325"/>
                  </a:cubicBezTo>
                  <a:cubicBezTo>
                    <a:pt x="246793" y="87884"/>
                    <a:pt x="196561" y="91867"/>
                    <a:pt x="160075" y="91867"/>
                  </a:cubicBezTo>
                  <a:cubicBezTo>
                    <a:pt x="25052" y="91867"/>
                    <a:pt x="2184" y="12985"/>
                    <a:pt x="1285" y="9645"/>
                  </a:cubicBezTo>
                  <a:lnTo>
                    <a:pt x="0" y="48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7" name="Google Shape;407;g3f3ba1429e3_0_4271"/>
            <p:cNvSpPr/>
            <p:nvPr/>
          </p:nvSpPr>
          <p:spPr>
            <a:xfrm>
              <a:off x="5971328" y="1929767"/>
              <a:ext cx="215950" cy="287389"/>
            </a:xfrm>
            <a:custGeom>
              <a:rect b="b" l="l" r="r" t="t"/>
              <a:pathLst>
                <a:path extrusionOk="0" h="287389" w="215950">
                  <a:moveTo>
                    <a:pt x="19656" y="0"/>
                  </a:moveTo>
                  <a:cubicBezTo>
                    <a:pt x="32503" y="64235"/>
                    <a:pt x="44708" y="180630"/>
                    <a:pt x="0" y="223154"/>
                  </a:cubicBezTo>
                  <a:cubicBezTo>
                    <a:pt x="0" y="223154"/>
                    <a:pt x="17472" y="287390"/>
                    <a:pt x="135922" y="287390"/>
                  </a:cubicBezTo>
                  <a:cubicBezTo>
                    <a:pt x="266192" y="287390"/>
                    <a:pt x="198231" y="223154"/>
                    <a:pt x="198231" y="223154"/>
                  </a:cubicBezTo>
                  <a:cubicBezTo>
                    <a:pt x="127058" y="206196"/>
                    <a:pt x="128985" y="153394"/>
                    <a:pt x="141318" y="10393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8" name="Google Shape;408;g3f3ba1429e3_0_4271"/>
            <p:cNvSpPr/>
            <p:nvPr/>
          </p:nvSpPr>
          <p:spPr>
            <a:xfrm>
              <a:off x="5958353" y="1884417"/>
              <a:ext cx="82992" cy="216216"/>
            </a:xfrm>
            <a:custGeom>
              <a:rect b="b" l="l" r="r" t="t"/>
              <a:pathLst>
                <a:path extrusionOk="0" h="216216" w="82992">
                  <a:moveTo>
                    <a:pt x="45607" y="0"/>
                  </a:moveTo>
                  <a:cubicBezTo>
                    <a:pt x="30319" y="50489"/>
                    <a:pt x="51517" y="169967"/>
                    <a:pt x="82992" y="216217"/>
                  </a:cubicBezTo>
                  <a:cubicBezTo>
                    <a:pt x="20941" y="180630"/>
                    <a:pt x="0" y="72201"/>
                    <a:pt x="0" y="7220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09" name="Google Shape;409;g3f3ba1429e3_0_4271"/>
            <p:cNvSpPr/>
            <p:nvPr/>
          </p:nvSpPr>
          <p:spPr>
            <a:xfrm>
              <a:off x="6038240" y="1972163"/>
              <a:ext cx="74406" cy="96610"/>
            </a:xfrm>
            <a:custGeom>
              <a:rect b="b" l="l" r="r" t="t"/>
              <a:pathLst>
                <a:path extrusionOk="0" h="96610" w="74406">
                  <a:moveTo>
                    <a:pt x="2334" y="0"/>
                  </a:moveTo>
                  <a:lnTo>
                    <a:pt x="74406" y="61409"/>
                  </a:lnTo>
                  <a:cubicBezTo>
                    <a:pt x="71246" y="72920"/>
                    <a:pt x="69178" y="84714"/>
                    <a:pt x="68240" y="96610"/>
                  </a:cubicBezTo>
                  <a:cubicBezTo>
                    <a:pt x="41132" y="92627"/>
                    <a:pt x="4004" y="62822"/>
                    <a:pt x="921" y="34430"/>
                  </a:cubicBezTo>
                  <a:cubicBezTo>
                    <a:pt x="-672" y="22958"/>
                    <a:pt x="-197" y="11305"/>
                    <a:pt x="2334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0" name="Google Shape;410;g3f3ba1429e3_0_4271"/>
            <p:cNvSpPr/>
            <p:nvPr/>
          </p:nvSpPr>
          <p:spPr>
            <a:xfrm>
              <a:off x="5927767" y="1635072"/>
              <a:ext cx="322889" cy="403121"/>
            </a:xfrm>
            <a:custGeom>
              <a:rect b="b" l="l" r="r" t="t"/>
              <a:pathLst>
                <a:path extrusionOk="0" h="403121" w="322889">
                  <a:moveTo>
                    <a:pt x="4378" y="180870"/>
                  </a:moveTo>
                  <a:cubicBezTo>
                    <a:pt x="29301" y="284546"/>
                    <a:pt x="37523" y="328997"/>
                    <a:pt x="99960" y="373577"/>
                  </a:cubicBezTo>
                  <a:cubicBezTo>
                    <a:pt x="193873" y="440510"/>
                    <a:pt x="315792" y="387323"/>
                    <a:pt x="322344" y="278251"/>
                  </a:cubicBezTo>
                  <a:cubicBezTo>
                    <a:pt x="328253" y="180099"/>
                    <a:pt x="286629" y="27090"/>
                    <a:pt x="176786" y="3452"/>
                  </a:cubicBezTo>
                  <a:cubicBezTo>
                    <a:pt x="98354" y="-13866"/>
                    <a:pt x="20745" y="35672"/>
                    <a:pt x="3427" y="114104"/>
                  </a:cubicBezTo>
                  <a:cubicBezTo>
                    <a:pt x="-1442" y="136137"/>
                    <a:pt x="-1121" y="158992"/>
                    <a:pt x="4378" y="18087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1" name="Google Shape;411;g3f3ba1429e3_0_4271"/>
            <p:cNvSpPr/>
            <p:nvPr/>
          </p:nvSpPr>
          <p:spPr>
            <a:xfrm>
              <a:off x="5979808" y="2828550"/>
              <a:ext cx="397583" cy="2273165"/>
            </a:xfrm>
            <a:custGeom>
              <a:rect b="b" l="l" r="r" t="t"/>
              <a:pathLst>
                <a:path extrusionOk="0" h="2273165" w="397583">
                  <a:moveTo>
                    <a:pt x="320021" y="257"/>
                  </a:moveTo>
                  <a:cubicBezTo>
                    <a:pt x="320021" y="257"/>
                    <a:pt x="404684" y="827867"/>
                    <a:pt x="397104" y="1155468"/>
                  </a:cubicBezTo>
                  <a:cubicBezTo>
                    <a:pt x="389781" y="1496173"/>
                    <a:pt x="264907" y="2273166"/>
                    <a:pt x="264907" y="2273166"/>
                  </a:cubicBezTo>
                  <a:lnTo>
                    <a:pt x="119735" y="2273166"/>
                  </a:lnTo>
                  <a:cubicBezTo>
                    <a:pt x="119735" y="2273166"/>
                    <a:pt x="142731" y="1515829"/>
                    <a:pt x="129884" y="1181162"/>
                  </a:cubicBezTo>
                  <a:cubicBezTo>
                    <a:pt x="115881" y="81630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2" name="Google Shape;412;g3f3ba1429e3_0_4271"/>
            <p:cNvSpPr/>
            <p:nvPr/>
          </p:nvSpPr>
          <p:spPr>
            <a:xfrm>
              <a:off x="5979808" y="2828550"/>
              <a:ext cx="397583" cy="2273165"/>
            </a:xfrm>
            <a:custGeom>
              <a:rect b="b" l="l" r="r" t="t"/>
              <a:pathLst>
                <a:path extrusionOk="0" h="2273165" w="397583">
                  <a:moveTo>
                    <a:pt x="320021" y="257"/>
                  </a:moveTo>
                  <a:cubicBezTo>
                    <a:pt x="320021" y="257"/>
                    <a:pt x="404684" y="827867"/>
                    <a:pt x="397104" y="1155468"/>
                  </a:cubicBezTo>
                  <a:cubicBezTo>
                    <a:pt x="389781" y="1496173"/>
                    <a:pt x="264907" y="2273166"/>
                    <a:pt x="264907" y="2273166"/>
                  </a:cubicBezTo>
                  <a:lnTo>
                    <a:pt x="119735" y="2273166"/>
                  </a:lnTo>
                  <a:cubicBezTo>
                    <a:pt x="119735" y="2273166"/>
                    <a:pt x="142731" y="1515829"/>
                    <a:pt x="129884" y="1181162"/>
                  </a:cubicBezTo>
                  <a:cubicBezTo>
                    <a:pt x="115881" y="81630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3" name="Google Shape;413;g3f3ba1429e3_0_4271"/>
            <p:cNvSpPr/>
            <p:nvPr/>
          </p:nvSpPr>
          <p:spPr>
            <a:xfrm>
              <a:off x="6079501" y="5046088"/>
              <a:ext cx="190907" cy="61023"/>
            </a:xfrm>
            <a:custGeom>
              <a:rect b="b" l="l" r="r" t="t"/>
              <a:pathLst>
                <a:path extrusionOk="0" h="61023" w="190907">
                  <a:moveTo>
                    <a:pt x="7965" y="61024"/>
                  </a:moveTo>
                  <a:lnTo>
                    <a:pt x="178318" y="61024"/>
                  </a:lnTo>
                  <a:lnTo>
                    <a:pt x="190908" y="6680"/>
                  </a:lnTo>
                  <a:lnTo>
                    <a:pt x="0" y="0"/>
                  </a:lnTo>
                  <a:lnTo>
                    <a:pt x="7965" y="61024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4" name="Google Shape;414;g3f3ba1429e3_0_4271"/>
            <p:cNvSpPr/>
            <p:nvPr/>
          </p:nvSpPr>
          <p:spPr>
            <a:xfrm>
              <a:off x="6017449" y="2983675"/>
              <a:ext cx="146139" cy="806223"/>
            </a:xfrm>
            <a:custGeom>
              <a:rect b="b" l="l" r="r" t="t"/>
              <a:pathLst>
                <a:path extrusionOk="0" h="806223" w="146139">
                  <a:moveTo>
                    <a:pt x="94169" y="51071"/>
                  </a:moveTo>
                  <a:cubicBezTo>
                    <a:pt x="201314" y="266645"/>
                    <a:pt x="115624" y="659895"/>
                    <a:pt x="77725" y="806224"/>
                  </a:cubicBezTo>
                  <a:cubicBezTo>
                    <a:pt x="58326" y="586538"/>
                    <a:pt x="25566" y="318034"/>
                    <a:pt x="0" y="120574"/>
                  </a:cubicBezTo>
                  <a:cubicBezTo>
                    <a:pt x="16187" y="9575"/>
                    <a:pt x="44708" y="-48365"/>
                    <a:pt x="94169" y="5107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5" name="Google Shape;415;g3f3ba1429e3_0_4271"/>
            <p:cNvSpPr/>
            <p:nvPr/>
          </p:nvSpPr>
          <p:spPr>
            <a:xfrm>
              <a:off x="5450764" y="2828807"/>
              <a:ext cx="733826" cy="2023032"/>
            </a:xfrm>
            <a:custGeom>
              <a:rect b="b" l="l" r="r" t="t"/>
              <a:pathLst>
                <a:path extrusionOk="0" h="2023032" w="733826">
                  <a:moveTo>
                    <a:pt x="733826" y="0"/>
                  </a:moveTo>
                  <a:cubicBezTo>
                    <a:pt x="733826" y="0"/>
                    <a:pt x="634904" y="860756"/>
                    <a:pt x="560262" y="1136583"/>
                  </a:cubicBezTo>
                  <a:cubicBezTo>
                    <a:pt x="471745" y="1464569"/>
                    <a:pt x="134766" y="2023033"/>
                    <a:pt x="134766" y="2023033"/>
                  </a:cubicBezTo>
                  <a:lnTo>
                    <a:pt x="0" y="1965734"/>
                  </a:lnTo>
                  <a:cubicBezTo>
                    <a:pt x="0" y="1965734"/>
                    <a:pt x="208508" y="1331602"/>
                    <a:pt x="276341" y="1158808"/>
                  </a:cubicBezTo>
                  <a:cubicBezTo>
                    <a:pt x="420871" y="790097"/>
                    <a:pt x="297153" y="240626"/>
                    <a:pt x="412649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6" name="Google Shape;416;g3f3ba1429e3_0_4271"/>
            <p:cNvSpPr/>
            <p:nvPr/>
          </p:nvSpPr>
          <p:spPr>
            <a:xfrm>
              <a:off x="5450764" y="2828807"/>
              <a:ext cx="733826" cy="2023032"/>
            </a:xfrm>
            <a:custGeom>
              <a:rect b="b" l="l" r="r" t="t"/>
              <a:pathLst>
                <a:path extrusionOk="0" h="2023032" w="733826">
                  <a:moveTo>
                    <a:pt x="733826" y="0"/>
                  </a:moveTo>
                  <a:cubicBezTo>
                    <a:pt x="733826" y="0"/>
                    <a:pt x="634904" y="860756"/>
                    <a:pt x="560262" y="1136583"/>
                  </a:cubicBezTo>
                  <a:cubicBezTo>
                    <a:pt x="471745" y="1464569"/>
                    <a:pt x="134766" y="2023033"/>
                    <a:pt x="134766" y="2023033"/>
                  </a:cubicBezTo>
                  <a:lnTo>
                    <a:pt x="0" y="1965734"/>
                  </a:lnTo>
                  <a:cubicBezTo>
                    <a:pt x="0" y="1965734"/>
                    <a:pt x="208508" y="1331602"/>
                    <a:pt x="276341" y="1158808"/>
                  </a:cubicBezTo>
                  <a:cubicBezTo>
                    <a:pt x="420871" y="790097"/>
                    <a:pt x="297153" y="240626"/>
                    <a:pt x="412649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7" name="Google Shape;417;g3f3ba1429e3_0_4271"/>
            <p:cNvSpPr/>
            <p:nvPr/>
          </p:nvSpPr>
          <p:spPr>
            <a:xfrm>
              <a:off x="5432136" y="4728508"/>
              <a:ext cx="207480" cy="137592"/>
            </a:xfrm>
            <a:custGeom>
              <a:rect b="b" l="l" r="r" t="t"/>
              <a:pathLst>
                <a:path extrusionOk="0" h="137592" w="207480">
                  <a:moveTo>
                    <a:pt x="0" y="66419"/>
                  </a:moveTo>
                  <a:lnTo>
                    <a:pt x="167269" y="137592"/>
                  </a:lnTo>
                  <a:lnTo>
                    <a:pt x="207481" y="92627"/>
                  </a:lnTo>
                  <a:lnTo>
                    <a:pt x="14517" y="0"/>
                  </a:lnTo>
                  <a:lnTo>
                    <a:pt x="0" y="66419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8" name="Google Shape;418;g3f3ba1429e3_0_4271"/>
            <p:cNvSpPr/>
            <p:nvPr/>
          </p:nvSpPr>
          <p:spPr>
            <a:xfrm>
              <a:off x="6096353" y="1799925"/>
              <a:ext cx="21175" cy="31160"/>
            </a:xfrm>
            <a:custGeom>
              <a:rect b="b" l="l" r="r" t="t"/>
              <a:pathLst>
                <a:path extrusionOk="0" h="31160" w="21175">
                  <a:moveTo>
                    <a:pt x="620" y="17431"/>
                  </a:moveTo>
                  <a:cubicBezTo>
                    <a:pt x="2162" y="25910"/>
                    <a:pt x="7815" y="32076"/>
                    <a:pt x="13467" y="31049"/>
                  </a:cubicBezTo>
                  <a:cubicBezTo>
                    <a:pt x="19120" y="30021"/>
                    <a:pt x="22332" y="22313"/>
                    <a:pt x="20790" y="13834"/>
                  </a:cubicBezTo>
                  <a:cubicBezTo>
                    <a:pt x="19249" y="5354"/>
                    <a:pt x="13596" y="-812"/>
                    <a:pt x="7943" y="87"/>
                  </a:cubicBezTo>
                  <a:cubicBezTo>
                    <a:pt x="2290" y="986"/>
                    <a:pt x="-1564" y="8823"/>
                    <a:pt x="620" y="1743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19" name="Google Shape;419;g3f3ba1429e3_0_4271"/>
            <p:cNvSpPr/>
            <p:nvPr/>
          </p:nvSpPr>
          <p:spPr>
            <a:xfrm>
              <a:off x="6192436" y="1782966"/>
              <a:ext cx="21050" cy="31160"/>
            </a:xfrm>
            <a:custGeom>
              <a:rect b="b" l="l" r="r" t="t"/>
              <a:pathLst>
                <a:path extrusionOk="0" h="31160" w="21050">
                  <a:moveTo>
                    <a:pt x="376" y="17431"/>
                  </a:moveTo>
                  <a:cubicBezTo>
                    <a:pt x="1789" y="25910"/>
                    <a:pt x="7570" y="32076"/>
                    <a:pt x="13223" y="31049"/>
                  </a:cubicBezTo>
                  <a:cubicBezTo>
                    <a:pt x="18876" y="30021"/>
                    <a:pt x="22216" y="22313"/>
                    <a:pt x="20674" y="13833"/>
                  </a:cubicBezTo>
                  <a:cubicBezTo>
                    <a:pt x="19133" y="5354"/>
                    <a:pt x="13480" y="-812"/>
                    <a:pt x="7827" y="87"/>
                  </a:cubicBezTo>
                  <a:cubicBezTo>
                    <a:pt x="2175" y="986"/>
                    <a:pt x="-1166" y="8823"/>
                    <a:pt x="376" y="1743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20" name="Google Shape;420;g3f3ba1429e3_0_4271"/>
            <p:cNvSpPr/>
            <p:nvPr/>
          </p:nvSpPr>
          <p:spPr>
            <a:xfrm>
              <a:off x="6197823" y="1774446"/>
              <a:ext cx="19399" cy="11799"/>
            </a:xfrm>
            <a:custGeom>
              <a:rect b="b" l="l" r="r" t="t"/>
              <a:pathLst>
                <a:path extrusionOk="0" h="11799" w="19399">
                  <a:moveTo>
                    <a:pt x="0" y="9635"/>
                  </a:moveTo>
                  <a:lnTo>
                    <a:pt x="19399" y="0"/>
                  </a:lnTo>
                  <a:cubicBezTo>
                    <a:pt x="19399" y="0"/>
                    <a:pt x="11691" y="17857"/>
                    <a:pt x="0" y="963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21" name="Google Shape;421;g3f3ba1429e3_0_4271"/>
            <p:cNvSpPr/>
            <p:nvPr/>
          </p:nvSpPr>
          <p:spPr>
            <a:xfrm>
              <a:off x="6169816" y="1819539"/>
              <a:ext cx="40082" cy="60223"/>
            </a:xfrm>
            <a:custGeom>
              <a:rect b="b" l="l" r="r" t="t"/>
              <a:pathLst>
                <a:path extrusionOk="0" h="60223" w="40082">
                  <a:moveTo>
                    <a:pt x="0" y="0"/>
                  </a:moveTo>
                  <a:cubicBezTo>
                    <a:pt x="11036" y="18127"/>
                    <a:pt x="24525" y="34649"/>
                    <a:pt x="40083" y="49076"/>
                  </a:cubicBezTo>
                  <a:cubicBezTo>
                    <a:pt x="32362" y="56887"/>
                    <a:pt x="21609" y="60921"/>
                    <a:pt x="10663" y="60125"/>
                  </a:cubicBezTo>
                  <a:close/>
                </a:path>
              </a:pathLst>
            </a:custGeom>
            <a:solidFill>
              <a:srgbClr val="ED847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22" name="Google Shape;422;g3f3ba1429e3_0_4271"/>
            <p:cNvSpPr/>
            <p:nvPr/>
          </p:nvSpPr>
          <p:spPr>
            <a:xfrm>
              <a:off x="6091303" y="1896018"/>
              <a:ext cx="67491" cy="23860"/>
            </a:xfrm>
            <a:custGeom>
              <a:rect b="b" l="l" r="r" t="t"/>
              <a:pathLst>
                <a:path extrusionOk="0" h="23860" w="67491">
                  <a:moveTo>
                    <a:pt x="50506" y="23857"/>
                  </a:moveTo>
                  <a:cubicBezTo>
                    <a:pt x="55375" y="23844"/>
                    <a:pt x="60231" y="23420"/>
                    <a:pt x="65023" y="22572"/>
                  </a:cubicBezTo>
                  <a:cubicBezTo>
                    <a:pt x="66436" y="22521"/>
                    <a:pt x="67541" y="21313"/>
                    <a:pt x="67490" y="19900"/>
                  </a:cubicBezTo>
                  <a:cubicBezTo>
                    <a:pt x="67426" y="18487"/>
                    <a:pt x="66231" y="17382"/>
                    <a:pt x="64818" y="17433"/>
                  </a:cubicBezTo>
                  <a:cubicBezTo>
                    <a:pt x="64586" y="17446"/>
                    <a:pt x="64342" y="17485"/>
                    <a:pt x="64124" y="17562"/>
                  </a:cubicBezTo>
                  <a:cubicBezTo>
                    <a:pt x="42669" y="21840"/>
                    <a:pt x="20457" y="15583"/>
                    <a:pt x="4385" y="732"/>
                  </a:cubicBezTo>
                  <a:cubicBezTo>
                    <a:pt x="3383" y="-244"/>
                    <a:pt x="1790" y="-244"/>
                    <a:pt x="788" y="732"/>
                  </a:cubicBezTo>
                  <a:cubicBezTo>
                    <a:pt x="-202" y="1644"/>
                    <a:pt x="-266" y="3186"/>
                    <a:pt x="634" y="4175"/>
                  </a:cubicBezTo>
                  <a:cubicBezTo>
                    <a:pt x="685" y="4227"/>
                    <a:pt x="736" y="4278"/>
                    <a:pt x="788" y="4329"/>
                  </a:cubicBezTo>
                  <a:cubicBezTo>
                    <a:pt x="14200" y="17048"/>
                    <a:pt x="32032" y="24050"/>
                    <a:pt x="50506" y="2385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23" name="Google Shape;423;g3f3ba1429e3_0_4271"/>
            <p:cNvSpPr/>
            <p:nvPr/>
          </p:nvSpPr>
          <p:spPr>
            <a:xfrm>
              <a:off x="5908606" y="1610137"/>
              <a:ext cx="294719" cy="280960"/>
            </a:xfrm>
            <a:custGeom>
              <a:rect b="b" l="l" r="r" t="t"/>
              <a:pathLst>
                <a:path extrusionOk="0" h="280960" w="294719">
                  <a:moveTo>
                    <a:pt x="59896" y="145038"/>
                  </a:moveTo>
                  <a:cubicBezTo>
                    <a:pt x="62710" y="172364"/>
                    <a:pt x="67001" y="199510"/>
                    <a:pt x="72744" y="226360"/>
                  </a:cubicBezTo>
                  <a:cubicBezTo>
                    <a:pt x="72744" y="226360"/>
                    <a:pt x="136979" y="145038"/>
                    <a:pt x="147642" y="101486"/>
                  </a:cubicBezTo>
                  <a:cubicBezTo>
                    <a:pt x="145098" y="118637"/>
                    <a:pt x="140114" y="135325"/>
                    <a:pt x="132868" y="151076"/>
                  </a:cubicBezTo>
                  <a:cubicBezTo>
                    <a:pt x="132868" y="151076"/>
                    <a:pt x="219329" y="132191"/>
                    <a:pt x="227808" y="75150"/>
                  </a:cubicBezTo>
                  <a:cubicBezTo>
                    <a:pt x="227667" y="100690"/>
                    <a:pt x="224815" y="126140"/>
                    <a:pt x="219329" y="151076"/>
                  </a:cubicBezTo>
                  <a:cubicBezTo>
                    <a:pt x="219329" y="151076"/>
                    <a:pt x="301807" y="118701"/>
                    <a:pt x="294228" y="63973"/>
                  </a:cubicBezTo>
                  <a:cubicBezTo>
                    <a:pt x="286648" y="9244"/>
                    <a:pt x="159975" y="-11954"/>
                    <a:pt x="101521" y="6546"/>
                  </a:cubicBezTo>
                  <a:cubicBezTo>
                    <a:pt x="43067" y="25046"/>
                    <a:pt x="-14103" y="85042"/>
                    <a:pt x="3112" y="167520"/>
                  </a:cubicBezTo>
                  <a:cubicBezTo>
                    <a:pt x="20327" y="249999"/>
                    <a:pt x="53345" y="280960"/>
                    <a:pt x="53345" y="280960"/>
                  </a:cubicBezTo>
                  <a:cubicBezTo>
                    <a:pt x="53345" y="280960"/>
                    <a:pt x="29577" y="197840"/>
                    <a:pt x="59896" y="14503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24" name="Google Shape;424;g3f3ba1429e3_0_4271"/>
            <p:cNvSpPr/>
            <p:nvPr/>
          </p:nvSpPr>
          <p:spPr>
            <a:xfrm>
              <a:off x="5924055" y="1843557"/>
              <a:ext cx="82997" cy="95092"/>
            </a:xfrm>
            <a:custGeom>
              <a:rect b="b" l="l" r="r" t="t"/>
              <a:pathLst>
                <a:path extrusionOk="0" h="95092" w="82997">
                  <a:moveTo>
                    <a:pt x="3593" y="50495"/>
                  </a:moveTo>
                  <a:cubicBezTo>
                    <a:pt x="11520" y="69522"/>
                    <a:pt x="26679" y="84630"/>
                    <a:pt x="45731" y="92505"/>
                  </a:cubicBezTo>
                  <a:cubicBezTo>
                    <a:pt x="71426" y="102783"/>
                    <a:pt x="86714" y="80814"/>
                    <a:pt x="82217" y="55377"/>
                  </a:cubicBezTo>
                  <a:cubicBezTo>
                    <a:pt x="78235" y="32381"/>
                    <a:pt x="60120" y="-508"/>
                    <a:pt x="33527" y="6"/>
                  </a:cubicBezTo>
                  <a:cubicBezTo>
                    <a:pt x="14179" y="867"/>
                    <a:pt x="-814" y="17247"/>
                    <a:pt x="34" y="36595"/>
                  </a:cubicBezTo>
                  <a:cubicBezTo>
                    <a:pt x="253" y="41425"/>
                    <a:pt x="1460" y="46153"/>
                    <a:pt x="3593" y="5049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25" name="Google Shape;425;g3f3ba1429e3_0_4271"/>
            <p:cNvSpPr/>
            <p:nvPr/>
          </p:nvSpPr>
          <p:spPr>
            <a:xfrm>
              <a:off x="5941652" y="1715606"/>
              <a:ext cx="89929" cy="214161"/>
            </a:xfrm>
            <a:custGeom>
              <a:rect b="b" l="l" r="r" t="t"/>
              <a:pathLst>
                <a:path extrusionOk="0" h="214161" w="89929">
                  <a:moveTo>
                    <a:pt x="42395" y="0"/>
                  </a:moveTo>
                  <a:cubicBezTo>
                    <a:pt x="29548" y="51388"/>
                    <a:pt x="56270" y="169582"/>
                    <a:pt x="89930" y="214161"/>
                  </a:cubicBezTo>
                  <a:cubicBezTo>
                    <a:pt x="25694" y="181658"/>
                    <a:pt x="0" y="74256"/>
                    <a:pt x="0" y="742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26" name="Google Shape;426;g3f3ba1429e3_0_4271"/>
            <p:cNvSpPr/>
            <p:nvPr/>
          </p:nvSpPr>
          <p:spPr>
            <a:xfrm>
              <a:off x="6055210" y="1752687"/>
              <a:ext cx="43194" cy="35573"/>
            </a:xfrm>
            <a:custGeom>
              <a:rect b="b" l="l" r="r" t="t"/>
              <a:pathLst>
                <a:path extrusionOk="0" h="35573" w="43194">
                  <a:moveTo>
                    <a:pt x="6562" y="35377"/>
                  </a:moveTo>
                  <a:cubicBezTo>
                    <a:pt x="7898" y="34979"/>
                    <a:pt x="9003" y="34041"/>
                    <a:pt x="9645" y="32808"/>
                  </a:cubicBezTo>
                  <a:cubicBezTo>
                    <a:pt x="15144" y="21053"/>
                    <a:pt x="25935" y="12638"/>
                    <a:pt x="38679" y="10197"/>
                  </a:cubicBezTo>
                  <a:cubicBezTo>
                    <a:pt x="41442" y="9799"/>
                    <a:pt x="43407" y="7319"/>
                    <a:pt x="43176" y="4544"/>
                  </a:cubicBezTo>
                  <a:cubicBezTo>
                    <a:pt x="42919" y="1795"/>
                    <a:pt x="40478" y="-235"/>
                    <a:pt x="37716" y="22"/>
                  </a:cubicBezTo>
                  <a:cubicBezTo>
                    <a:pt x="37652" y="35"/>
                    <a:pt x="37588" y="35"/>
                    <a:pt x="37523" y="48"/>
                  </a:cubicBezTo>
                  <a:cubicBezTo>
                    <a:pt x="21349" y="2848"/>
                    <a:pt x="7551" y="13344"/>
                    <a:pt x="524" y="28183"/>
                  </a:cubicBezTo>
                  <a:cubicBezTo>
                    <a:pt x="-723" y="30727"/>
                    <a:pt x="331" y="33810"/>
                    <a:pt x="2887" y="35056"/>
                  </a:cubicBezTo>
                  <a:cubicBezTo>
                    <a:pt x="4031" y="35608"/>
                    <a:pt x="5341" y="35724"/>
                    <a:pt x="6562" y="3537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27" name="Google Shape;427;g3f3ba1429e3_0_4271"/>
            <p:cNvSpPr/>
            <p:nvPr/>
          </p:nvSpPr>
          <p:spPr>
            <a:xfrm>
              <a:off x="6183592" y="1723113"/>
              <a:ext cx="49225" cy="25127"/>
            </a:xfrm>
            <a:custGeom>
              <a:rect b="b" l="l" r="r" t="t"/>
              <a:pathLst>
                <a:path extrusionOk="0" h="25127" w="49225">
                  <a:moveTo>
                    <a:pt x="44293" y="25124"/>
                  </a:moveTo>
                  <a:cubicBezTo>
                    <a:pt x="45603" y="25176"/>
                    <a:pt x="46862" y="24662"/>
                    <a:pt x="47761" y="23711"/>
                  </a:cubicBezTo>
                  <a:cubicBezTo>
                    <a:pt x="49714" y="21707"/>
                    <a:pt x="49714" y="18521"/>
                    <a:pt x="47761" y="16517"/>
                  </a:cubicBezTo>
                  <a:cubicBezTo>
                    <a:pt x="36649" y="4492"/>
                    <a:pt x="20474" y="-1520"/>
                    <a:pt x="4210" y="330"/>
                  </a:cubicBezTo>
                  <a:cubicBezTo>
                    <a:pt x="1422" y="843"/>
                    <a:pt x="-428" y="3528"/>
                    <a:pt x="86" y="6316"/>
                  </a:cubicBezTo>
                  <a:cubicBezTo>
                    <a:pt x="86" y="6329"/>
                    <a:pt x="99" y="6355"/>
                    <a:pt x="99" y="6368"/>
                  </a:cubicBezTo>
                  <a:cubicBezTo>
                    <a:pt x="677" y="9065"/>
                    <a:pt x="3285" y="10826"/>
                    <a:pt x="6008" y="10350"/>
                  </a:cubicBezTo>
                  <a:cubicBezTo>
                    <a:pt x="18843" y="8911"/>
                    <a:pt x="31574" y="13690"/>
                    <a:pt x="40310" y="23197"/>
                  </a:cubicBezTo>
                  <a:cubicBezTo>
                    <a:pt x="41274" y="24405"/>
                    <a:pt x="42738" y="25112"/>
                    <a:pt x="44293" y="2512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28" name="Google Shape;428;g3f3ba1429e3_0_4271"/>
            <p:cNvSpPr/>
            <p:nvPr/>
          </p:nvSpPr>
          <p:spPr>
            <a:xfrm>
              <a:off x="5662613" y="2295524"/>
              <a:ext cx="176519" cy="745902"/>
            </a:xfrm>
            <a:custGeom>
              <a:rect b="b" l="l" r="r" t="t"/>
              <a:pathLst>
                <a:path extrusionOk="0" h="745902" w="176519">
                  <a:moveTo>
                    <a:pt x="176519" y="34302"/>
                  </a:moveTo>
                  <a:cubicBezTo>
                    <a:pt x="158662" y="90700"/>
                    <a:pt x="141575" y="149926"/>
                    <a:pt x="127058" y="208251"/>
                  </a:cubicBezTo>
                  <a:cubicBezTo>
                    <a:pt x="112451" y="265832"/>
                    <a:pt x="101762" y="324338"/>
                    <a:pt x="95068" y="383357"/>
                  </a:cubicBezTo>
                  <a:lnTo>
                    <a:pt x="94041" y="394149"/>
                  </a:lnTo>
                  <a:cubicBezTo>
                    <a:pt x="94041" y="397618"/>
                    <a:pt x="94041" y="398388"/>
                    <a:pt x="94041" y="401472"/>
                  </a:cubicBezTo>
                  <a:cubicBezTo>
                    <a:pt x="94182" y="407536"/>
                    <a:pt x="94657" y="413574"/>
                    <a:pt x="95454" y="419586"/>
                  </a:cubicBezTo>
                  <a:cubicBezTo>
                    <a:pt x="97086" y="433654"/>
                    <a:pt x="99449" y="447631"/>
                    <a:pt x="102520" y="461468"/>
                  </a:cubicBezTo>
                  <a:cubicBezTo>
                    <a:pt x="108558" y="490117"/>
                    <a:pt x="115367" y="519665"/>
                    <a:pt x="124103" y="548956"/>
                  </a:cubicBezTo>
                  <a:cubicBezTo>
                    <a:pt x="132839" y="578248"/>
                    <a:pt x="140290" y="608053"/>
                    <a:pt x="149026" y="637602"/>
                  </a:cubicBezTo>
                  <a:lnTo>
                    <a:pt x="174721" y="726246"/>
                  </a:lnTo>
                  <a:lnTo>
                    <a:pt x="127058" y="745903"/>
                  </a:lnTo>
                  <a:cubicBezTo>
                    <a:pt x="97766" y="689889"/>
                    <a:pt x="72329" y="632848"/>
                    <a:pt x="48562" y="574008"/>
                  </a:cubicBezTo>
                  <a:cubicBezTo>
                    <a:pt x="37128" y="544460"/>
                    <a:pt x="25951" y="514655"/>
                    <a:pt x="16701" y="483179"/>
                  </a:cubicBezTo>
                  <a:cubicBezTo>
                    <a:pt x="12076" y="467506"/>
                    <a:pt x="7708" y="451447"/>
                    <a:pt x="3854" y="433975"/>
                  </a:cubicBezTo>
                  <a:cubicBezTo>
                    <a:pt x="2030" y="424725"/>
                    <a:pt x="732" y="415372"/>
                    <a:pt x="0" y="405968"/>
                  </a:cubicBezTo>
                  <a:cubicBezTo>
                    <a:pt x="0" y="401215"/>
                    <a:pt x="0" y="394149"/>
                    <a:pt x="0" y="389909"/>
                  </a:cubicBezTo>
                  <a:lnTo>
                    <a:pt x="0" y="377062"/>
                  </a:lnTo>
                  <a:cubicBezTo>
                    <a:pt x="1092" y="344328"/>
                    <a:pt x="4098" y="311683"/>
                    <a:pt x="8993" y="279296"/>
                  </a:cubicBezTo>
                  <a:cubicBezTo>
                    <a:pt x="13232" y="247178"/>
                    <a:pt x="19528" y="215831"/>
                    <a:pt x="26336" y="184613"/>
                  </a:cubicBezTo>
                  <a:cubicBezTo>
                    <a:pt x="39710" y="122086"/>
                    <a:pt x="56861" y="60433"/>
                    <a:pt x="77725" y="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29" name="Google Shape;429;g3f3ba1429e3_0_4271"/>
            <p:cNvSpPr/>
            <p:nvPr/>
          </p:nvSpPr>
          <p:spPr>
            <a:xfrm>
              <a:off x="5689848" y="2174928"/>
              <a:ext cx="216539" cy="287480"/>
            </a:xfrm>
            <a:custGeom>
              <a:rect b="b" l="l" r="r" t="t"/>
              <a:pathLst>
                <a:path extrusionOk="0" h="287480" w="216539">
                  <a:moveTo>
                    <a:pt x="96225" y="2403"/>
                  </a:moveTo>
                  <a:cubicBezTo>
                    <a:pt x="52545" y="15250"/>
                    <a:pt x="0" y="166204"/>
                    <a:pt x="0" y="166204"/>
                  </a:cubicBezTo>
                  <a:lnTo>
                    <a:pt x="169582" y="287480"/>
                  </a:lnTo>
                  <a:cubicBezTo>
                    <a:pt x="169582" y="287480"/>
                    <a:pt x="231505" y="161835"/>
                    <a:pt x="213133" y="105308"/>
                  </a:cubicBezTo>
                  <a:cubicBezTo>
                    <a:pt x="193991" y="46469"/>
                    <a:pt x="146200" y="-12757"/>
                    <a:pt x="96225" y="240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30" name="Google Shape;430;g3f3ba1429e3_0_4271"/>
            <p:cNvSpPr/>
            <p:nvPr/>
          </p:nvSpPr>
          <p:spPr>
            <a:xfrm>
              <a:off x="5689848" y="2174928"/>
              <a:ext cx="216539" cy="287480"/>
            </a:xfrm>
            <a:custGeom>
              <a:rect b="b" l="l" r="r" t="t"/>
              <a:pathLst>
                <a:path extrusionOk="0" h="287480" w="216539">
                  <a:moveTo>
                    <a:pt x="96225" y="2403"/>
                  </a:moveTo>
                  <a:cubicBezTo>
                    <a:pt x="52545" y="15250"/>
                    <a:pt x="0" y="166204"/>
                    <a:pt x="0" y="166204"/>
                  </a:cubicBezTo>
                  <a:lnTo>
                    <a:pt x="169582" y="287480"/>
                  </a:lnTo>
                  <a:cubicBezTo>
                    <a:pt x="169582" y="287480"/>
                    <a:pt x="231505" y="161835"/>
                    <a:pt x="213133" y="105308"/>
                  </a:cubicBezTo>
                  <a:cubicBezTo>
                    <a:pt x="193991" y="46469"/>
                    <a:pt x="146200" y="-12757"/>
                    <a:pt x="96225" y="2403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31" name="Google Shape;431;g3f3ba1429e3_0_4271"/>
            <p:cNvSpPr/>
            <p:nvPr/>
          </p:nvSpPr>
          <p:spPr>
            <a:xfrm>
              <a:off x="5506777" y="4967010"/>
              <a:ext cx="55213" cy="28727"/>
            </a:xfrm>
            <a:custGeom>
              <a:rect b="b" l="l" r="r" t="t"/>
              <a:pathLst>
                <a:path extrusionOk="0" h="28727" w="55213">
                  <a:moveTo>
                    <a:pt x="44965" y="28075"/>
                  </a:moveTo>
                  <a:cubicBezTo>
                    <a:pt x="49192" y="26585"/>
                    <a:pt x="52545" y="23296"/>
                    <a:pt x="54086" y="19082"/>
                  </a:cubicBezTo>
                  <a:cubicBezTo>
                    <a:pt x="55589" y="16372"/>
                    <a:pt x="55589" y="13057"/>
                    <a:pt x="54086" y="10346"/>
                  </a:cubicBezTo>
                  <a:cubicBezTo>
                    <a:pt x="46378" y="-959"/>
                    <a:pt x="7451" y="-60"/>
                    <a:pt x="2698" y="69"/>
                  </a:cubicBezTo>
                  <a:cubicBezTo>
                    <a:pt x="1696" y="81"/>
                    <a:pt x="784" y="685"/>
                    <a:pt x="385" y="1610"/>
                  </a:cubicBezTo>
                  <a:cubicBezTo>
                    <a:pt x="-128" y="2433"/>
                    <a:pt x="-128" y="3486"/>
                    <a:pt x="385" y="4308"/>
                  </a:cubicBezTo>
                  <a:cubicBezTo>
                    <a:pt x="10535" y="14457"/>
                    <a:pt x="29548" y="31030"/>
                    <a:pt x="42909" y="28461"/>
                  </a:cubicBezTo>
                  <a:close/>
                  <a:moveTo>
                    <a:pt x="8864" y="4694"/>
                  </a:moveTo>
                  <a:cubicBezTo>
                    <a:pt x="24409" y="4694"/>
                    <a:pt x="45222" y="6878"/>
                    <a:pt x="49333" y="12916"/>
                  </a:cubicBezTo>
                  <a:cubicBezTo>
                    <a:pt x="50052" y="14098"/>
                    <a:pt x="50052" y="15588"/>
                    <a:pt x="49333" y="16770"/>
                  </a:cubicBezTo>
                  <a:cubicBezTo>
                    <a:pt x="48177" y="19917"/>
                    <a:pt x="45530" y="22281"/>
                    <a:pt x="42267" y="23065"/>
                  </a:cubicBezTo>
                  <a:cubicBezTo>
                    <a:pt x="35201" y="24864"/>
                    <a:pt x="22868" y="17541"/>
                    <a:pt x="8864" y="469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32" name="Google Shape;432;g3f3ba1429e3_0_4271"/>
            <p:cNvSpPr/>
            <p:nvPr/>
          </p:nvSpPr>
          <p:spPr>
            <a:xfrm>
              <a:off x="5506944" y="4937889"/>
              <a:ext cx="47748" cy="34199"/>
            </a:xfrm>
            <a:custGeom>
              <a:rect b="b" l="l" r="r" t="t"/>
              <a:pathLst>
                <a:path extrusionOk="0" h="34199" w="47748">
                  <a:moveTo>
                    <a:pt x="20131" y="31116"/>
                  </a:moveTo>
                  <a:cubicBezTo>
                    <a:pt x="31951" y="27390"/>
                    <a:pt x="44541" y="20838"/>
                    <a:pt x="47239" y="13516"/>
                  </a:cubicBezTo>
                  <a:cubicBezTo>
                    <a:pt x="48613" y="9597"/>
                    <a:pt x="47136" y="5242"/>
                    <a:pt x="43642" y="2981"/>
                  </a:cubicBezTo>
                  <a:cubicBezTo>
                    <a:pt x="40610" y="450"/>
                    <a:pt x="36588" y="-539"/>
                    <a:pt x="32722" y="283"/>
                  </a:cubicBezTo>
                  <a:cubicBezTo>
                    <a:pt x="17433" y="2981"/>
                    <a:pt x="989" y="29189"/>
                    <a:pt x="347" y="30345"/>
                  </a:cubicBezTo>
                  <a:cubicBezTo>
                    <a:pt x="-116" y="31142"/>
                    <a:pt x="-116" y="32118"/>
                    <a:pt x="347" y="32915"/>
                  </a:cubicBezTo>
                  <a:cubicBezTo>
                    <a:pt x="822" y="33685"/>
                    <a:pt x="1632" y="34161"/>
                    <a:pt x="2531" y="34199"/>
                  </a:cubicBezTo>
                  <a:cubicBezTo>
                    <a:pt x="8518" y="34032"/>
                    <a:pt x="14440" y="32992"/>
                    <a:pt x="20131" y="31116"/>
                  </a:cubicBezTo>
                  <a:close/>
                  <a:moveTo>
                    <a:pt x="31951" y="5422"/>
                  </a:moveTo>
                  <a:lnTo>
                    <a:pt x="33621" y="5422"/>
                  </a:lnTo>
                  <a:cubicBezTo>
                    <a:pt x="36062" y="4908"/>
                    <a:pt x="38618" y="5525"/>
                    <a:pt x="40558" y="7092"/>
                  </a:cubicBezTo>
                  <a:cubicBezTo>
                    <a:pt x="43128" y="9147"/>
                    <a:pt x="42871" y="10689"/>
                    <a:pt x="42485" y="11846"/>
                  </a:cubicBezTo>
                  <a:cubicBezTo>
                    <a:pt x="39916" y="18911"/>
                    <a:pt x="20388" y="27390"/>
                    <a:pt x="7413" y="29061"/>
                  </a:cubicBezTo>
                  <a:cubicBezTo>
                    <a:pt x="13322" y="19181"/>
                    <a:pt x="21801" y="11100"/>
                    <a:pt x="31951" y="5679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33" name="Google Shape;433;g3f3ba1429e3_0_4271"/>
            <p:cNvSpPr/>
            <p:nvPr/>
          </p:nvSpPr>
          <p:spPr>
            <a:xfrm>
              <a:off x="6226548" y="5226042"/>
              <a:ext cx="66878" cy="27663"/>
            </a:xfrm>
            <a:custGeom>
              <a:rect b="b" l="l" r="r" t="t"/>
              <a:pathLst>
                <a:path extrusionOk="0" h="27663" w="66878">
                  <a:moveTo>
                    <a:pt x="36409" y="27527"/>
                  </a:moveTo>
                  <a:cubicBezTo>
                    <a:pt x="45466" y="28272"/>
                    <a:pt x="54511" y="25959"/>
                    <a:pt x="62103" y="20975"/>
                  </a:cubicBezTo>
                  <a:cubicBezTo>
                    <a:pt x="65688" y="17725"/>
                    <a:pt x="67422" y="12907"/>
                    <a:pt x="66728" y="8128"/>
                  </a:cubicBezTo>
                  <a:cubicBezTo>
                    <a:pt x="66523" y="5301"/>
                    <a:pt x="64878" y="2771"/>
                    <a:pt x="62360" y="1447"/>
                  </a:cubicBezTo>
                  <a:cubicBezTo>
                    <a:pt x="49513" y="-5747"/>
                    <a:pt x="6475" y="16093"/>
                    <a:pt x="1594" y="18534"/>
                  </a:cubicBezTo>
                  <a:cubicBezTo>
                    <a:pt x="283" y="19074"/>
                    <a:pt x="-346" y="20576"/>
                    <a:pt x="193" y="21887"/>
                  </a:cubicBezTo>
                  <a:cubicBezTo>
                    <a:pt x="450" y="22516"/>
                    <a:pt x="964" y="23030"/>
                    <a:pt x="1594" y="23287"/>
                  </a:cubicBezTo>
                  <a:cubicBezTo>
                    <a:pt x="13028" y="25870"/>
                    <a:pt x="24693" y="27296"/>
                    <a:pt x="36409" y="27527"/>
                  </a:cubicBezTo>
                  <a:close/>
                  <a:moveTo>
                    <a:pt x="55551" y="5301"/>
                  </a:moveTo>
                  <a:cubicBezTo>
                    <a:pt x="57183" y="5199"/>
                    <a:pt x="58815" y="5507"/>
                    <a:pt x="60305" y="6201"/>
                  </a:cubicBezTo>
                  <a:cubicBezTo>
                    <a:pt x="61333" y="6766"/>
                    <a:pt x="61975" y="7845"/>
                    <a:pt x="61975" y="9027"/>
                  </a:cubicBezTo>
                  <a:cubicBezTo>
                    <a:pt x="62463" y="12033"/>
                    <a:pt x="61397" y="15078"/>
                    <a:pt x="59149" y="17121"/>
                  </a:cubicBezTo>
                  <a:cubicBezTo>
                    <a:pt x="52596" y="23030"/>
                    <a:pt x="34868" y="24058"/>
                    <a:pt x="11100" y="20075"/>
                  </a:cubicBezTo>
                  <a:cubicBezTo>
                    <a:pt x="24975" y="12676"/>
                    <a:pt x="40006" y="7678"/>
                    <a:pt x="55551" y="530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34" name="Google Shape;434;g3f3ba1429e3_0_4271"/>
            <p:cNvSpPr/>
            <p:nvPr/>
          </p:nvSpPr>
          <p:spPr>
            <a:xfrm>
              <a:off x="6227112" y="5201421"/>
              <a:ext cx="39974" cy="48462"/>
            </a:xfrm>
            <a:custGeom>
              <a:rect b="b" l="l" r="r" t="t"/>
              <a:pathLst>
                <a:path extrusionOk="0" h="48462" w="39974">
                  <a:moveTo>
                    <a:pt x="2572" y="48421"/>
                  </a:moveTo>
                  <a:lnTo>
                    <a:pt x="3600" y="48421"/>
                  </a:lnTo>
                  <a:cubicBezTo>
                    <a:pt x="16447" y="42640"/>
                    <a:pt x="42141" y="19515"/>
                    <a:pt x="39828" y="7311"/>
                  </a:cubicBezTo>
                  <a:cubicBezTo>
                    <a:pt x="39828" y="4356"/>
                    <a:pt x="37259" y="887"/>
                    <a:pt x="30193" y="117"/>
                  </a:cubicBezTo>
                  <a:cubicBezTo>
                    <a:pt x="25080" y="-462"/>
                    <a:pt x="19954" y="1131"/>
                    <a:pt x="16061" y="4484"/>
                  </a:cubicBezTo>
                  <a:cubicBezTo>
                    <a:pt x="3214" y="15790"/>
                    <a:pt x="131" y="44696"/>
                    <a:pt x="2" y="45852"/>
                  </a:cubicBezTo>
                  <a:cubicBezTo>
                    <a:pt x="-36" y="46764"/>
                    <a:pt x="401" y="47638"/>
                    <a:pt x="1159" y="48165"/>
                  </a:cubicBezTo>
                  <a:cubicBezTo>
                    <a:pt x="1583" y="48434"/>
                    <a:pt x="2084" y="48524"/>
                    <a:pt x="2572" y="48421"/>
                  </a:cubicBezTo>
                  <a:close/>
                  <a:moveTo>
                    <a:pt x="28266" y="4870"/>
                  </a:moveTo>
                  <a:lnTo>
                    <a:pt x="29808" y="4870"/>
                  </a:lnTo>
                  <a:cubicBezTo>
                    <a:pt x="34432" y="4870"/>
                    <a:pt x="34818" y="7311"/>
                    <a:pt x="34818" y="7824"/>
                  </a:cubicBezTo>
                  <a:cubicBezTo>
                    <a:pt x="36103" y="15147"/>
                    <a:pt x="18888" y="33519"/>
                    <a:pt x="5784" y="41356"/>
                  </a:cubicBezTo>
                  <a:cubicBezTo>
                    <a:pt x="6811" y="29151"/>
                    <a:pt x="11616" y="17562"/>
                    <a:pt x="19530" y="8210"/>
                  </a:cubicBezTo>
                  <a:cubicBezTo>
                    <a:pt x="21881" y="6064"/>
                    <a:pt x="24951" y="4882"/>
                    <a:pt x="28138" y="487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35" name="Google Shape;435;g3f3ba1429e3_0_4271"/>
            <p:cNvSpPr/>
            <p:nvPr/>
          </p:nvSpPr>
          <p:spPr>
            <a:xfrm>
              <a:off x="5845452" y="2799877"/>
              <a:ext cx="468508" cy="47943"/>
            </a:xfrm>
            <a:custGeom>
              <a:rect b="b" l="l" r="r" t="t"/>
              <a:pathLst>
                <a:path extrusionOk="0" h="47943" w="468508">
                  <a:moveTo>
                    <a:pt x="11409" y="3365"/>
                  </a:moveTo>
                  <a:lnTo>
                    <a:pt x="361" y="41906"/>
                  </a:lnTo>
                  <a:cubicBezTo>
                    <a:pt x="-1181" y="44861"/>
                    <a:pt x="2416" y="47944"/>
                    <a:pt x="7427" y="47944"/>
                  </a:cubicBezTo>
                  <a:lnTo>
                    <a:pt x="457075" y="47944"/>
                  </a:lnTo>
                  <a:cubicBezTo>
                    <a:pt x="461058" y="47944"/>
                    <a:pt x="464269" y="46017"/>
                    <a:pt x="464526" y="43576"/>
                  </a:cubicBezTo>
                  <a:lnTo>
                    <a:pt x="468509" y="5035"/>
                  </a:lnTo>
                  <a:cubicBezTo>
                    <a:pt x="468509" y="2337"/>
                    <a:pt x="465297" y="24"/>
                    <a:pt x="461058" y="24"/>
                  </a:cubicBezTo>
                  <a:lnTo>
                    <a:pt x="18603" y="24"/>
                  </a:lnTo>
                  <a:cubicBezTo>
                    <a:pt x="15790" y="-194"/>
                    <a:pt x="13054" y="1078"/>
                    <a:pt x="11409" y="336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36" name="Google Shape;436;g3f3ba1429e3_0_4271"/>
            <p:cNvSpPr/>
            <p:nvPr/>
          </p:nvSpPr>
          <p:spPr>
            <a:xfrm>
              <a:off x="5900277" y="2795790"/>
              <a:ext cx="25964" cy="56784"/>
            </a:xfrm>
            <a:custGeom>
              <a:rect b="b" l="l" r="r" t="t"/>
              <a:pathLst>
                <a:path extrusionOk="0" h="56784" w="25964">
                  <a:moveTo>
                    <a:pt x="15937" y="56784"/>
                  </a:moveTo>
                  <a:lnTo>
                    <a:pt x="3989" y="56784"/>
                  </a:lnTo>
                  <a:cubicBezTo>
                    <a:pt x="1677" y="56784"/>
                    <a:pt x="-122" y="55628"/>
                    <a:pt x="6" y="54086"/>
                  </a:cubicBezTo>
                  <a:lnTo>
                    <a:pt x="5531" y="2698"/>
                  </a:lnTo>
                  <a:cubicBezTo>
                    <a:pt x="5531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086" y="1285"/>
                    <a:pt x="25958" y="2698"/>
                  </a:cubicBezTo>
                  <a:lnTo>
                    <a:pt x="20433" y="54086"/>
                  </a:lnTo>
                  <a:cubicBezTo>
                    <a:pt x="20433" y="56142"/>
                    <a:pt x="18378" y="56784"/>
                    <a:pt x="15937" y="5678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37" name="Google Shape;437;g3f3ba1429e3_0_4271"/>
            <p:cNvSpPr/>
            <p:nvPr/>
          </p:nvSpPr>
          <p:spPr>
            <a:xfrm>
              <a:off x="5900277" y="2795790"/>
              <a:ext cx="25964" cy="56784"/>
            </a:xfrm>
            <a:custGeom>
              <a:rect b="b" l="l" r="r" t="t"/>
              <a:pathLst>
                <a:path extrusionOk="0" h="56784" w="25964">
                  <a:moveTo>
                    <a:pt x="15937" y="56784"/>
                  </a:moveTo>
                  <a:lnTo>
                    <a:pt x="3989" y="56784"/>
                  </a:lnTo>
                  <a:cubicBezTo>
                    <a:pt x="1677" y="56784"/>
                    <a:pt x="-122" y="55628"/>
                    <a:pt x="6" y="54086"/>
                  </a:cubicBezTo>
                  <a:lnTo>
                    <a:pt x="5531" y="2698"/>
                  </a:lnTo>
                  <a:cubicBezTo>
                    <a:pt x="5531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086" y="1285"/>
                    <a:pt x="25958" y="2698"/>
                  </a:cubicBezTo>
                  <a:lnTo>
                    <a:pt x="20433" y="54086"/>
                  </a:lnTo>
                  <a:cubicBezTo>
                    <a:pt x="20433" y="56142"/>
                    <a:pt x="18378" y="56784"/>
                    <a:pt x="15937" y="5678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38" name="Google Shape;438;g3f3ba1429e3_0_4271"/>
            <p:cNvSpPr/>
            <p:nvPr/>
          </p:nvSpPr>
          <p:spPr>
            <a:xfrm>
              <a:off x="6252802" y="2795790"/>
              <a:ext cx="25981" cy="56784"/>
            </a:xfrm>
            <a:custGeom>
              <a:rect b="b" l="l" r="r" t="t"/>
              <a:pathLst>
                <a:path extrusionOk="0" h="56784" w="25981">
                  <a:moveTo>
                    <a:pt x="15808" y="56784"/>
                  </a:moveTo>
                  <a:lnTo>
                    <a:pt x="3989" y="56784"/>
                  </a:lnTo>
                  <a:cubicBezTo>
                    <a:pt x="1676" y="56784"/>
                    <a:pt x="-122" y="55628"/>
                    <a:pt x="6" y="54086"/>
                  </a:cubicBezTo>
                  <a:lnTo>
                    <a:pt x="5659" y="2698"/>
                  </a:lnTo>
                  <a:cubicBezTo>
                    <a:pt x="5659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214" y="1285"/>
                    <a:pt x="25957" y="2698"/>
                  </a:cubicBezTo>
                  <a:lnTo>
                    <a:pt x="20433" y="54086"/>
                  </a:lnTo>
                  <a:cubicBezTo>
                    <a:pt x="20305" y="56142"/>
                    <a:pt x="18249" y="56784"/>
                    <a:pt x="15808" y="5678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39" name="Google Shape;439;g3f3ba1429e3_0_4271"/>
            <p:cNvSpPr/>
            <p:nvPr/>
          </p:nvSpPr>
          <p:spPr>
            <a:xfrm>
              <a:off x="6252802" y="2795790"/>
              <a:ext cx="25981" cy="56784"/>
            </a:xfrm>
            <a:custGeom>
              <a:rect b="b" l="l" r="r" t="t"/>
              <a:pathLst>
                <a:path extrusionOk="0" h="56784" w="25981">
                  <a:moveTo>
                    <a:pt x="15808" y="56784"/>
                  </a:moveTo>
                  <a:lnTo>
                    <a:pt x="3989" y="56784"/>
                  </a:lnTo>
                  <a:cubicBezTo>
                    <a:pt x="1676" y="56784"/>
                    <a:pt x="-122" y="55628"/>
                    <a:pt x="6" y="54086"/>
                  </a:cubicBezTo>
                  <a:lnTo>
                    <a:pt x="5659" y="2698"/>
                  </a:lnTo>
                  <a:cubicBezTo>
                    <a:pt x="5659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214" y="1285"/>
                    <a:pt x="25957" y="2698"/>
                  </a:cubicBezTo>
                  <a:lnTo>
                    <a:pt x="20433" y="54086"/>
                  </a:lnTo>
                  <a:cubicBezTo>
                    <a:pt x="20305" y="56142"/>
                    <a:pt x="18249" y="56784"/>
                    <a:pt x="15808" y="5678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40" name="Google Shape;440;g3f3ba1429e3_0_4271"/>
            <p:cNvSpPr/>
            <p:nvPr/>
          </p:nvSpPr>
          <p:spPr>
            <a:xfrm>
              <a:off x="6076650" y="2795790"/>
              <a:ext cx="25982" cy="56784"/>
            </a:xfrm>
            <a:custGeom>
              <a:rect b="b" l="l" r="r" t="t"/>
              <a:pathLst>
                <a:path extrusionOk="0" h="56784" w="25982">
                  <a:moveTo>
                    <a:pt x="15826" y="56784"/>
                  </a:moveTo>
                  <a:lnTo>
                    <a:pt x="4007" y="56784"/>
                  </a:lnTo>
                  <a:cubicBezTo>
                    <a:pt x="1566" y="56784"/>
                    <a:pt x="-233" y="55628"/>
                    <a:pt x="24" y="54086"/>
                  </a:cubicBezTo>
                  <a:lnTo>
                    <a:pt x="5549" y="2698"/>
                  </a:lnTo>
                  <a:cubicBezTo>
                    <a:pt x="5549" y="1285"/>
                    <a:pt x="7733" y="0"/>
                    <a:pt x="10174" y="0"/>
                  </a:cubicBezTo>
                  <a:lnTo>
                    <a:pt x="21993" y="0"/>
                  </a:lnTo>
                  <a:cubicBezTo>
                    <a:pt x="24305" y="0"/>
                    <a:pt x="26104" y="1285"/>
                    <a:pt x="25976" y="2698"/>
                  </a:cubicBezTo>
                  <a:lnTo>
                    <a:pt x="20451" y="54086"/>
                  </a:lnTo>
                  <a:cubicBezTo>
                    <a:pt x="20323" y="56142"/>
                    <a:pt x="18139" y="56784"/>
                    <a:pt x="15826" y="5678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41" name="Google Shape;441;g3f3ba1429e3_0_4271"/>
            <p:cNvSpPr/>
            <p:nvPr/>
          </p:nvSpPr>
          <p:spPr>
            <a:xfrm>
              <a:off x="6076650" y="2795790"/>
              <a:ext cx="25982" cy="56784"/>
            </a:xfrm>
            <a:custGeom>
              <a:rect b="b" l="l" r="r" t="t"/>
              <a:pathLst>
                <a:path extrusionOk="0" h="56784" w="25982">
                  <a:moveTo>
                    <a:pt x="15826" y="56784"/>
                  </a:moveTo>
                  <a:lnTo>
                    <a:pt x="4007" y="56784"/>
                  </a:lnTo>
                  <a:cubicBezTo>
                    <a:pt x="1566" y="56784"/>
                    <a:pt x="-233" y="55628"/>
                    <a:pt x="24" y="54086"/>
                  </a:cubicBezTo>
                  <a:lnTo>
                    <a:pt x="5549" y="2698"/>
                  </a:lnTo>
                  <a:cubicBezTo>
                    <a:pt x="5549" y="1285"/>
                    <a:pt x="7733" y="0"/>
                    <a:pt x="10174" y="0"/>
                  </a:cubicBezTo>
                  <a:lnTo>
                    <a:pt x="21993" y="0"/>
                  </a:lnTo>
                  <a:cubicBezTo>
                    <a:pt x="24305" y="0"/>
                    <a:pt x="26104" y="1285"/>
                    <a:pt x="25976" y="2698"/>
                  </a:cubicBezTo>
                  <a:lnTo>
                    <a:pt x="20451" y="54086"/>
                  </a:lnTo>
                  <a:cubicBezTo>
                    <a:pt x="20323" y="56142"/>
                    <a:pt x="18139" y="56784"/>
                    <a:pt x="15826" y="5678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42" name="Google Shape;442;g3f3ba1429e3_0_4271"/>
            <p:cNvSpPr/>
            <p:nvPr/>
          </p:nvSpPr>
          <p:spPr>
            <a:xfrm>
              <a:off x="6101341" y="1791404"/>
              <a:ext cx="19399" cy="11730"/>
            </a:xfrm>
            <a:custGeom>
              <a:rect b="b" l="l" r="r" t="t"/>
              <a:pathLst>
                <a:path extrusionOk="0" h="11730" w="19399">
                  <a:moveTo>
                    <a:pt x="0" y="9507"/>
                  </a:moveTo>
                  <a:lnTo>
                    <a:pt x="19399" y="0"/>
                  </a:lnTo>
                  <a:cubicBezTo>
                    <a:pt x="19399" y="0"/>
                    <a:pt x="11691" y="17857"/>
                    <a:pt x="0" y="950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43" name="Google Shape;443;g3f3ba1429e3_0_4271"/>
            <p:cNvSpPr/>
            <p:nvPr/>
          </p:nvSpPr>
          <p:spPr>
            <a:xfrm>
              <a:off x="5786120" y="3007253"/>
              <a:ext cx="139730" cy="94169"/>
            </a:xfrm>
            <a:custGeom>
              <a:rect b="b" l="l" r="r" t="t"/>
              <a:pathLst>
                <a:path extrusionOk="0" h="94169" w="139730">
                  <a:moveTo>
                    <a:pt x="47616" y="0"/>
                  </a:moveTo>
                  <a:lnTo>
                    <a:pt x="139730" y="70659"/>
                  </a:lnTo>
                  <a:lnTo>
                    <a:pt x="32971" y="94169"/>
                  </a:lnTo>
                  <a:cubicBezTo>
                    <a:pt x="32971" y="94169"/>
                    <a:pt x="-12380" y="42781"/>
                    <a:pt x="3294" y="38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44" name="Google Shape;444;g3f3ba1429e3_0_4271"/>
            <p:cNvSpPr/>
            <p:nvPr/>
          </p:nvSpPr>
          <p:spPr>
            <a:xfrm>
              <a:off x="5808684" y="3077912"/>
              <a:ext cx="139776" cy="102262"/>
            </a:xfrm>
            <a:custGeom>
              <a:rect b="b" l="l" r="r" t="t"/>
              <a:pathLst>
                <a:path extrusionOk="0" h="102262" w="139776">
                  <a:moveTo>
                    <a:pt x="139776" y="87489"/>
                  </a:moveTo>
                  <a:lnTo>
                    <a:pt x="49333" y="102263"/>
                  </a:lnTo>
                  <a:lnTo>
                    <a:pt x="0" y="9507"/>
                  </a:lnTo>
                  <a:lnTo>
                    <a:pt x="117165" y="0"/>
                  </a:lnTo>
                  <a:lnTo>
                    <a:pt x="139776" y="87489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445" name="Google Shape;445;g3f3ba1429e3_0_4271"/>
          <p:cNvSpPr/>
          <p:nvPr/>
        </p:nvSpPr>
        <p:spPr>
          <a:xfrm>
            <a:off x="5153778" y="5824715"/>
            <a:ext cx="4981847" cy="290858"/>
          </a:xfrm>
          <a:custGeom>
            <a:rect b="b" l="l" r="r" t="t"/>
            <a:pathLst>
              <a:path extrusionOk="0" h="290858" w="4981847">
                <a:moveTo>
                  <a:pt x="4981848" y="145429"/>
                </a:moveTo>
                <a:cubicBezTo>
                  <a:pt x="4981848" y="225747"/>
                  <a:pt x="3866624" y="290858"/>
                  <a:pt x="2490924" y="290858"/>
                </a:cubicBezTo>
                <a:cubicBezTo>
                  <a:pt x="1115225" y="290858"/>
                  <a:pt x="0" y="225747"/>
                  <a:pt x="0" y="145429"/>
                </a:cubicBezTo>
                <a:cubicBezTo>
                  <a:pt x="0" y="65111"/>
                  <a:pt x="1115225" y="0"/>
                  <a:pt x="2490924" y="0"/>
                </a:cubicBezTo>
                <a:cubicBezTo>
                  <a:pt x="3866624" y="0"/>
                  <a:pt x="4981848" y="65111"/>
                  <a:pt x="4981848" y="145429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46" name="Google Shape;446;g3f3ba1429e3_0_4271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lore">
  <p:cSld name="Explore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8" name="Google Shape;448;g3f3ba1429e3_0_4399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449" name="Google Shape;449;g3f3ba1429e3_0_4399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450" name="Google Shape;450;g3f3ba1429e3_0_4399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451" name="Google Shape;451;g3f3ba1429e3_0_4399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452" name="Google Shape;452;g3f3ba1429e3_0_4399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453" name="Google Shape;453;g3f3ba1429e3_0_4399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454" name="Google Shape;454;g3f3ba1429e3_0_4399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455" name="Google Shape;455;g3f3ba1429e3_0_4399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456" name="Google Shape;456;g3f3ba1429e3_0_4399"/>
          <p:cNvGrpSpPr/>
          <p:nvPr/>
        </p:nvGrpSpPr>
        <p:grpSpPr>
          <a:xfrm>
            <a:off x="4978675" y="230124"/>
            <a:ext cx="6585927" cy="6481913"/>
            <a:chOff x="4481529" y="255149"/>
            <a:chExt cx="6585927" cy="6481913"/>
          </a:xfrm>
        </p:grpSpPr>
        <p:sp>
          <p:nvSpPr>
            <p:cNvPr id="457" name="Google Shape;457;g3f3ba1429e3_0_4399"/>
            <p:cNvSpPr/>
            <p:nvPr/>
          </p:nvSpPr>
          <p:spPr>
            <a:xfrm rot="1850363">
              <a:off x="5316848" y="1188781"/>
              <a:ext cx="4915289" cy="4614648"/>
            </a:xfrm>
            <a:custGeom>
              <a:rect b="b" l="l" r="r" t="t"/>
              <a:pathLst>
                <a:path extrusionOk="0" h="3894027" w="4147720">
                  <a:moveTo>
                    <a:pt x="3657049" y="1315659"/>
                  </a:moveTo>
                  <a:cubicBezTo>
                    <a:pt x="3546876" y="1183842"/>
                    <a:pt x="3430966" y="1054894"/>
                    <a:pt x="3325356" y="919165"/>
                  </a:cubicBezTo>
                  <a:cubicBezTo>
                    <a:pt x="3016087" y="520976"/>
                    <a:pt x="2609293" y="137520"/>
                    <a:pt x="2095585" y="30345"/>
                  </a:cubicBezTo>
                  <a:cubicBezTo>
                    <a:pt x="1575488" y="-78133"/>
                    <a:pt x="956430" y="106358"/>
                    <a:pt x="642598" y="549660"/>
                  </a:cubicBezTo>
                  <a:cubicBezTo>
                    <a:pt x="433986" y="844195"/>
                    <a:pt x="352497" y="1210179"/>
                    <a:pt x="345195" y="1566646"/>
                  </a:cubicBezTo>
                  <a:cubicBezTo>
                    <a:pt x="341936" y="1729364"/>
                    <a:pt x="369838" y="1893777"/>
                    <a:pt x="343631" y="2055582"/>
                  </a:cubicBezTo>
                  <a:cubicBezTo>
                    <a:pt x="314686" y="2233554"/>
                    <a:pt x="214812" y="2389622"/>
                    <a:pt x="127456" y="2543866"/>
                  </a:cubicBezTo>
                  <a:cubicBezTo>
                    <a:pt x="11937" y="2747915"/>
                    <a:pt x="-37869" y="2972564"/>
                    <a:pt x="32276" y="3202559"/>
                  </a:cubicBezTo>
                  <a:cubicBezTo>
                    <a:pt x="190952" y="3722135"/>
                    <a:pt x="907406" y="3963604"/>
                    <a:pt x="1399601" y="3876639"/>
                  </a:cubicBezTo>
                  <a:cubicBezTo>
                    <a:pt x="1667929" y="3829179"/>
                    <a:pt x="1913831" y="3699188"/>
                    <a:pt x="2173814" y="3617177"/>
                  </a:cubicBezTo>
                  <a:cubicBezTo>
                    <a:pt x="2388164" y="3549508"/>
                    <a:pt x="2608771" y="3529820"/>
                    <a:pt x="2826641" y="3594490"/>
                  </a:cubicBezTo>
                  <a:cubicBezTo>
                    <a:pt x="3323139" y="3741823"/>
                    <a:pt x="3831632" y="3487837"/>
                    <a:pt x="4041939" y="3020806"/>
                  </a:cubicBezTo>
                  <a:cubicBezTo>
                    <a:pt x="4295795" y="2457030"/>
                    <a:pt x="4058237" y="1816851"/>
                    <a:pt x="3694600" y="1361945"/>
                  </a:cubicBezTo>
                  <a:cubicBezTo>
                    <a:pt x="3682213" y="1346038"/>
                    <a:pt x="3669827" y="1330784"/>
                    <a:pt x="3657049" y="1315659"/>
                  </a:cubicBezTo>
                  <a:close/>
                </a:path>
              </a:pathLst>
            </a:custGeom>
            <a:solidFill>
              <a:srgbClr val="DDEAF6">
                <a:alpha val="68235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458" name="Google Shape;458;g3f3ba1429e3_0_4399"/>
            <p:cNvGrpSpPr/>
            <p:nvPr/>
          </p:nvGrpSpPr>
          <p:grpSpPr>
            <a:xfrm>
              <a:off x="5620318" y="1114012"/>
              <a:ext cx="3943959" cy="4769709"/>
              <a:chOff x="6160167" y="1922224"/>
              <a:chExt cx="3328797" cy="4025750"/>
            </a:xfrm>
          </p:grpSpPr>
          <p:sp>
            <p:nvSpPr>
              <p:cNvPr id="459" name="Google Shape;459;g3f3ba1429e3_0_4399"/>
              <p:cNvSpPr/>
              <p:nvPr/>
            </p:nvSpPr>
            <p:spPr>
              <a:xfrm rot="-2150259">
                <a:off x="8450480" y="4694665"/>
                <a:ext cx="781100" cy="1131780"/>
              </a:xfrm>
              <a:custGeom>
                <a:rect b="b" l="l" r="r" t="t"/>
                <a:pathLst>
                  <a:path extrusionOk="0" h="1132729" w="781755">
                    <a:moveTo>
                      <a:pt x="222339" y="21638"/>
                    </a:moveTo>
                    <a:cubicBezTo>
                      <a:pt x="-18685" y="149782"/>
                      <a:pt x="-62846" y="511644"/>
                      <a:pt x="85454" y="760887"/>
                    </a:cubicBezTo>
                    <a:cubicBezTo>
                      <a:pt x="126483" y="566372"/>
                      <a:pt x="222958" y="461222"/>
                      <a:pt x="222958" y="461222"/>
                    </a:cubicBezTo>
                    <a:cubicBezTo>
                      <a:pt x="162001" y="880779"/>
                      <a:pt x="359615" y="1132729"/>
                      <a:pt x="359615" y="1132729"/>
                    </a:cubicBezTo>
                    <a:cubicBezTo>
                      <a:pt x="738274" y="758832"/>
                      <a:pt x="580809" y="312856"/>
                      <a:pt x="580809" y="312856"/>
                    </a:cubicBezTo>
                    <a:cubicBezTo>
                      <a:pt x="697538" y="487477"/>
                      <a:pt x="672555" y="650453"/>
                      <a:pt x="672555" y="650453"/>
                    </a:cubicBezTo>
                    <a:cubicBezTo>
                      <a:pt x="940486" y="293940"/>
                      <a:pt x="631068" y="28976"/>
                      <a:pt x="631068" y="28976"/>
                    </a:cubicBezTo>
                    <a:cubicBezTo>
                      <a:pt x="359582" y="-31622"/>
                      <a:pt x="222339" y="21638"/>
                      <a:pt x="222339" y="21638"/>
                    </a:cubicBezTo>
                    <a:close/>
                  </a:path>
                </a:pathLst>
              </a:custGeom>
              <a:solidFill>
                <a:srgbClr val="004C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460" name="Google Shape;460;g3f3ba1429e3_0_4399"/>
              <p:cNvSpPr/>
              <p:nvPr/>
            </p:nvSpPr>
            <p:spPr>
              <a:xfrm rot="-2193268">
                <a:off x="8498300" y="4761272"/>
                <a:ext cx="389684" cy="515924"/>
              </a:xfrm>
              <a:custGeom>
                <a:rect b="b" l="l" r="r" t="t"/>
                <a:pathLst>
                  <a:path extrusionOk="0" h="516433" w="390068">
                    <a:moveTo>
                      <a:pt x="81987" y="2194"/>
                    </a:moveTo>
                    <a:cubicBezTo>
                      <a:pt x="-44200" y="98930"/>
                      <a:pt x="12876" y="259819"/>
                      <a:pt x="12876" y="259819"/>
                    </a:cubicBezTo>
                    <a:cubicBezTo>
                      <a:pt x="60200" y="146254"/>
                      <a:pt x="93043" y="116248"/>
                      <a:pt x="93043" y="116248"/>
                    </a:cubicBezTo>
                    <a:cubicBezTo>
                      <a:pt x="39392" y="324494"/>
                      <a:pt x="168155" y="516433"/>
                      <a:pt x="168155" y="516433"/>
                    </a:cubicBezTo>
                    <a:cubicBezTo>
                      <a:pt x="386414" y="308709"/>
                      <a:pt x="285373" y="105746"/>
                      <a:pt x="285373" y="105746"/>
                    </a:cubicBezTo>
                    <a:cubicBezTo>
                      <a:pt x="372912" y="145960"/>
                      <a:pt x="370824" y="261645"/>
                      <a:pt x="370824" y="261645"/>
                    </a:cubicBezTo>
                    <a:cubicBezTo>
                      <a:pt x="430803" y="117292"/>
                      <a:pt x="331425" y="8456"/>
                      <a:pt x="331425" y="8456"/>
                    </a:cubicBezTo>
                    <a:cubicBezTo>
                      <a:pt x="217828" y="-5699"/>
                      <a:pt x="81987" y="2194"/>
                      <a:pt x="81987" y="2194"/>
                    </a:cubicBezTo>
                    <a:close/>
                  </a:path>
                </a:pathLst>
              </a:custGeom>
              <a:solidFill>
                <a:srgbClr val="66A3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461" name="Google Shape;461;g3f3ba1429e3_0_4399"/>
              <p:cNvGrpSpPr/>
              <p:nvPr/>
            </p:nvGrpSpPr>
            <p:grpSpPr>
              <a:xfrm rot="-2084623">
                <a:off x="6852795" y="2171733"/>
                <a:ext cx="1813520" cy="2998018"/>
                <a:chOff x="6852949" y="2172109"/>
                <a:chExt cx="1813541" cy="2998053"/>
              </a:xfrm>
            </p:grpSpPr>
            <p:sp>
              <p:nvSpPr>
                <p:cNvPr id="462" name="Google Shape;462;g3f3ba1429e3_0_4399"/>
                <p:cNvSpPr/>
                <p:nvPr/>
              </p:nvSpPr>
              <p:spPr>
                <a:xfrm>
                  <a:off x="6852949" y="4281803"/>
                  <a:ext cx="906787" cy="888359"/>
                </a:xfrm>
                <a:custGeom>
                  <a:rect b="b" l="l" r="r" t="t"/>
                  <a:pathLst>
                    <a:path extrusionOk="0" h="888359" w="906787">
                      <a:moveTo>
                        <a:pt x="906754" y="0"/>
                      </a:moveTo>
                      <a:lnTo>
                        <a:pt x="448124" y="0"/>
                      </a:lnTo>
                      <a:cubicBezTo>
                        <a:pt x="281592" y="0"/>
                        <a:pt x="138739" y="118784"/>
                        <a:pt x="108375" y="282510"/>
                      </a:cubicBezTo>
                      <a:lnTo>
                        <a:pt x="354" y="864719"/>
                      </a:lnTo>
                      <a:cubicBezTo>
                        <a:pt x="-2842" y="882005"/>
                        <a:pt x="16270" y="894692"/>
                        <a:pt x="30947" y="885005"/>
                      </a:cubicBezTo>
                      <a:lnTo>
                        <a:pt x="906787" y="307330"/>
                      </a:lnTo>
                      <a:lnTo>
                        <a:pt x="906787" y="0"/>
                      </a:lnTo>
                      <a:close/>
                    </a:path>
                  </a:pathLst>
                </a:custGeom>
                <a:solidFill>
                  <a:srgbClr val="2A4E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63" name="Google Shape;463;g3f3ba1429e3_0_4399"/>
                <p:cNvSpPr/>
                <p:nvPr/>
              </p:nvSpPr>
              <p:spPr>
                <a:xfrm>
                  <a:off x="6852949" y="4316798"/>
                  <a:ext cx="631941" cy="853330"/>
                </a:xfrm>
                <a:custGeom>
                  <a:rect b="b" l="l" r="r" t="t"/>
                  <a:pathLst>
                    <a:path extrusionOk="0" h="853330" w="631941">
                      <a:moveTo>
                        <a:pt x="608361" y="299666"/>
                      </a:moveTo>
                      <a:cubicBezTo>
                        <a:pt x="568701" y="115196"/>
                        <a:pt x="337559" y="0"/>
                        <a:pt x="337559" y="0"/>
                      </a:cubicBezTo>
                      <a:cubicBezTo>
                        <a:pt x="461007" y="397706"/>
                        <a:pt x="205730" y="627837"/>
                        <a:pt x="18129" y="733933"/>
                      </a:cubicBezTo>
                      <a:lnTo>
                        <a:pt x="354" y="829690"/>
                      </a:lnTo>
                      <a:cubicBezTo>
                        <a:pt x="-2842" y="846976"/>
                        <a:pt x="16270" y="859663"/>
                        <a:pt x="30947" y="849977"/>
                      </a:cubicBezTo>
                      <a:lnTo>
                        <a:pt x="631941" y="453575"/>
                      </a:lnTo>
                      <a:cubicBezTo>
                        <a:pt x="627212" y="394869"/>
                        <a:pt x="617558" y="342424"/>
                        <a:pt x="608361" y="299666"/>
                      </a:cubicBezTo>
                      <a:close/>
                    </a:path>
                  </a:pathLst>
                </a:custGeom>
                <a:solidFill>
                  <a:srgbClr val="2338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64" name="Google Shape;464;g3f3ba1429e3_0_4399"/>
                <p:cNvSpPr/>
                <p:nvPr/>
              </p:nvSpPr>
              <p:spPr>
                <a:xfrm>
                  <a:off x="7759704" y="4281803"/>
                  <a:ext cx="906754" cy="888359"/>
                </a:xfrm>
                <a:custGeom>
                  <a:rect b="b" l="l" r="r" t="t"/>
                  <a:pathLst>
                    <a:path extrusionOk="0" h="888359" w="906754">
                      <a:moveTo>
                        <a:pt x="0" y="0"/>
                      </a:moveTo>
                      <a:lnTo>
                        <a:pt x="458631" y="0"/>
                      </a:lnTo>
                      <a:cubicBezTo>
                        <a:pt x="625162" y="0"/>
                        <a:pt x="768016" y="118784"/>
                        <a:pt x="798380" y="282510"/>
                      </a:cubicBezTo>
                      <a:lnTo>
                        <a:pt x="906401" y="864719"/>
                      </a:lnTo>
                      <a:cubicBezTo>
                        <a:pt x="909597" y="882005"/>
                        <a:pt x="890484" y="894692"/>
                        <a:pt x="875808" y="885005"/>
                      </a:cubicBezTo>
                      <a:lnTo>
                        <a:pt x="0" y="3073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A4E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65" name="Google Shape;465;g3f3ba1429e3_0_4399"/>
                <p:cNvSpPr/>
                <p:nvPr/>
              </p:nvSpPr>
              <p:spPr>
                <a:xfrm>
                  <a:off x="7956926" y="4435158"/>
                  <a:ext cx="709564" cy="735003"/>
                </a:xfrm>
                <a:custGeom>
                  <a:rect b="b" l="l" r="r" t="t"/>
                  <a:pathLst>
                    <a:path extrusionOk="0" h="735003" w="709564">
                      <a:moveTo>
                        <a:pt x="678618" y="731650"/>
                      </a:moveTo>
                      <a:cubicBezTo>
                        <a:pt x="693295" y="741336"/>
                        <a:pt x="712407" y="728649"/>
                        <a:pt x="709211" y="711363"/>
                      </a:cubicBezTo>
                      <a:lnTo>
                        <a:pt x="601190" y="129155"/>
                      </a:lnTo>
                      <a:cubicBezTo>
                        <a:pt x="592384" y="81733"/>
                        <a:pt x="574153" y="38094"/>
                        <a:pt x="548615" y="0"/>
                      </a:cubicBezTo>
                      <a:cubicBezTo>
                        <a:pt x="633773" y="427581"/>
                        <a:pt x="572652" y="606670"/>
                        <a:pt x="383127" y="484005"/>
                      </a:cubicBezTo>
                      <a:cubicBezTo>
                        <a:pt x="193602" y="361308"/>
                        <a:pt x="146278" y="239132"/>
                        <a:pt x="165195" y="98040"/>
                      </a:cubicBezTo>
                      <a:cubicBezTo>
                        <a:pt x="85973" y="155214"/>
                        <a:pt x="32517" y="218422"/>
                        <a:pt x="0" y="284076"/>
                      </a:cubicBezTo>
                      <a:lnTo>
                        <a:pt x="678618" y="731650"/>
                      </a:lnTo>
                      <a:close/>
                    </a:path>
                  </a:pathLst>
                </a:custGeom>
                <a:solidFill>
                  <a:srgbClr val="2338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66" name="Google Shape;466;g3f3ba1429e3_0_4399"/>
                <p:cNvSpPr/>
                <p:nvPr/>
              </p:nvSpPr>
              <p:spPr>
                <a:xfrm>
                  <a:off x="7034055" y="2172109"/>
                  <a:ext cx="1451297" cy="2835734"/>
                </a:xfrm>
                <a:custGeom>
                  <a:rect b="b" l="l" r="r" t="t"/>
                  <a:pathLst>
                    <a:path extrusionOk="0" h="2835734" w="1451297">
                      <a:moveTo>
                        <a:pt x="540103" y="2835734"/>
                      </a:moveTo>
                      <a:lnTo>
                        <a:pt x="911195" y="2835734"/>
                      </a:lnTo>
                      <a:cubicBezTo>
                        <a:pt x="1117484" y="2629445"/>
                        <a:pt x="1451298" y="1971211"/>
                        <a:pt x="1451298" y="1252542"/>
                      </a:cubicBezTo>
                      <a:cubicBezTo>
                        <a:pt x="1451330" y="396988"/>
                        <a:pt x="725649" y="0"/>
                        <a:pt x="725649" y="0"/>
                      </a:cubicBezTo>
                      <a:cubicBezTo>
                        <a:pt x="725649" y="0"/>
                        <a:pt x="0" y="396988"/>
                        <a:pt x="0" y="1252575"/>
                      </a:cubicBezTo>
                      <a:cubicBezTo>
                        <a:pt x="0" y="1971211"/>
                        <a:pt x="323018" y="2618650"/>
                        <a:pt x="540103" y="2835734"/>
                      </a:cubicBezTo>
                      <a:close/>
                    </a:path>
                  </a:pathLst>
                </a:custGeom>
                <a:solidFill>
                  <a:srgbClr val="99C1FE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67" name="Google Shape;467;g3f3ba1429e3_0_4399"/>
                <p:cNvSpPr/>
                <p:nvPr/>
              </p:nvSpPr>
              <p:spPr>
                <a:xfrm>
                  <a:off x="7397320" y="2172110"/>
                  <a:ext cx="1088032" cy="2835734"/>
                </a:xfrm>
                <a:custGeom>
                  <a:rect b="b" l="l" r="r" t="t"/>
                  <a:pathLst>
                    <a:path extrusionOk="0" h="2835734" w="1088032">
                      <a:moveTo>
                        <a:pt x="589579" y="2435517"/>
                      </a:moveTo>
                      <a:cubicBezTo>
                        <a:pt x="387530" y="2679900"/>
                        <a:pt x="246895" y="2746794"/>
                        <a:pt x="0" y="2596374"/>
                      </a:cubicBezTo>
                      <a:cubicBezTo>
                        <a:pt x="61088" y="2699535"/>
                        <a:pt x="122306" y="2781202"/>
                        <a:pt x="176838" y="2835734"/>
                      </a:cubicBezTo>
                      <a:lnTo>
                        <a:pt x="547930" y="2835734"/>
                      </a:lnTo>
                      <a:cubicBezTo>
                        <a:pt x="754219" y="2629445"/>
                        <a:pt x="1088033" y="1971211"/>
                        <a:pt x="1088033" y="1252542"/>
                      </a:cubicBezTo>
                      <a:cubicBezTo>
                        <a:pt x="1088065" y="396988"/>
                        <a:pt x="362384" y="0"/>
                        <a:pt x="362384" y="0"/>
                      </a:cubicBezTo>
                      <a:cubicBezTo>
                        <a:pt x="1176419" y="572457"/>
                        <a:pt x="942929" y="1993814"/>
                        <a:pt x="589579" y="2435517"/>
                      </a:cubicBezTo>
                      <a:close/>
                    </a:path>
                  </a:pathLst>
                </a:custGeom>
                <a:solidFill>
                  <a:srgbClr val="66A3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68" name="Google Shape;468;g3f3ba1429e3_0_4399"/>
                <p:cNvSpPr/>
                <p:nvPr/>
              </p:nvSpPr>
              <p:spPr>
                <a:xfrm>
                  <a:off x="7349800" y="2784094"/>
                  <a:ext cx="831744" cy="831744"/>
                </a:xfrm>
                <a:custGeom>
                  <a:rect b="b" l="l" r="r" t="t"/>
                  <a:pathLst>
                    <a:path extrusionOk="0" h="831744" w="831744">
                      <a:moveTo>
                        <a:pt x="831745" y="415872"/>
                      </a:moveTo>
                      <a:cubicBezTo>
                        <a:pt x="831745" y="645552"/>
                        <a:pt x="645553" y="831745"/>
                        <a:pt x="415872" y="831745"/>
                      </a:cubicBezTo>
                      <a:cubicBezTo>
                        <a:pt x="186192" y="831745"/>
                        <a:pt x="0" y="645553"/>
                        <a:pt x="0" y="415872"/>
                      </a:cubicBezTo>
                      <a:cubicBezTo>
                        <a:pt x="0" y="186192"/>
                        <a:pt x="186192" y="0"/>
                        <a:pt x="415872" y="0"/>
                      </a:cubicBezTo>
                      <a:cubicBezTo>
                        <a:pt x="645552" y="0"/>
                        <a:pt x="831745" y="186192"/>
                        <a:pt x="831745" y="415872"/>
                      </a:cubicBezTo>
                      <a:close/>
                    </a:path>
                  </a:pathLst>
                </a:custGeom>
                <a:solidFill>
                  <a:srgbClr val="2338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69" name="Google Shape;469;g3f3ba1429e3_0_4399"/>
                <p:cNvSpPr/>
                <p:nvPr/>
              </p:nvSpPr>
              <p:spPr>
                <a:xfrm>
                  <a:off x="7323512" y="2768341"/>
                  <a:ext cx="831744" cy="831744"/>
                </a:xfrm>
                <a:custGeom>
                  <a:rect b="b" l="l" r="r" t="t"/>
                  <a:pathLst>
                    <a:path extrusionOk="0" h="831744" w="831744">
                      <a:moveTo>
                        <a:pt x="831745" y="415872"/>
                      </a:moveTo>
                      <a:cubicBezTo>
                        <a:pt x="831745" y="645552"/>
                        <a:pt x="645553" y="831745"/>
                        <a:pt x="415872" y="831745"/>
                      </a:cubicBezTo>
                      <a:cubicBezTo>
                        <a:pt x="186192" y="831745"/>
                        <a:pt x="0" y="645553"/>
                        <a:pt x="0" y="415872"/>
                      </a:cubicBezTo>
                      <a:cubicBezTo>
                        <a:pt x="0" y="186192"/>
                        <a:pt x="186192" y="0"/>
                        <a:pt x="415872" y="0"/>
                      </a:cubicBezTo>
                      <a:cubicBezTo>
                        <a:pt x="645552" y="0"/>
                        <a:pt x="831745" y="186192"/>
                        <a:pt x="831745" y="415872"/>
                      </a:cubicBezTo>
                      <a:close/>
                    </a:path>
                  </a:pathLst>
                </a:custGeom>
                <a:solidFill>
                  <a:srgbClr val="2A4E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70" name="Google Shape;470;g3f3ba1429e3_0_4399"/>
                <p:cNvSpPr/>
                <p:nvPr/>
              </p:nvSpPr>
              <p:spPr>
                <a:xfrm>
                  <a:off x="7709412" y="2804413"/>
                  <a:ext cx="59946" cy="59946"/>
                </a:xfrm>
                <a:custGeom>
                  <a:rect b="b" l="l" r="r" t="t"/>
                  <a:pathLst>
                    <a:path extrusionOk="0" h="59946" w="59946">
                      <a:moveTo>
                        <a:pt x="59946" y="29973"/>
                      </a:moveTo>
                      <a:cubicBezTo>
                        <a:pt x="59946" y="46527"/>
                        <a:pt x="46527" y="59946"/>
                        <a:pt x="29973" y="59946"/>
                      </a:cubicBezTo>
                      <a:cubicBezTo>
                        <a:pt x="13419" y="59946"/>
                        <a:pt x="0" y="46527"/>
                        <a:pt x="0" y="29973"/>
                      </a:cubicBezTo>
                      <a:cubicBezTo>
                        <a:pt x="0" y="13419"/>
                        <a:pt x="13419" y="0"/>
                        <a:pt x="29973" y="0"/>
                      </a:cubicBezTo>
                      <a:cubicBezTo>
                        <a:pt x="46527" y="0"/>
                        <a:pt x="59946" y="13419"/>
                        <a:pt x="59946" y="29973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71" name="Google Shape;471;g3f3ba1429e3_0_4399"/>
                <p:cNvSpPr/>
                <p:nvPr/>
              </p:nvSpPr>
              <p:spPr>
                <a:xfrm rot="-4040824">
                  <a:off x="7709401" y="3503999"/>
                  <a:ext cx="59923" cy="59923"/>
                </a:xfrm>
                <a:custGeom>
                  <a:rect b="b" l="l" r="r" t="t"/>
                  <a:pathLst>
                    <a:path extrusionOk="0" h="59946" w="59946">
                      <a:moveTo>
                        <a:pt x="59946" y="29973"/>
                      </a:moveTo>
                      <a:cubicBezTo>
                        <a:pt x="59946" y="46527"/>
                        <a:pt x="46527" y="59946"/>
                        <a:pt x="29973" y="59946"/>
                      </a:cubicBezTo>
                      <a:cubicBezTo>
                        <a:pt x="13419" y="59946"/>
                        <a:pt x="0" y="46527"/>
                        <a:pt x="0" y="29973"/>
                      </a:cubicBezTo>
                      <a:cubicBezTo>
                        <a:pt x="0" y="13419"/>
                        <a:pt x="13419" y="0"/>
                        <a:pt x="29973" y="0"/>
                      </a:cubicBezTo>
                      <a:cubicBezTo>
                        <a:pt x="46527" y="0"/>
                        <a:pt x="59946" y="13419"/>
                        <a:pt x="59946" y="29973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72" name="Google Shape;472;g3f3ba1429e3_0_4399"/>
                <p:cNvSpPr/>
                <p:nvPr/>
              </p:nvSpPr>
              <p:spPr>
                <a:xfrm>
                  <a:off x="7359617" y="3154241"/>
                  <a:ext cx="59946" cy="59946"/>
                </a:xfrm>
                <a:custGeom>
                  <a:rect b="b" l="l" r="r" t="t"/>
                  <a:pathLst>
                    <a:path extrusionOk="0" h="59946" w="59946">
                      <a:moveTo>
                        <a:pt x="59946" y="29973"/>
                      </a:moveTo>
                      <a:cubicBezTo>
                        <a:pt x="59946" y="46527"/>
                        <a:pt x="46527" y="59946"/>
                        <a:pt x="29973" y="59946"/>
                      </a:cubicBezTo>
                      <a:cubicBezTo>
                        <a:pt x="13419" y="59946"/>
                        <a:pt x="0" y="46527"/>
                        <a:pt x="0" y="29973"/>
                      </a:cubicBezTo>
                      <a:cubicBezTo>
                        <a:pt x="0" y="13419"/>
                        <a:pt x="13419" y="0"/>
                        <a:pt x="29973" y="0"/>
                      </a:cubicBezTo>
                      <a:cubicBezTo>
                        <a:pt x="46527" y="0"/>
                        <a:pt x="59946" y="13419"/>
                        <a:pt x="59946" y="29973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73" name="Google Shape;473;g3f3ba1429e3_0_4399"/>
                <p:cNvSpPr/>
                <p:nvPr/>
              </p:nvSpPr>
              <p:spPr>
                <a:xfrm rot="-4059997">
                  <a:off x="8059192" y="3154122"/>
                  <a:ext cx="59948" cy="59948"/>
                </a:xfrm>
                <a:custGeom>
                  <a:rect b="b" l="l" r="r" t="t"/>
                  <a:pathLst>
                    <a:path extrusionOk="0" h="59947" w="59947">
                      <a:moveTo>
                        <a:pt x="59947" y="29974"/>
                      </a:moveTo>
                      <a:cubicBezTo>
                        <a:pt x="59947" y="46528"/>
                        <a:pt x="46528" y="59947"/>
                        <a:pt x="29974" y="59947"/>
                      </a:cubicBezTo>
                      <a:cubicBezTo>
                        <a:pt x="13420" y="59947"/>
                        <a:pt x="0" y="46528"/>
                        <a:pt x="0" y="29974"/>
                      </a:cubicBezTo>
                      <a:cubicBezTo>
                        <a:pt x="0" y="13420"/>
                        <a:pt x="13420" y="0"/>
                        <a:pt x="29974" y="0"/>
                      </a:cubicBezTo>
                      <a:cubicBezTo>
                        <a:pt x="46528" y="0"/>
                        <a:pt x="59947" y="13420"/>
                        <a:pt x="59947" y="29974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74" name="Google Shape;474;g3f3ba1429e3_0_4399"/>
                <p:cNvSpPr/>
                <p:nvPr/>
              </p:nvSpPr>
              <p:spPr>
                <a:xfrm>
                  <a:off x="7462052" y="2906881"/>
                  <a:ext cx="59962" cy="59962"/>
                </a:xfrm>
                <a:custGeom>
                  <a:rect b="b" l="l" r="r" t="t"/>
                  <a:pathLst>
                    <a:path extrusionOk="0" h="59962" w="59962">
                      <a:moveTo>
                        <a:pt x="51181" y="8782"/>
                      </a:moveTo>
                      <a:cubicBezTo>
                        <a:pt x="62890" y="20490"/>
                        <a:pt x="62890" y="39472"/>
                        <a:pt x="51181" y="51181"/>
                      </a:cubicBezTo>
                      <a:cubicBezTo>
                        <a:pt x="39472" y="62890"/>
                        <a:pt x="20490" y="62890"/>
                        <a:pt x="8782" y="51181"/>
                      </a:cubicBezTo>
                      <a:cubicBezTo>
                        <a:pt x="-2927" y="39472"/>
                        <a:pt x="-2927" y="20490"/>
                        <a:pt x="8782" y="8782"/>
                      </a:cubicBezTo>
                      <a:cubicBezTo>
                        <a:pt x="20490" y="-2927"/>
                        <a:pt x="39472" y="-2927"/>
                        <a:pt x="51181" y="8782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75" name="Google Shape;475;g3f3ba1429e3_0_4399"/>
                <p:cNvSpPr/>
                <p:nvPr/>
              </p:nvSpPr>
              <p:spPr>
                <a:xfrm>
                  <a:off x="7956755" y="3401584"/>
                  <a:ext cx="59962" cy="59962"/>
                </a:xfrm>
                <a:custGeom>
                  <a:rect b="b" l="l" r="r" t="t"/>
                  <a:pathLst>
                    <a:path extrusionOk="0" h="59962" w="59962">
                      <a:moveTo>
                        <a:pt x="51181" y="8782"/>
                      </a:moveTo>
                      <a:cubicBezTo>
                        <a:pt x="39472" y="-2927"/>
                        <a:pt x="20490" y="-2927"/>
                        <a:pt x="8782" y="8782"/>
                      </a:cubicBezTo>
                      <a:cubicBezTo>
                        <a:pt x="-2927" y="20490"/>
                        <a:pt x="-2927" y="39472"/>
                        <a:pt x="8782" y="51181"/>
                      </a:cubicBezTo>
                      <a:cubicBezTo>
                        <a:pt x="20490" y="62890"/>
                        <a:pt x="39472" y="62890"/>
                        <a:pt x="51181" y="51181"/>
                      </a:cubicBezTo>
                      <a:cubicBezTo>
                        <a:pt x="62890" y="39472"/>
                        <a:pt x="62890" y="20490"/>
                        <a:pt x="51181" y="8782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76" name="Google Shape;476;g3f3ba1429e3_0_4399"/>
                <p:cNvSpPr/>
                <p:nvPr/>
              </p:nvSpPr>
              <p:spPr>
                <a:xfrm>
                  <a:off x="7462052" y="3401584"/>
                  <a:ext cx="59962" cy="59962"/>
                </a:xfrm>
                <a:custGeom>
                  <a:rect b="b" l="l" r="r" t="t"/>
                  <a:pathLst>
                    <a:path extrusionOk="0" h="59962" w="59962">
                      <a:moveTo>
                        <a:pt x="8782" y="8782"/>
                      </a:moveTo>
                      <a:cubicBezTo>
                        <a:pt x="20490" y="-2927"/>
                        <a:pt x="39472" y="-2927"/>
                        <a:pt x="51181" y="8782"/>
                      </a:cubicBezTo>
                      <a:cubicBezTo>
                        <a:pt x="62890" y="20490"/>
                        <a:pt x="62890" y="39472"/>
                        <a:pt x="51181" y="51181"/>
                      </a:cubicBezTo>
                      <a:cubicBezTo>
                        <a:pt x="39472" y="62890"/>
                        <a:pt x="20490" y="62890"/>
                        <a:pt x="8782" y="51181"/>
                      </a:cubicBezTo>
                      <a:cubicBezTo>
                        <a:pt x="-2927" y="39472"/>
                        <a:pt x="-2927" y="20490"/>
                        <a:pt x="8782" y="8782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77" name="Google Shape;477;g3f3ba1429e3_0_4399"/>
                <p:cNvSpPr/>
                <p:nvPr/>
              </p:nvSpPr>
              <p:spPr>
                <a:xfrm>
                  <a:off x="7956755" y="2906881"/>
                  <a:ext cx="59962" cy="59962"/>
                </a:xfrm>
                <a:custGeom>
                  <a:rect b="b" l="l" r="r" t="t"/>
                  <a:pathLst>
                    <a:path extrusionOk="0" h="59962" w="59962">
                      <a:moveTo>
                        <a:pt x="8782" y="8782"/>
                      </a:moveTo>
                      <a:cubicBezTo>
                        <a:pt x="-2927" y="20490"/>
                        <a:pt x="-2927" y="39472"/>
                        <a:pt x="8782" y="51181"/>
                      </a:cubicBezTo>
                      <a:cubicBezTo>
                        <a:pt x="20490" y="62890"/>
                        <a:pt x="39472" y="62890"/>
                        <a:pt x="51181" y="51181"/>
                      </a:cubicBezTo>
                      <a:cubicBezTo>
                        <a:pt x="62890" y="39472"/>
                        <a:pt x="62890" y="20490"/>
                        <a:pt x="51181" y="8782"/>
                      </a:cubicBezTo>
                      <a:cubicBezTo>
                        <a:pt x="39472" y="-2927"/>
                        <a:pt x="20490" y="-2927"/>
                        <a:pt x="8782" y="8782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78" name="Google Shape;478;g3f3ba1429e3_0_4399"/>
                <p:cNvSpPr/>
                <p:nvPr/>
              </p:nvSpPr>
              <p:spPr>
                <a:xfrm rot="-2700000">
                  <a:off x="7475039" y="2914399"/>
                  <a:ext cx="556452" cy="556452"/>
                </a:xfrm>
                <a:custGeom>
                  <a:rect b="b" l="l" r="r" t="t"/>
                  <a:pathLst>
                    <a:path extrusionOk="0" h="556143" w="556143">
                      <a:moveTo>
                        <a:pt x="556144" y="278072"/>
                      </a:moveTo>
                      <a:cubicBezTo>
                        <a:pt x="556144" y="431647"/>
                        <a:pt x="431647" y="556144"/>
                        <a:pt x="278072" y="556144"/>
                      </a:cubicBezTo>
                      <a:cubicBezTo>
                        <a:pt x="124497" y="556144"/>
                        <a:pt x="0" y="431647"/>
                        <a:pt x="0" y="278072"/>
                      </a:cubicBezTo>
                      <a:cubicBezTo>
                        <a:pt x="0" y="124497"/>
                        <a:pt x="124497" y="0"/>
                        <a:pt x="278072" y="0"/>
                      </a:cubicBezTo>
                      <a:cubicBezTo>
                        <a:pt x="431647" y="0"/>
                        <a:pt x="556144" y="124497"/>
                        <a:pt x="556144" y="278072"/>
                      </a:cubicBezTo>
                      <a:close/>
                    </a:path>
                  </a:pathLst>
                </a:custGeom>
                <a:solidFill>
                  <a:srgbClr val="77A4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79" name="Google Shape;479;g3f3ba1429e3_0_4399"/>
                <p:cNvSpPr/>
                <p:nvPr/>
              </p:nvSpPr>
              <p:spPr>
                <a:xfrm>
                  <a:off x="7461277" y="2906139"/>
                  <a:ext cx="430125" cy="519326"/>
                </a:xfrm>
                <a:custGeom>
                  <a:rect b="b" l="l" r="r" t="t"/>
                  <a:pathLst>
                    <a:path extrusionOk="0" h="519326" w="430125">
                      <a:moveTo>
                        <a:pt x="13698" y="286489"/>
                      </a:moveTo>
                      <a:cubicBezTo>
                        <a:pt x="13698" y="132906"/>
                        <a:pt x="138189" y="8415"/>
                        <a:pt x="291773" y="8415"/>
                      </a:cubicBezTo>
                      <a:cubicBezTo>
                        <a:pt x="342130" y="8415"/>
                        <a:pt x="389389" y="21819"/>
                        <a:pt x="430125" y="45237"/>
                      </a:cubicBezTo>
                      <a:cubicBezTo>
                        <a:pt x="386421" y="16634"/>
                        <a:pt x="334205" y="0"/>
                        <a:pt x="278075" y="0"/>
                      </a:cubicBezTo>
                      <a:cubicBezTo>
                        <a:pt x="124491" y="0"/>
                        <a:pt x="0" y="124491"/>
                        <a:pt x="0" y="278075"/>
                      </a:cubicBezTo>
                      <a:cubicBezTo>
                        <a:pt x="0" y="381268"/>
                        <a:pt x="56228" y="471350"/>
                        <a:pt x="139722" y="519327"/>
                      </a:cubicBezTo>
                      <a:cubicBezTo>
                        <a:pt x="63860" y="469687"/>
                        <a:pt x="13698" y="383942"/>
                        <a:pt x="13698" y="286489"/>
                      </a:cubicBezTo>
                      <a:close/>
                    </a:path>
                  </a:pathLst>
                </a:custGeom>
                <a:solidFill>
                  <a:srgbClr val="5D8DD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80" name="Google Shape;480;g3f3ba1429e3_0_4399"/>
                <p:cNvSpPr/>
                <p:nvPr/>
              </p:nvSpPr>
              <p:spPr>
                <a:xfrm>
                  <a:off x="7505471" y="2950300"/>
                  <a:ext cx="330421" cy="330421"/>
                </a:xfrm>
                <a:custGeom>
                  <a:rect b="b" l="l" r="r" t="t"/>
                  <a:pathLst>
                    <a:path extrusionOk="0" h="330421" w="330421">
                      <a:moveTo>
                        <a:pt x="17351" y="320604"/>
                      </a:moveTo>
                      <a:cubicBezTo>
                        <a:pt x="17351" y="153127"/>
                        <a:pt x="153127" y="17351"/>
                        <a:pt x="320604" y="17351"/>
                      </a:cubicBezTo>
                      <a:cubicBezTo>
                        <a:pt x="323899" y="17351"/>
                        <a:pt x="327160" y="17416"/>
                        <a:pt x="330421" y="17514"/>
                      </a:cubicBezTo>
                      <a:cubicBezTo>
                        <a:pt x="302568" y="6229"/>
                        <a:pt x="272139" y="0"/>
                        <a:pt x="240209" y="0"/>
                      </a:cubicBezTo>
                      <a:cubicBezTo>
                        <a:pt x="107531" y="0"/>
                        <a:pt x="0" y="107564"/>
                        <a:pt x="0" y="240209"/>
                      </a:cubicBezTo>
                      <a:cubicBezTo>
                        <a:pt x="0" y="272106"/>
                        <a:pt x="6229" y="302568"/>
                        <a:pt x="17514" y="330421"/>
                      </a:cubicBezTo>
                      <a:cubicBezTo>
                        <a:pt x="17416" y="327160"/>
                        <a:pt x="17351" y="323898"/>
                        <a:pt x="17351" y="320604"/>
                      </a:cubicBezTo>
                      <a:close/>
                    </a:path>
                  </a:pathLst>
                </a:custGeom>
                <a:solidFill>
                  <a:srgbClr val="8EB2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81" name="Google Shape;481;g3f3ba1429e3_0_4399"/>
                <p:cNvSpPr/>
                <p:nvPr/>
              </p:nvSpPr>
              <p:spPr>
                <a:xfrm>
                  <a:off x="7499111" y="4966357"/>
                  <a:ext cx="521251" cy="82972"/>
                </a:xfrm>
                <a:custGeom>
                  <a:rect b="b" l="l" r="r" t="t"/>
                  <a:pathLst>
                    <a:path extrusionOk="0" h="82972" w="521251">
                      <a:moveTo>
                        <a:pt x="479732" y="82972"/>
                      </a:moveTo>
                      <a:lnTo>
                        <a:pt x="41486" y="82972"/>
                      </a:lnTo>
                      <a:cubicBezTo>
                        <a:pt x="18558" y="82972"/>
                        <a:pt x="0" y="64382"/>
                        <a:pt x="0" y="41486"/>
                      </a:cubicBezTo>
                      <a:lnTo>
                        <a:pt x="0" y="41486"/>
                      </a:lnTo>
                      <a:cubicBezTo>
                        <a:pt x="0" y="18558"/>
                        <a:pt x="18591" y="0"/>
                        <a:pt x="41486" y="0"/>
                      </a:cubicBezTo>
                      <a:lnTo>
                        <a:pt x="479765" y="0"/>
                      </a:lnTo>
                      <a:cubicBezTo>
                        <a:pt x="502693" y="0"/>
                        <a:pt x="521251" y="18591"/>
                        <a:pt x="521251" y="41486"/>
                      </a:cubicBezTo>
                      <a:lnTo>
                        <a:pt x="521251" y="41486"/>
                      </a:lnTo>
                      <a:cubicBezTo>
                        <a:pt x="521219" y="64414"/>
                        <a:pt x="502661" y="82972"/>
                        <a:pt x="479732" y="82972"/>
                      </a:cubicBezTo>
                      <a:close/>
                    </a:path>
                  </a:pathLst>
                </a:custGeom>
                <a:solidFill>
                  <a:srgbClr val="2A4E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482" name="Google Shape;482;g3f3ba1429e3_0_4399"/>
                <p:cNvSpPr/>
                <p:nvPr/>
              </p:nvSpPr>
              <p:spPr>
                <a:xfrm>
                  <a:off x="7509808" y="4966357"/>
                  <a:ext cx="510553" cy="82972"/>
                </a:xfrm>
                <a:custGeom>
                  <a:rect b="b" l="l" r="r" t="t"/>
                  <a:pathLst>
                    <a:path extrusionOk="0" h="82972" w="510553">
                      <a:moveTo>
                        <a:pt x="469035" y="0"/>
                      </a:moveTo>
                      <a:lnTo>
                        <a:pt x="461957" y="0"/>
                      </a:lnTo>
                      <a:cubicBezTo>
                        <a:pt x="468611" y="7371"/>
                        <a:pt x="472655" y="17123"/>
                        <a:pt x="472655" y="27821"/>
                      </a:cubicBezTo>
                      <a:cubicBezTo>
                        <a:pt x="472655" y="50749"/>
                        <a:pt x="454097" y="69307"/>
                        <a:pt x="431169" y="69307"/>
                      </a:cubicBezTo>
                      <a:lnTo>
                        <a:pt x="0" y="69307"/>
                      </a:lnTo>
                      <a:cubicBezTo>
                        <a:pt x="7599" y="77689"/>
                        <a:pt x="18558" y="82972"/>
                        <a:pt x="30788" y="82972"/>
                      </a:cubicBezTo>
                      <a:lnTo>
                        <a:pt x="469067" y="82972"/>
                      </a:lnTo>
                      <a:cubicBezTo>
                        <a:pt x="491996" y="82972"/>
                        <a:pt x="510554" y="64382"/>
                        <a:pt x="510554" y="41486"/>
                      </a:cubicBezTo>
                      <a:lnTo>
                        <a:pt x="510554" y="41486"/>
                      </a:lnTo>
                      <a:cubicBezTo>
                        <a:pt x="510521" y="18591"/>
                        <a:pt x="491963" y="0"/>
                        <a:pt x="469035" y="0"/>
                      </a:cubicBezTo>
                      <a:close/>
                    </a:path>
                  </a:pathLst>
                </a:custGeom>
                <a:solidFill>
                  <a:srgbClr val="2338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</p:grpSp>
      </p:grpSp>
      <p:sp>
        <p:nvSpPr>
          <p:cNvPr id="483" name="Google Shape;483;g3f3ba1429e3_0_4399"/>
          <p:cNvSpPr txBox="1"/>
          <p:nvPr/>
        </p:nvSpPr>
        <p:spPr>
          <a:xfrm>
            <a:off x="680025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Explore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g3f3ba1429e3_0_4399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f3ba1429e3_0_4437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79"/>
              <a:buFont typeface="Verdana"/>
              <a:buNone/>
              <a:defRPr b="0" i="0" sz="5579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7" name="Google Shape;487;g3f3ba1429e3_0_4437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88" name="Google Shape;488;g3f3ba1429e3_0_4437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89" name="Google Shape;489;g3f3ba1429e3_0_4437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490" name="Google Shape;490;g3f3ba1429e3_0_4437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">
  <p:cSld name="Transition slide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f3ba1429e3_0_4443"/>
          <p:cNvSpPr/>
          <p:nvPr/>
        </p:nvSpPr>
        <p:spPr>
          <a:xfrm>
            <a:off x="2292581" y="0"/>
            <a:ext cx="72000" cy="14925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93" name="Google Shape;493;g3f3ba1429e3_0_4443"/>
          <p:cNvSpPr/>
          <p:nvPr/>
        </p:nvSpPr>
        <p:spPr>
          <a:xfrm>
            <a:off x="2256531" y="0"/>
            <a:ext cx="72000" cy="1491900"/>
          </a:xfrm>
          <a:prstGeom prst="rect">
            <a:avLst/>
          </a:prstGeom>
          <a:solidFill>
            <a:srgbClr val="FC7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94" name="Google Shape;494;g3f3ba1429e3_0_4443"/>
          <p:cNvSpPr/>
          <p:nvPr/>
        </p:nvSpPr>
        <p:spPr>
          <a:xfrm>
            <a:off x="9686155" y="698"/>
            <a:ext cx="72000" cy="15546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495" name="Google Shape;495;g3f3ba1429e3_0_4443"/>
          <p:cNvGrpSpPr/>
          <p:nvPr/>
        </p:nvGrpSpPr>
        <p:grpSpPr>
          <a:xfrm>
            <a:off x="911104" y="1079070"/>
            <a:ext cx="10369887" cy="4698606"/>
            <a:chOff x="1290381" y="1417103"/>
            <a:chExt cx="9045610" cy="4098575"/>
          </a:xfrm>
        </p:grpSpPr>
        <p:sp>
          <p:nvSpPr>
            <p:cNvPr id="496" name="Google Shape;496;g3f3ba1429e3_0_4443"/>
            <p:cNvSpPr/>
            <p:nvPr/>
          </p:nvSpPr>
          <p:spPr>
            <a:xfrm>
              <a:off x="1363291" y="1491778"/>
              <a:ext cx="8972700" cy="40239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497" name="Google Shape;497;g3f3ba1429e3_0_4443"/>
            <p:cNvSpPr/>
            <p:nvPr/>
          </p:nvSpPr>
          <p:spPr>
            <a:xfrm>
              <a:off x="1290381" y="1417103"/>
              <a:ext cx="8972700" cy="40239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498" name="Google Shape;498;g3f3ba1429e3_0_4443"/>
          <p:cNvSpPr/>
          <p:nvPr/>
        </p:nvSpPr>
        <p:spPr>
          <a:xfrm>
            <a:off x="9650105" y="0"/>
            <a:ext cx="72000" cy="1554600"/>
          </a:xfrm>
          <a:prstGeom prst="rect">
            <a:avLst/>
          </a:prstGeom>
          <a:solidFill>
            <a:srgbClr val="FC7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99" name="Google Shape;499;g3f3ba1429e3_0_4443"/>
          <p:cNvSpPr txBox="1"/>
          <p:nvPr>
            <p:ph idx="1" type="body"/>
          </p:nvPr>
        </p:nvSpPr>
        <p:spPr>
          <a:xfrm>
            <a:off x="994679" y="1164672"/>
            <a:ext cx="10105200" cy="44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Contents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f3ba1429e3_0_4452"/>
          <p:cNvSpPr txBox="1"/>
          <p:nvPr>
            <p:ph idx="1" type="body"/>
          </p:nvPr>
        </p:nvSpPr>
        <p:spPr>
          <a:xfrm>
            <a:off x="2704330" y="1163553"/>
            <a:ext cx="100500" cy="3108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02" name="Google Shape;502;g3f3ba1429e3_0_4452"/>
          <p:cNvSpPr txBox="1"/>
          <p:nvPr>
            <p:ph idx="2" type="body"/>
          </p:nvPr>
        </p:nvSpPr>
        <p:spPr>
          <a:xfrm>
            <a:off x="2568593" y="1667167"/>
            <a:ext cx="8285700" cy="35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5974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640"/>
              <a:buFont typeface="Noto Sans Symbols"/>
              <a:buChar char="∙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42672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3120"/>
              <a:buFont typeface="Noto Sans Symbols"/>
              <a:buChar char="∙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937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∙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7719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∙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7719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∙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03" name="Google Shape;503;g3f3ba1429e3_0_4452"/>
          <p:cNvSpPr txBox="1"/>
          <p:nvPr/>
        </p:nvSpPr>
        <p:spPr>
          <a:xfrm>
            <a:off x="996843" y="968220"/>
            <a:ext cx="42075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00"/>
              <a:buFont typeface="Quicksand"/>
              <a:buNone/>
            </a:pPr>
            <a:r>
              <a:rPr b="1" i="0" lang="en-US" sz="54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CONTENTS </a:t>
            </a:r>
            <a:endParaRPr b="1" i="0" sz="5400" u="none" cap="none" strike="noStrike">
              <a:solidFill>
                <a:srgbClr val="FC7C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04" name="Google Shape;504;g3f3ba1429e3_0_4452"/>
          <p:cNvSpPr txBox="1"/>
          <p:nvPr/>
        </p:nvSpPr>
        <p:spPr>
          <a:xfrm>
            <a:off x="1085620" y="597608"/>
            <a:ext cx="33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small" strike="noStrike">
                <a:solidFill>
                  <a:srgbClr val="757070"/>
                </a:solidFill>
                <a:latin typeface="Quicksand"/>
                <a:ea typeface="Quicksand"/>
                <a:cs typeface="Quicksand"/>
                <a:sym typeface="Quicksand"/>
              </a:rPr>
              <a:t>Session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3f3ba1429e3_0_4452"/>
          <p:cNvSpPr txBox="1"/>
          <p:nvPr>
            <p:ph idx="3" type="body"/>
          </p:nvPr>
        </p:nvSpPr>
        <p:spPr>
          <a:xfrm>
            <a:off x="2333229" y="654684"/>
            <a:ext cx="570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">
  <p:cSld name="Recap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f3ba1429e3_0_4458"/>
          <p:cNvSpPr txBox="1"/>
          <p:nvPr/>
        </p:nvSpPr>
        <p:spPr>
          <a:xfrm>
            <a:off x="973639" y="2890391"/>
            <a:ext cx="4093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Now, Let’s Preview Our Tasks…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8" name="Google Shape;508;g3f3ba1429e3_0_44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60725" y="778588"/>
            <a:ext cx="5309935" cy="5309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ontent T2">
  <p:cSld name="Title with content T2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f3ba1429e3_0_4461"/>
          <p:cNvSpPr txBox="1"/>
          <p:nvPr>
            <p:ph idx="1" type="body"/>
          </p:nvPr>
        </p:nvSpPr>
        <p:spPr>
          <a:xfrm>
            <a:off x="781050" y="1581150"/>
            <a:ext cx="10477500" cy="44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grpSp>
        <p:nvGrpSpPr>
          <p:cNvPr id="511" name="Google Shape;511;g3f3ba1429e3_0_4461"/>
          <p:cNvGrpSpPr/>
          <p:nvPr/>
        </p:nvGrpSpPr>
        <p:grpSpPr>
          <a:xfrm>
            <a:off x="-1" y="579518"/>
            <a:ext cx="7079588" cy="823623"/>
            <a:chOff x="0" y="579518"/>
            <a:chExt cx="4146900" cy="823623"/>
          </a:xfrm>
        </p:grpSpPr>
        <p:sp>
          <p:nvSpPr>
            <p:cNvPr id="512" name="Google Shape;512;g3f3ba1429e3_0_4461"/>
            <p:cNvSpPr/>
            <p:nvPr/>
          </p:nvSpPr>
          <p:spPr>
            <a:xfrm>
              <a:off x="0" y="676841"/>
              <a:ext cx="41469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513" name="Google Shape;513;g3f3ba1429e3_0_4461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514" name="Google Shape;514;g3f3ba1429e3_0_4461"/>
          <p:cNvSpPr txBox="1"/>
          <p:nvPr>
            <p:ph idx="2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15" name="Google Shape;515;g3f3ba1429e3_0_4461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wo content T1">
  <p:cSld name="Title with two content T1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7" name="Google Shape;517;g3f3ba1429e3_0_4468"/>
          <p:cNvGrpSpPr/>
          <p:nvPr/>
        </p:nvGrpSpPr>
        <p:grpSpPr>
          <a:xfrm>
            <a:off x="0" y="579518"/>
            <a:ext cx="4207500" cy="823623"/>
            <a:chOff x="0" y="579518"/>
            <a:chExt cx="4207500" cy="823623"/>
          </a:xfrm>
        </p:grpSpPr>
        <p:sp>
          <p:nvSpPr>
            <p:cNvPr id="518" name="Google Shape;518;g3f3ba1429e3_0_4468"/>
            <p:cNvSpPr/>
            <p:nvPr/>
          </p:nvSpPr>
          <p:spPr>
            <a:xfrm>
              <a:off x="0" y="676841"/>
              <a:ext cx="42075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519" name="Google Shape;519;g3f3ba1429e3_0_4468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520" name="Google Shape;520;g3f3ba1429e3_0_4468"/>
          <p:cNvSpPr txBox="1"/>
          <p:nvPr>
            <p:ph idx="1" type="body"/>
          </p:nvPr>
        </p:nvSpPr>
        <p:spPr>
          <a:xfrm>
            <a:off x="540696" y="1677302"/>
            <a:ext cx="3169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21" name="Google Shape;521;g3f3ba1429e3_0_4468"/>
          <p:cNvSpPr txBox="1"/>
          <p:nvPr>
            <p:ph idx="2" type="body"/>
          </p:nvPr>
        </p:nvSpPr>
        <p:spPr>
          <a:xfrm>
            <a:off x="3901440" y="1677302"/>
            <a:ext cx="7749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22" name="Google Shape;522;g3f3ba1429e3_0_4468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23" name="Google Shape;523;g3f3ba1429e3_0_4468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wo Contents T2">
  <p:cSld name="Title with Two Contents T2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5" name="Google Shape;525;g3f3ba1429e3_0_4476"/>
          <p:cNvGrpSpPr/>
          <p:nvPr/>
        </p:nvGrpSpPr>
        <p:grpSpPr>
          <a:xfrm>
            <a:off x="-1" y="579518"/>
            <a:ext cx="7079588" cy="823623"/>
            <a:chOff x="0" y="579518"/>
            <a:chExt cx="4146900" cy="823623"/>
          </a:xfrm>
        </p:grpSpPr>
        <p:sp>
          <p:nvSpPr>
            <p:cNvPr id="526" name="Google Shape;526;g3f3ba1429e3_0_4476"/>
            <p:cNvSpPr/>
            <p:nvPr/>
          </p:nvSpPr>
          <p:spPr>
            <a:xfrm>
              <a:off x="0" y="676841"/>
              <a:ext cx="41469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527" name="Google Shape;527;g3f3ba1429e3_0_4476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528" name="Google Shape;528;g3f3ba1429e3_0_4476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g3f3ba1429e3_0_4476"/>
          <p:cNvSpPr txBox="1"/>
          <p:nvPr>
            <p:ph idx="1" type="body"/>
          </p:nvPr>
        </p:nvSpPr>
        <p:spPr>
          <a:xfrm>
            <a:off x="540696" y="1677302"/>
            <a:ext cx="3169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30" name="Google Shape;530;g3f3ba1429e3_0_4476"/>
          <p:cNvSpPr txBox="1"/>
          <p:nvPr>
            <p:ph idx="2" type="body"/>
          </p:nvPr>
        </p:nvSpPr>
        <p:spPr>
          <a:xfrm>
            <a:off x="3901440" y="1677302"/>
            <a:ext cx="7749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31" name="Google Shape;531;g3f3ba1429e3_0_4476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32" name="Google Shape;532;g3f3ba1429e3_0_4476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omparison T1">
  <p:cSld name="Title with Comparison T1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4" name="Google Shape;534;g3f3ba1429e3_0_4485"/>
          <p:cNvGrpSpPr/>
          <p:nvPr/>
        </p:nvGrpSpPr>
        <p:grpSpPr>
          <a:xfrm>
            <a:off x="0" y="579518"/>
            <a:ext cx="4207500" cy="823623"/>
            <a:chOff x="0" y="579518"/>
            <a:chExt cx="4207500" cy="823623"/>
          </a:xfrm>
        </p:grpSpPr>
        <p:sp>
          <p:nvSpPr>
            <p:cNvPr id="535" name="Google Shape;535;g3f3ba1429e3_0_4485"/>
            <p:cNvSpPr/>
            <p:nvPr/>
          </p:nvSpPr>
          <p:spPr>
            <a:xfrm>
              <a:off x="0" y="676841"/>
              <a:ext cx="42075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536" name="Google Shape;536;g3f3ba1429e3_0_4485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537" name="Google Shape;537;g3f3ba1429e3_0_4485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g3f3ba1429e3_0_4485"/>
          <p:cNvSpPr txBox="1"/>
          <p:nvPr>
            <p:ph idx="1" type="body"/>
          </p:nvPr>
        </p:nvSpPr>
        <p:spPr>
          <a:xfrm>
            <a:off x="490194" y="1461565"/>
            <a:ext cx="55059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39" name="Google Shape;539;g3f3ba1429e3_0_4485"/>
          <p:cNvSpPr txBox="1"/>
          <p:nvPr>
            <p:ph idx="2" type="body"/>
          </p:nvPr>
        </p:nvSpPr>
        <p:spPr>
          <a:xfrm>
            <a:off x="490194" y="2275952"/>
            <a:ext cx="5505900" cy="3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40" name="Google Shape;540;g3f3ba1429e3_0_4485"/>
          <p:cNvSpPr txBox="1"/>
          <p:nvPr>
            <p:ph idx="3" type="body"/>
          </p:nvPr>
        </p:nvSpPr>
        <p:spPr>
          <a:xfrm>
            <a:off x="6170612" y="1461565"/>
            <a:ext cx="54621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41" name="Google Shape;541;g3f3ba1429e3_0_4485"/>
          <p:cNvSpPr txBox="1"/>
          <p:nvPr>
            <p:ph idx="4" type="body"/>
          </p:nvPr>
        </p:nvSpPr>
        <p:spPr>
          <a:xfrm>
            <a:off x="6170611" y="2275952"/>
            <a:ext cx="5462100" cy="3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42" name="Google Shape;542;g3f3ba1429e3_0_4485"/>
          <p:cNvSpPr txBox="1"/>
          <p:nvPr>
            <p:ph idx="5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43" name="Google Shape;543;g3f3ba1429e3_0_4485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storming">
  <p:cSld name="Brainstorming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5" name="Google Shape;545;g3f3ba1429e3_0_4496"/>
          <p:cNvGrpSpPr/>
          <p:nvPr/>
        </p:nvGrpSpPr>
        <p:grpSpPr>
          <a:xfrm>
            <a:off x="680011" y="-12733"/>
            <a:ext cx="4628621" cy="1818822"/>
            <a:chOff x="536716" y="-17702"/>
            <a:chExt cx="5955508" cy="2340224"/>
          </a:xfrm>
        </p:grpSpPr>
        <p:sp>
          <p:nvSpPr>
            <p:cNvPr id="546" name="Google Shape;546;g3f3ba1429e3_0_4496"/>
            <p:cNvSpPr/>
            <p:nvPr/>
          </p:nvSpPr>
          <p:spPr>
            <a:xfrm>
              <a:off x="5830491" y="-16804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547" name="Google Shape;547;g3f3ba1429e3_0_4496"/>
            <p:cNvGrpSpPr/>
            <p:nvPr/>
          </p:nvGrpSpPr>
          <p:grpSpPr>
            <a:xfrm>
              <a:off x="536716" y="-17702"/>
              <a:ext cx="5955508" cy="2340224"/>
              <a:chOff x="947530" y="-17702"/>
              <a:chExt cx="5955508" cy="2340224"/>
            </a:xfrm>
          </p:grpSpPr>
          <p:sp>
            <p:nvSpPr>
              <p:cNvPr id="548" name="Google Shape;548;g3f3ba1429e3_0_4496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549" name="Google Shape;549;g3f3ba1429e3_0_4496"/>
              <p:cNvSpPr/>
              <p:nvPr/>
            </p:nvSpPr>
            <p:spPr>
              <a:xfrm>
                <a:off x="1041338" y="920922"/>
                <a:ext cx="58617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550" name="Google Shape;550;g3f3ba1429e3_0_4496"/>
              <p:cNvSpPr/>
              <p:nvPr/>
            </p:nvSpPr>
            <p:spPr>
              <a:xfrm>
                <a:off x="947530" y="824843"/>
                <a:ext cx="58617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551" name="Google Shape;551;g3f3ba1429e3_0_4496"/>
              <p:cNvSpPr/>
              <p:nvPr/>
            </p:nvSpPr>
            <p:spPr>
              <a:xfrm>
                <a:off x="6194922" y="-17702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552" name="Google Shape;552;g3f3ba1429e3_0_4496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553" name="Google Shape;553;g3f3ba1429e3_0_4496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g3f3ba1429e3_0_4496"/>
          <p:cNvSpPr txBox="1"/>
          <p:nvPr/>
        </p:nvSpPr>
        <p:spPr>
          <a:xfrm>
            <a:off x="639545" y="777563"/>
            <a:ext cx="4555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Brainstorming</a:t>
            </a:r>
            <a:endParaRPr b="0" i="0" sz="5400" u="none" cap="none" strike="noStrike">
              <a:solidFill>
                <a:schemeClr val="lt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555" name="Google Shape;555;g3f3ba1429e3_0_44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8431" y="498639"/>
            <a:ext cx="5860720" cy="5860720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g3f3ba1429e3_0_4496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est Your Work!">
  <p:cSld name="2_Test Your Work!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f3ba1429e3_0_4509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9" name="Google Shape;559;g3f3ba1429e3_0_45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5112" y="-209028"/>
            <a:ext cx="6581775" cy="6581775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g3f3ba1429e3_0_4509"/>
          <p:cNvSpPr txBox="1"/>
          <p:nvPr>
            <p:ph idx="1" type="body"/>
          </p:nvPr>
        </p:nvSpPr>
        <p:spPr>
          <a:xfrm>
            <a:off x="3789363" y="5721350"/>
            <a:ext cx="50910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f3ba1429e3_0_4513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3200"/>
              <a:buFont typeface="Fredoka"/>
              <a:buNone/>
              <a:defRPr b="1" i="0" sz="32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3" name="Google Shape;563;g3f3ba1429e3_0_4513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64" name="Google Shape;564;g3f3ba1429e3_0_4513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65" name="Google Shape;565;g3f3ba1429e3_0_4513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66" name="Google Shape;566;g3f3ba1429e3_0_4513"/>
          <p:cNvSpPr/>
          <p:nvPr/>
        </p:nvSpPr>
        <p:spPr>
          <a:xfrm>
            <a:off x="10619213" y="6082557"/>
            <a:ext cx="993300" cy="399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76200" rotWithShape="0" algn="tl" dir="2700000" dist="139700">
              <a:srgbClr val="000000">
                <a:alpha val="23137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f3ba1429e3_0_4519"/>
          <p:cNvSpPr txBox="1"/>
          <p:nvPr>
            <p:ph type="ctrTitle"/>
          </p:nvPr>
        </p:nvSpPr>
        <p:spPr>
          <a:xfrm>
            <a:off x="959999" y="1748091"/>
            <a:ext cx="5136000" cy="27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Quicksand"/>
              <a:buNone/>
              <a:defRPr b="1" i="0" sz="6933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9" name="Google Shape;569;g3f3ba1429e3_0_4519"/>
          <p:cNvSpPr txBox="1"/>
          <p:nvPr>
            <p:ph idx="1" type="subTitle"/>
          </p:nvPr>
        </p:nvSpPr>
        <p:spPr>
          <a:xfrm>
            <a:off x="959999" y="4366658"/>
            <a:ext cx="51360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1" i="0" sz="1867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70" name="Google Shape;570;g3f3ba1429e3_0_4519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g3f3ba1429e3_0_4519"/>
          <p:cNvSpPr txBox="1"/>
          <p:nvPr>
            <p:ph idx="2" type="body"/>
          </p:nvPr>
        </p:nvSpPr>
        <p:spPr>
          <a:xfrm>
            <a:off x="6618288" y="1296988"/>
            <a:ext cx="4799100" cy="46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72" name="Google Shape;572;g3f3ba1429e3_0_4519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"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f3ba1429e3_0_4525"/>
          <p:cNvSpPr txBox="1"/>
          <p:nvPr>
            <p:ph type="ctrTitle"/>
          </p:nvPr>
        </p:nvSpPr>
        <p:spPr>
          <a:xfrm>
            <a:off x="959999" y="1147200"/>
            <a:ext cx="10048200" cy="275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Fredoka"/>
              <a:buNone/>
              <a:defRPr b="1" i="0" sz="6933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5" name="Google Shape;575;g3f3ba1429e3_0_4525"/>
          <p:cNvSpPr txBox="1"/>
          <p:nvPr>
            <p:ph idx="1" type="subTitle"/>
          </p:nvPr>
        </p:nvSpPr>
        <p:spPr>
          <a:xfrm>
            <a:off x="959999" y="3765767"/>
            <a:ext cx="100482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0" i="0" sz="1867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76" name="Google Shape;576;g3f3ba1429e3_0_4525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g3f3ba1429e3_0_4525"/>
          <p:cNvSpPr txBox="1"/>
          <p:nvPr>
            <p:ph idx="2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 2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f3ba1429e3_0_4530"/>
          <p:cNvSpPr txBox="1"/>
          <p:nvPr>
            <p:ph type="ctrTitle"/>
          </p:nvPr>
        </p:nvSpPr>
        <p:spPr>
          <a:xfrm>
            <a:off x="579432" y="1300532"/>
            <a:ext cx="2430000" cy="371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Fredoka"/>
              <a:buNone/>
              <a:defRPr b="1" i="0" sz="48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0" name="Google Shape;580;g3f3ba1429e3_0_4530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g3f3ba1429e3_0_4530"/>
          <p:cNvSpPr txBox="1"/>
          <p:nvPr>
            <p:ph idx="1" type="body"/>
          </p:nvPr>
        </p:nvSpPr>
        <p:spPr>
          <a:xfrm>
            <a:off x="579432" y="548057"/>
            <a:ext cx="2430000" cy="6192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82" name="Google Shape;582;g3f3ba1429e3_0_4530"/>
          <p:cNvSpPr txBox="1"/>
          <p:nvPr>
            <p:ph idx="2" type="body"/>
          </p:nvPr>
        </p:nvSpPr>
        <p:spPr>
          <a:xfrm>
            <a:off x="579431" y="5019996"/>
            <a:ext cx="2430000" cy="10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83" name="Google Shape;583;g3f3ba1429e3_0_4530"/>
          <p:cNvSpPr txBox="1"/>
          <p:nvPr>
            <p:ph idx="3" type="body"/>
          </p:nvPr>
        </p:nvSpPr>
        <p:spPr>
          <a:xfrm>
            <a:off x="3124200" y="1300163"/>
            <a:ext cx="8488500" cy="48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84" name="Google Shape;584;g3f3ba1429e3_0_4530"/>
          <p:cNvSpPr txBox="1"/>
          <p:nvPr>
            <p:ph idx="4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PORTANT NOTE!">
  <p:cSld name="IMPORTANT NOTE!"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f3ba1429e3_0_4537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6000"/>
              <a:buFont typeface="Fredoka"/>
              <a:buNone/>
              <a:defRPr b="1" i="0" sz="60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7" name="Google Shape;587;g3f3ba1429e3_0_4537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88" name="Google Shape;588;g3f3ba1429e3_0_4537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g3f3ba1429e3_0_4537"/>
          <p:cNvSpPr txBox="1"/>
          <p:nvPr>
            <p:ph idx="2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 3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3f3ba1429e3_0_4542"/>
          <p:cNvSpPr txBox="1"/>
          <p:nvPr>
            <p:ph type="ctrTitle"/>
          </p:nvPr>
        </p:nvSpPr>
        <p:spPr>
          <a:xfrm>
            <a:off x="959999" y="2052400"/>
            <a:ext cx="4488300" cy="27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Fredoka"/>
              <a:buNone/>
              <a:defRPr b="1" i="0" sz="54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2" name="Google Shape;592;g3f3ba1429e3_0_4542"/>
          <p:cNvSpPr txBox="1"/>
          <p:nvPr>
            <p:ph idx="1" type="body"/>
          </p:nvPr>
        </p:nvSpPr>
        <p:spPr>
          <a:xfrm>
            <a:off x="959999" y="561975"/>
            <a:ext cx="2430000" cy="6192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93" name="Google Shape;593;g3f3ba1429e3_0_4542"/>
          <p:cNvSpPr txBox="1"/>
          <p:nvPr>
            <p:ph idx="2" type="body"/>
          </p:nvPr>
        </p:nvSpPr>
        <p:spPr>
          <a:xfrm>
            <a:off x="959999" y="5124450"/>
            <a:ext cx="44883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94" name="Google Shape;594;g3f3ba1429e3_0_4542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95" name="Google Shape;595;g3f3ba1429e3_0_4542"/>
          <p:cNvSpPr/>
          <p:nvPr/>
        </p:nvSpPr>
        <p:spPr>
          <a:xfrm>
            <a:off x="10619213" y="6082557"/>
            <a:ext cx="993300" cy="399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76200" rotWithShape="0" algn="tl" dir="2700000" dist="139700">
              <a:srgbClr val="000000">
                <a:alpha val="23137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mage (no text under)">
  <p:cSld name="Large image (no text under)"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f3ba1429e3_0_4548"/>
          <p:cNvSpPr txBox="1"/>
          <p:nvPr>
            <p:ph idx="1" type="body"/>
          </p:nvPr>
        </p:nvSpPr>
        <p:spPr>
          <a:xfrm>
            <a:off x="414533" y="1356967"/>
            <a:ext cx="11361600" cy="50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55CC"/>
              </a:buClr>
              <a:buSzPts val="1800"/>
              <a:buFont typeface="Arial"/>
              <a:buChar char="●"/>
              <a:defRPr b="0" i="0" sz="2800" u="none" cap="none" strike="noStrike">
                <a:solidFill>
                  <a:srgbClr val="1955CC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98" name="Google Shape;598;g3f3ba1429e3_0_4548"/>
          <p:cNvSpPr txBox="1"/>
          <p:nvPr>
            <p:ph type="title"/>
          </p:nvPr>
        </p:nvSpPr>
        <p:spPr>
          <a:xfrm>
            <a:off x="414533" y="644434"/>
            <a:ext cx="113616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5CC"/>
              </a:buClr>
              <a:buSzPts val="2800"/>
              <a:buFont typeface="Fredoka"/>
              <a:buNone/>
              <a:defRPr b="0" i="0" sz="3200" u="none" cap="none" strike="noStrike">
                <a:solidFill>
                  <a:srgbClr val="1955CC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9" name="Google Shape;599;g3f3ba1429e3_0_4548"/>
          <p:cNvSpPr txBox="1"/>
          <p:nvPr>
            <p:ph idx="12" type="sldNum"/>
          </p:nvPr>
        </p:nvSpPr>
        <p:spPr>
          <a:xfrm>
            <a:off x="11776267" y="6439067"/>
            <a:ext cx="4155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0" name="Google Shape;600;g3f3ba1429e3_0_4548"/>
          <p:cNvSpPr txBox="1"/>
          <p:nvPr>
            <p:ph idx="2" type="subTitle"/>
          </p:nvPr>
        </p:nvSpPr>
        <p:spPr>
          <a:xfrm>
            <a:off x="7010400" y="0"/>
            <a:ext cx="47532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5CC"/>
              </a:buClr>
              <a:buSzPts val="1800"/>
              <a:buFont typeface="Arial"/>
              <a:buNone/>
              <a:defRPr b="1" i="0" sz="1600" u="none" cap="none" strike="noStrike">
                <a:solidFill>
                  <a:srgbClr val="1955CC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pic>
        <p:nvPicPr>
          <p:cNvPr descr="Logo&#10;&#10;Description automatically generated" id="601" name="Google Shape;601;g3f3ba1429e3_0_45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73034" y="5955144"/>
            <a:ext cx="1303100" cy="48385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ssion Entry Point with Science background">
  <p:cSld name="Session Entry Point with Science background"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72"/>
          <p:cNvSpPr/>
          <p:nvPr/>
        </p:nvSpPr>
        <p:spPr>
          <a:xfrm>
            <a:off x="204186" y="173736"/>
            <a:ext cx="11656381" cy="6382512"/>
          </a:xfrm>
          <a:prstGeom prst="rect">
            <a:avLst/>
          </a:prstGeom>
          <a:blipFill rotWithShape="1">
            <a:blip r:embed="rId2">
              <a:alphaModFix amt="7000"/>
            </a:blip>
            <a:tile algn="tl" flip="none" tx="0" sx="100000" ty="0" sy="10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21" name="Google Shape;621;p72"/>
          <p:cNvSpPr txBox="1"/>
          <p:nvPr>
            <p:ph type="title"/>
          </p:nvPr>
        </p:nvSpPr>
        <p:spPr>
          <a:xfrm>
            <a:off x="838200" y="2523046"/>
            <a:ext cx="7754626" cy="682625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1961"/>
              </a:srgbClr>
            </a:outerShdw>
          </a:effectLst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7F"/>
              </a:buClr>
              <a:buSzPts val="4400"/>
              <a:buFont typeface="Fredoka"/>
              <a:buNone/>
              <a:defRPr b="1" i="0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2" name="Google Shape;622;p72"/>
          <p:cNvSpPr txBox="1"/>
          <p:nvPr>
            <p:ph idx="1" type="body"/>
          </p:nvPr>
        </p:nvSpPr>
        <p:spPr>
          <a:xfrm>
            <a:off x="838200" y="3077083"/>
            <a:ext cx="7752733" cy="542925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139700">
              <a:schemeClr val="dk1">
                <a:alpha val="12157"/>
              </a:schemeClr>
            </a:outerShdw>
          </a:effectLst>
        </p:spPr>
        <p:txBody>
          <a:bodyPr anchorCtr="0" anchor="t" bIns="0" lIns="0" spcFirstLastPara="1" rIns="0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_1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2de0fd72278_0_702"/>
          <p:cNvSpPr txBox="1"/>
          <p:nvPr/>
        </p:nvSpPr>
        <p:spPr>
          <a:xfrm>
            <a:off x="854675" y="2764213"/>
            <a:ext cx="3810000" cy="7941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3529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7F"/>
              </a:buClr>
              <a:buSzPts val="4400"/>
              <a:buFont typeface="Fredoka"/>
              <a:buNone/>
            </a:pPr>
            <a:r>
              <a:rPr b="1" i="0" lang="en-US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rPr>
              <a:t>ATTENDANCE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5" name="Google Shape;625;g2de0fd72278_0_70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0675" y="1197038"/>
            <a:ext cx="4463924" cy="4463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 this session you will learn...">
  <p:cSld name="In this session you will learn..."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73"/>
          <p:cNvSpPr txBox="1"/>
          <p:nvPr>
            <p:ph idx="1" type="body"/>
          </p:nvPr>
        </p:nvSpPr>
        <p:spPr>
          <a:xfrm>
            <a:off x="2022957" y="1116184"/>
            <a:ext cx="91440" cy="3108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628" name="Google Shape;628;p73"/>
          <p:cNvSpPr txBox="1"/>
          <p:nvPr/>
        </p:nvSpPr>
        <p:spPr>
          <a:xfrm>
            <a:off x="996843" y="968220"/>
            <a:ext cx="10442682" cy="698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Quicksand"/>
              <a:buNone/>
            </a:pPr>
            <a:r>
              <a:rPr b="1" i="0" lang="en-US" sz="4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IN THIS LESSON YOU WILL…</a:t>
            </a:r>
            <a:endParaRPr b="1" i="0" sz="4800" u="none" cap="none" strike="noStrike">
              <a:solidFill>
                <a:srgbClr val="FC7C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629" name="Google Shape;629;p73"/>
          <p:cNvSpPr txBox="1"/>
          <p:nvPr/>
        </p:nvSpPr>
        <p:spPr>
          <a:xfrm>
            <a:off x="1085620" y="597608"/>
            <a:ext cx="33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small" strike="noStrike">
                <a:solidFill>
                  <a:srgbClr val="757070"/>
                </a:solidFill>
                <a:latin typeface="Quicksand"/>
                <a:ea typeface="Quicksand"/>
                <a:cs typeface="Quicksand"/>
                <a:sym typeface="Quicksand"/>
              </a:rPr>
              <a:t>Lesson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73"/>
          <p:cNvSpPr txBox="1"/>
          <p:nvPr>
            <p:ph idx="2" type="body"/>
          </p:nvPr>
        </p:nvSpPr>
        <p:spPr>
          <a:xfrm>
            <a:off x="1871003" y="1667167"/>
            <a:ext cx="8773316" cy="19563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Calibri"/>
              <a:buChar char="●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4000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Calibri"/>
              <a:buChar char="●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Char char="●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619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Calibri"/>
              <a:buChar char="●"/>
              <a:defRPr b="0" i="0" sz="1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619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Calibri"/>
              <a:buChar char="●"/>
              <a:defRPr b="0" i="0" sz="1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631" name="Google Shape;631;p73"/>
          <p:cNvSpPr txBox="1"/>
          <p:nvPr>
            <p:ph idx="3" type="body"/>
          </p:nvPr>
        </p:nvSpPr>
        <p:spPr>
          <a:xfrm>
            <a:off x="2337773" y="654820"/>
            <a:ext cx="678663" cy="387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gage">
  <p:cSld name="Engage"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3" name="Google Shape;633;p76"/>
          <p:cNvGrpSpPr/>
          <p:nvPr/>
        </p:nvGrpSpPr>
        <p:grpSpPr>
          <a:xfrm>
            <a:off x="680025" y="0"/>
            <a:ext cx="3090788" cy="1806087"/>
            <a:chOff x="536716" y="-1319"/>
            <a:chExt cx="3976695" cy="2323763"/>
          </a:xfrm>
        </p:grpSpPr>
        <p:sp>
          <p:nvSpPr>
            <p:cNvPr id="634" name="Google Shape;634;p76"/>
            <p:cNvSpPr/>
            <p:nvPr/>
          </p:nvSpPr>
          <p:spPr>
            <a:xfrm>
              <a:off x="3829881" y="897"/>
              <a:ext cx="92766" cy="904356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635" name="Google Shape;635;p76"/>
            <p:cNvGrpSpPr/>
            <p:nvPr/>
          </p:nvGrpSpPr>
          <p:grpSpPr>
            <a:xfrm>
              <a:off x="536716" y="0"/>
              <a:ext cx="3976695" cy="2322444"/>
              <a:chOff x="947530" y="0"/>
              <a:chExt cx="3976695" cy="2322444"/>
            </a:xfrm>
          </p:grpSpPr>
          <p:sp>
            <p:nvSpPr>
              <p:cNvPr id="636" name="Google Shape;636;p76"/>
              <p:cNvSpPr/>
              <p:nvPr/>
            </p:nvSpPr>
            <p:spPr>
              <a:xfrm>
                <a:off x="1364970" y="0"/>
                <a:ext cx="92766" cy="904356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637" name="Google Shape;637;p76"/>
              <p:cNvSpPr/>
              <p:nvPr/>
            </p:nvSpPr>
            <p:spPr>
              <a:xfrm>
                <a:off x="1041338" y="920922"/>
                <a:ext cx="3882887" cy="1401522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638" name="Google Shape;638;p76"/>
              <p:cNvSpPr/>
              <p:nvPr/>
            </p:nvSpPr>
            <p:spPr>
              <a:xfrm>
                <a:off x="947530" y="824843"/>
                <a:ext cx="3882887" cy="1401522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639" name="Google Shape;639;p76"/>
              <p:cNvSpPr/>
              <p:nvPr/>
            </p:nvSpPr>
            <p:spPr>
              <a:xfrm>
                <a:off x="4194312" y="0"/>
                <a:ext cx="92766" cy="904356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640" name="Google Shape;640;p76"/>
            <p:cNvSpPr/>
            <p:nvPr/>
          </p:nvSpPr>
          <p:spPr>
            <a:xfrm>
              <a:off x="907773" y="-1319"/>
              <a:ext cx="92766" cy="904356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641" name="Google Shape;641;p76"/>
          <p:cNvSpPr txBox="1"/>
          <p:nvPr/>
        </p:nvSpPr>
        <p:spPr>
          <a:xfrm>
            <a:off x="680025" y="702888"/>
            <a:ext cx="301787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Engage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2" name="Google Shape;642;p76"/>
          <p:cNvGrpSpPr/>
          <p:nvPr/>
        </p:nvGrpSpPr>
        <p:grpSpPr>
          <a:xfrm>
            <a:off x="5346784" y="1129383"/>
            <a:ext cx="4318845" cy="2583681"/>
            <a:chOff x="5320151" y="896335"/>
            <a:chExt cx="4318845" cy="2583681"/>
          </a:xfrm>
        </p:grpSpPr>
        <p:sp>
          <p:nvSpPr>
            <p:cNvPr id="643" name="Google Shape;643;p76"/>
            <p:cNvSpPr/>
            <p:nvPr/>
          </p:nvSpPr>
          <p:spPr>
            <a:xfrm>
              <a:off x="5320151" y="896335"/>
              <a:ext cx="4318845" cy="2583681"/>
            </a:xfrm>
            <a:custGeom>
              <a:rect b="b" l="l" r="r" t="t"/>
              <a:pathLst>
                <a:path extrusionOk="0" h="2583681" w="4318845">
                  <a:moveTo>
                    <a:pt x="1860346" y="563615"/>
                  </a:moveTo>
                  <a:cubicBezTo>
                    <a:pt x="1364834" y="534709"/>
                    <a:pt x="846325" y="242437"/>
                    <a:pt x="360319" y="524302"/>
                  </a:cubicBezTo>
                  <a:cubicBezTo>
                    <a:pt x="-4410" y="735894"/>
                    <a:pt x="-58240" y="1151112"/>
                    <a:pt x="49034" y="1539994"/>
                  </a:cubicBezTo>
                  <a:cubicBezTo>
                    <a:pt x="329614" y="2561467"/>
                    <a:pt x="1900686" y="2734774"/>
                    <a:pt x="2785466" y="2477832"/>
                  </a:cubicBezTo>
                  <a:cubicBezTo>
                    <a:pt x="3702749" y="2212540"/>
                    <a:pt x="4737325" y="1304121"/>
                    <a:pt x="4144303" y="379772"/>
                  </a:cubicBezTo>
                  <a:cubicBezTo>
                    <a:pt x="3900208" y="-1144"/>
                    <a:pt x="3474070" y="-68334"/>
                    <a:pt x="3009391" y="58595"/>
                  </a:cubicBezTo>
                  <a:cubicBezTo>
                    <a:pt x="2614599" y="165226"/>
                    <a:pt x="2248714" y="586225"/>
                    <a:pt x="1860346" y="56361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44" name="Google Shape;644;p76"/>
            <p:cNvSpPr/>
            <p:nvPr/>
          </p:nvSpPr>
          <p:spPr>
            <a:xfrm>
              <a:off x="5320151" y="896335"/>
              <a:ext cx="4318845" cy="2583681"/>
            </a:xfrm>
            <a:custGeom>
              <a:rect b="b" l="l" r="r" t="t"/>
              <a:pathLst>
                <a:path extrusionOk="0" h="2583681" w="4318845">
                  <a:moveTo>
                    <a:pt x="1860346" y="563615"/>
                  </a:moveTo>
                  <a:cubicBezTo>
                    <a:pt x="1364834" y="534709"/>
                    <a:pt x="846325" y="242437"/>
                    <a:pt x="360319" y="524302"/>
                  </a:cubicBezTo>
                  <a:cubicBezTo>
                    <a:pt x="-4410" y="735894"/>
                    <a:pt x="-58240" y="1151112"/>
                    <a:pt x="49034" y="1539994"/>
                  </a:cubicBezTo>
                  <a:cubicBezTo>
                    <a:pt x="329614" y="2561467"/>
                    <a:pt x="1900686" y="2734774"/>
                    <a:pt x="2785466" y="2477832"/>
                  </a:cubicBezTo>
                  <a:cubicBezTo>
                    <a:pt x="3702749" y="2212540"/>
                    <a:pt x="4737325" y="1304121"/>
                    <a:pt x="4144303" y="379772"/>
                  </a:cubicBezTo>
                  <a:cubicBezTo>
                    <a:pt x="3900208" y="-1144"/>
                    <a:pt x="3474070" y="-68334"/>
                    <a:pt x="3009391" y="58595"/>
                  </a:cubicBezTo>
                  <a:cubicBezTo>
                    <a:pt x="2614599" y="165226"/>
                    <a:pt x="2248714" y="586225"/>
                    <a:pt x="1860346" y="563615"/>
                  </a:cubicBezTo>
                  <a:close/>
                </a:path>
              </a:pathLst>
            </a:custGeom>
            <a:solidFill>
              <a:srgbClr val="FFFFFF">
                <a:alpha val="8705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645" name="Google Shape;645;p76"/>
          <p:cNvGrpSpPr/>
          <p:nvPr/>
        </p:nvGrpSpPr>
        <p:grpSpPr>
          <a:xfrm>
            <a:off x="8020375" y="1479739"/>
            <a:ext cx="1344658" cy="4110296"/>
            <a:chOff x="7993742" y="1246691"/>
            <a:chExt cx="1344658" cy="4110296"/>
          </a:xfrm>
        </p:grpSpPr>
        <p:sp>
          <p:nvSpPr>
            <p:cNvPr id="646" name="Google Shape;646;p76"/>
            <p:cNvSpPr/>
            <p:nvPr/>
          </p:nvSpPr>
          <p:spPr>
            <a:xfrm>
              <a:off x="8617716" y="1305764"/>
              <a:ext cx="120606" cy="214213"/>
            </a:xfrm>
            <a:custGeom>
              <a:rect b="b" l="l" r="r" t="t"/>
              <a:pathLst>
                <a:path extrusionOk="0" h="214213" w="120606">
                  <a:moveTo>
                    <a:pt x="50604" y="201848"/>
                  </a:moveTo>
                  <a:cubicBezTo>
                    <a:pt x="23239" y="174484"/>
                    <a:pt x="-29434" y="70807"/>
                    <a:pt x="21055" y="21988"/>
                  </a:cubicBezTo>
                  <a:cubicBezTo>
                    <a:pt x="71544" y="-26831"/>
                    <a:pt x="116509" y="17492"/>
                    <a:pt x="119978" y="41259"/>
                  </a:cubicBezTo>
                  <a:cubicBezTo>
                    <a:pt x="123447" y="65026"/>
                    <a:pt x="114197" y="265312"/>
                    <a:pt x="50604" y="20184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47" name="Google Shape;647;p76"/>
            <p:cNvSpPr/>
            <p:nvPr/>
          </p:nvSpPr>
          <p:spPr>
            <a:xfrm>
              <a:off x="8510814" y="4971832"/>
              <a:ext cx="145942" cy="266191"/>
            </a:xfrm>
            <a:custGeom>
              <a:rect b="b" l="l" r="r" t="t"/>
              <a:pathLst>
                <a:path extrusionOk="0" h="266191" w="145942">
                  <a:moveTo>
                    <a:pt x="145943" y="265164"/>
                  </a:moveTo>
                  <a:lnTo>
                    <a:pt x="31218" y="266192"/>
                  </a:lnTo>
                  <a:lnTo>
                    <a:pt x="0" y="1028"/>
                  </a:lnTo>
                  <a:lnTo>
                    <a:pt x="114596" y="0"/>
                  </a:lnTo>
                  <a:lnTo>
                    <a:pt x="145943" y="265164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48" name="Google Shape;648;p76"/>
            <p:cNvSpPr/>
            <p:nvPr/>
          </p:nvSpPr>
          <p:spPr>
            <a:xfrm>
              <a:off x="8299416" y="5223635"/>
              <a:ext cx="409052" cy="133352"/>
            </a:xfrm>
            <a:custGeom>
              <a:rect b="b" l="l" r="r" t="t"/>
              <a:pathLst>
                <a:path extrusionOk="0" h="133352" w="409052">
                  <a:moveTo>
                    <a:pt x="242488" y="1157"/>
                  </a:moveTo>
                  <a:lnTo>
                    <a:pt x="367619" y="0"/>
                  </a:lnTo>
                  <a:cubicBezTo>
                    <a:pt x="372360" y="64"/>
                    <a:pt x="376509" y="3186"/>
                    <a:pt x="377897" y="7708"/>
                  </a:cubicBezTo>
                  <a:lnTo>
                    <a:pt x="408216" y="109329"/>
                  </a:lnTo>
                  <a:cubicBezTo>
                    <a:pt x="410991" y="117461"/>
                    <a:pt x="406636" y="126287"/>
                    <a:pt x="398516" y="129062"/>
                  </a:cubicBezTo>
                  <a:cubicBezTo>
                    <a:pt x="396795" y="129640"/>
                    <a:pt x="394996" y="129923"/>
                    <a:pt x="393185" y="129884"/>
                  </a:cubicBezTo>
                  <a:cubicBezTo>
                    <a:pt x="348091" y="129884"/>
                    <a:pt x="282571" y="127443"/>
                    <a:pt x="226173" y="127957"/>
                  </a:cubicBezTo>
                  <a:cubicBezTo>
                    <a:pt x="159881" y="127957"/>
                    <a:pt x="130333" y="132582"/>
                    <a:pt x="52480" y="133353"/>
                  </a:cubicBezTo>
                  <a:cubicBezTo>
                    <a:pt x="5459" y="133353"/>
                    <a:pt x="-11756" y="86333"/>
                    <a:pt x="8157" y="81965"/>
                  </a:cubicBezTo>
                  <a:cubicBezTo>
                    <a:pt x="96417" y="61538"/>
                    <a:pt x="142024" y="58840"/>
                    <a:pt x="215895" y="10407"/>
                  </a:cubicBezTo>
                  <a:cubicBezTo>
                    <a:pt x="223667" y="4792"/>
                    <a:pt x="232917" y="1580"/>
                    <a:pt x="242488" y="115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49" name="Google Shape;649;p76"/>
            <p:cNvSpPr/>
            <p:nvPr/>
          </p:nvSpPr>
          <p:spPr>
            <a:xfrm>
              <a:off x="8510814" y="4971960"/>
              <a:ext cx="130783" cy="137720"/>
            </a:xfrm>
            <a:custGeom>
              <a:rect b="b" l="l" r="r" t="t"/>
              <a:pathLst>
                <a:path extrusionOk="0" h="137720" w="130783">
                  <a:moveTo>
                    <a:pt x="0" y="1028"/>
                  </a:moveTo>
                  <a:lnTo>
                    <a:pt x="16187" y="137721"/>
                  </a:lnTo>
                  <a:lnTo>
                    <a:pt x="130783" y="136693"/>
                  </a:lnTo>
                  <a:lnTo>
                    <a:pt x="114724" y="0"/>
                  </a:lnTo>
                  <a:lnTo>
                    <a:pt x="0" y="1028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50" name="Google Shape;650;p76"/>
            <p:cNvSpPr/>
            <p:nvPr/>
          </p:nvSpPr>
          <p:spPr>
            <a:xfrm>
              <a:off x="8461219" y="5216393"/>
              <a:ext cx="72216" cy="28944"/>
            </a:xfrm>
            <a:custGeom>
              <a:rect b="b" l="l" r="r" t="t"/>
              <a:pathLst>
                <a:path extrusionOk="0" h="28944" w="72216">
                  <a:moveTo>
                    <a:pt x="33279" y="28825"/>
                  </a:moveTo>
                  <a:cubicBezTo>
                    <a:pt x="45651" y="28606"/>
                    <a:pt x="57958" y="27103"/>
                    <a:pt x="70022" y="24328"/>
                  </a:cubicBezTo>
                  <a:cubicBezTo>
                    <a:pt x="71191" y="24161"/>
                    <a:pt x="72103" y="23198"/>
                    <a:pt x="72206" y="22016"/>
                  </a:cubicBezTo>
                  <a:cubicBezTo>
                    <a:pt x="72308" y="20885"/>
                    <a:pt x="71692" y="19806"/>
                    <a:pt x="70664" y="19318"/>
                  </a:cubicBezTo>
                  <a:cubicBezTo>
                    <a:pt x="65268" y="16620"/>
                    <a:pt x="17092" y="-6377"/>
                    <a:pt x="3859" y="1717"/>
                  </a:cubicBezTo>
                  <a:cubicBezTo>
                    <a:pt x="1367" y="3310"/>
                    <a:pt x="-98" y="6085"/>
                    <a:pt x="5" y="9040"/>
                  </a:cubicBezTo>
                  <a:cubicBezTo>
                    <a:pt x="-59" y="14051"/>
                    <a:pt x="2228" y="18804"/>
                    <a:pt x="6172" y="21887"/>
                  </a:cubicBezTo>
                  <a:cubicBezTo>
                    <a:pt x="14201" y="27103"/>
                    <a:pt x="23734" y="29531"/>
                    <a:pt x="33279" y="28825"/>
                  </a:cubicBezTo>
                  <a:close/>
                  <a:moveTo>
                    <a:pt x="60772" y="20602"/>
                  </a:moveTo>
                  <a:cubicBezTo>
                    <a:pt x="35977" y="24970"/>
                    <a:pt x="17092" y="24071"/>
                    <a:pt x="9384" y="17905"/>
                  </a:cubicBezTo>
                  <a:cubicBezTo>
                    <a:pt x="6673" y="15785"/>
                    <a:pt x="5183" y="12470"/>
                    <a:pt x="5401" y="9040"/>
                  </a:cubicBezTo>
                  <a:cubicBezTo>
                    <a:pt x="5247" y="7961"/>
                    <a:pt x="5748" y="6895"/>
                    <a:pt x="6685" y="6342"/>
                  </a:cubicBezTo>
                  <a:cubicBezTo>
                    <a:pt x="13880" y="1974"/>
                    <a:pt x="41116" y="12252"/>
                    <a:pt x="60772" y="20602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51" name="Google Shape;651;p76"/>
            <p:cNvSpPr/>
            <p:nvPr/>
          </p:nvSpPr>
          <p:spPr>
            <a:xfrm>
              <a:off x="8487342" y="5189837"/>
              <a:ext cx="46031" cy="51655"/>
            </a:xfrm>
            <a:custGeom>
              <a:rect b="b" l="l" r="r" t="t"/>
              <a:pathLst>
                <a:path extrusionOk="0" h="51655" w="46031">
                  <a:moveTo>
                    <a:pt x="43385" y="51656"/>
                  </a:moveTo>
                  <a:cubicBezTo>
                    <a:pt x="43989" y="51617"/>
                    <a:pt x="44580" y="51386"/>
                    <a:pt x="45055" y="51013"/>
                  </a:cubicBezTo>
                  <a:cubicBezTo>
                    <a:pt x="45851" y="50422"/>
                    <a:pt x="46198" y="49408"/>
                    <a:pt x="45954" y="48444"/>
                  </a:cubicBezTo>
                  <a:cubicBezTo>
                    <a:pt x="45954" y="46388"/>
                    <a:pt x="36961" y="-2945"/>
                    <a:pt x="9726" y="139"/>
                  </a:cubicBezTo>
                  <a:cubicBezTo>
                    <a:pt x="2531" y="909"/>
                    <a:pt x="476" y="4635"/>
                    <a:pt x="90" y="7462"/>
                  </a:cubicBezTo>
                  <a:cubicBezTo>
                    <a:pt x="-1837" y="20309"/>
                    <a:pt x="27583" y="45232"/>
                    <a:pt x="42229" y="51399"/>
                  </a:cubicBezTo>
                  <a:close/>
                  <a:moveTo>
                    <a:pt x="12038" y="5406"/>
                  </a:moveTo>
                  <a:cubicBezTo>
                    <a:pt x="28482" y="5406"/>
                    <a:pt x="36705" y="32256"/>
                    <a:pt x="39531" y="43947"/>
                  </a:cubicBezTo>
                  <a:cubicBezTo>
                    <a:pt x="24371" y="35468"/>
                    <a:pt x="4330" y="15941"/>
                    <a:pt x="5486" y="8232"/>
                  </a:cubicBezTo>
                  <a:cubicBezTo>
                    <a:pt x="5486" y="8232"/>
                    <a:pt x="5486" y="6049"/>
                    <a:pt x="10368" y="553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52" name="Google Shape;652;p76"/>
            <p:cNvSpPr/>
            <p:nvPr/>
          </p:nvSpPr>
          <p:spPr>
            <a:xfrm>
              <a:off x="7993742" y="1838039"/>
              <a:ext cx="581950" cy="492687"/>
            </a:xfrm>
            <a:custGeom>
              <a:rect b="b" l="l" r="r" t="t"/>
              <a:pathLst>
                <a:path extrusionOk="0" h="492687" w="581950">
                  <a:moveTo>
                    <a:pt x="581951" y="248591"/>
                  </a:moveTo>
                  <a:lnTo>
                    <a:pt x="570131" y="261438"/>
                  </a:lnTo>
                  <a:lnTo>
                    <a:pt x="559083" y="272358"/>
                  </a:lnTo>
                  <a:cubicBezTo>
                    <a:pt x="551760" y="279553"/>
                    <a:pt x="544180" y="286362"/>
                    <a:pt x="536600" y="293042"/>
                  </a:cubicBezTo>
                  <a:cubicBezTo>
                    <a:pt x="521531" y="306570"/>
                    <a:pt x="506114" y="319417"/>
                    <a:pt x="490351" y="331584"/>
                  </a:cubicBezTo>
                  <a:cubicBezTo>
                    <a:pt x="458554" y="356854"/>
                    <a:pt x="425075" y="379953"/>
                    <a:pt x="390143" y="400701"/>
                  </a:cubicBezTo>
                  <a:cubicBezTo>
                    <a:pt x="372543" y="411107"/>
                    <a:pt x="354429" y="420999"/>
                    <a:pt x="336057" y="430378"/>
                  </a:cubicBezTo>
                  <a:cubicBezTo>
                    <a:pt x="317686" y="439756"/>
                    <a:pt x="298286" y="447850"/>
                    <a:pt x="278759" y="456072"/>
                  </a:cubicBezTo>
                  <a:cubicBezTo>
                    <a:pt x="238715" y="472054"/>
                    <a:pt x="197000" y="483462"/>
                    <a:pt x="154399" y="490117"/>
                  </a:cubicBezTo>
                  <a:lnTo>
                    <a:pt x="144892" y="491530"/>
                  </a:lnTo>
                  <a:cubicBezTo>
                    <a:pt x="138713" y="492326"/>
                    <a:pt x="132495" y="492712"/>
                    <a:pt x="126264" y="492686"/>
                  </a:cubicBezTo>
                  <a:cubicBezTo>
                    <a:pt x="111952" y="492558"/>
                    <a:pt x="97795" y="489770"/>
                    <a:pt x="84511" y="484464"/>
                  </a:cubicBezTo>
                  <a:cubicBezTo>
                    <a:pt x="71330" y="479171"/>
                    <a:pt x="59266" y="471463"/>
                    <a:pt x="48925" y="461725"/>
                  </a:cubicBezTo>
                  <a:cubicBezTo>
                    <a:pt x="40689" y="453875"/>
                    <a:pt x="33521" y="444972"/>
                    <a:pt x="27598" y="435260"/>
                  </a:cubicBezTo>
                  <a:cubicBezTo>
                    <a:pt x="19389" y="421166"/>
                    <a:pt x="13210" y="405981"/>
                    <a:pt x="9227" y="390166"/>
                  </a:cubicBezTo>
                  <a:cubicBezTo>
                    <a:pt x="6118" y="377923"/>
                    <a:pt x="3831" y="365474"/>
                    <a:pt x="2418" y="352910"/>
                  </a:cubicBezTo>
                  <a:cubicBezTo>
                    <a:pt x="80" y="331198"/>
                    <a:pt x="-563" y="309332"/>
                    <a:pt x="491" y="287518"/>
                  </a:cubicBezTo>
                  <a:cubicBezTo>
                    <a:pt x="1390" y="266706"/>
                    <a:pt x="3060" y="246664"/>
                    <a:pt x="5373" y="227008"/>
                  </a:cubicBezTo>
                  <a:cubicBezTo>
                    <a:pt x="10255" y="187568"/>
                    <a:pt x="17192" y="149926"/>
                    <a:pt x="25671" y="111384"/>
                  </a:cubicBezTo>
                  <a:cubicBezTo>
                    <a:pt x="34150" y="72843"/>
                    <a:pt x="43785" y="37257"/>
                    <a:pt x="56247" y="0"/>
                  </a:cubicBezTo>
                  <a:lnTo>
                    <a:pt x="140653" y="16701"/>
                  </a:lnTo>
                  <a:cubicBezTo>
                    <a:pt x="137569" y="88902"/>
                    <a:pt x="134101" y="162901"/>
                    <a:pt x="136413" y="232789"/>
                  </a:cubicBezTo>
                  <a:cubicBezTo>
                    <a:pt x="136837" y="265241"/>
                    <a:pt x="140280" y="297590"/>
                    <a:pt x="146691" y="329400"/>
                  </a:cubicBezTo>
                  <a:cubicBezTo>
                    <a:pt x="147963" y="335271"/>
                    <a:pt x="149723" y="341039"/>
                    <a:pt x="151958" y="346615"/>
                  </a:cubicBezTo>
                  <a:cubicBezTo>
                    <a:pt x="153757" y="350983"/>
                    <a:pt x="155941" y="353681"/>
                    <a:pt x="155812" y="352524"/>
                  </a:cubicBezTo>
                  <a:cubicBezTo>
                    <a:pt x="155067" y="350572"/>
                    <a:pt x="153885" y="348812"/>
                    <a:pt x="152344" y="347385"/>
                  </a:cubicBezTo>
                  <a:cubicBezTo>
                    <a:pt x="148849" y="344007"/>
                    <a:pt x="144751" y="341309"/>
                    <a:pt x="140267" y="339420"/>
                  </a:cubicBezTo>
                  <a:cubicBezTo>
                    <a:pt x="135655" y="337480"/>
                    <a:pt x="130748" y="336311"/>
                    <a:pt x="125750" y="335952"/>
                  </a:cubicBezTo>
                  <a:cubicBezTo>
                    <a:pt x="123438" y="335952"/>
                    <a:pt x="122410" y="335952"/>
                    <a:pt x="120997" y="335952"/>
                  </a:cubicBezTo>
                  <a:lnTo>
                    <a:pt x="122410" y="335952"/>
                  </a:lnTo>
                  <a:lnTo>
                    <a:pt x="125108" y="335181"/>
                  </a:lnTo>
                  <a:cubicBezTo>
                    <a:pt x="155542" y="327370"/>
                    <a:pt x="185142" y="316604"/>
                    <a:pt x="213496" y="303063"/>
                  </a:cubicBezTo>
                  <a:cubicBezTo>
                    <a:pt x="243160" y="288751"/>
                    <a:pt x="271873" y="272525"/>
                    <a:pt x="299443" y="254501"/>
                  </a:cubicBezTo>
                  <a:cubicBezTo>
                    <a:pt x="327321" y="236001"/>
                    <a:pt x="354814" y="215960"/>
                    <a:pt x="381279" y="194762"/>
                  </a:cubicBezTo>
                  <a:cubicBezTo>
                    <a:pt x="394126" y="184227"/>
                    <a:pt x="407615" y="173179"/>
                    <a:pt x="419820" y="162002"/>
                  </a:cubicBezTo>
                  <a:lnTo>
                    <a:pt x="438577" y="145044"/>
                  </a:lnTo>
                  <a:lnTo>
                    <a:pt x="447570" y="136693"/>
                  </a:lnTo>
                  <a:lnTo>
                    <a:pt x="455407" y="129242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53" name="Google Shape;653;p76"/>
            <p:cNvSpPr/>
            <p:nvPr/>
          </p:nvSpPr>
          <p:spPr>
            <a:xfrm>
              <a:off x="8256827" y="1917741"/>
              <a:ext cx="387059" cy="415297"/>
            </a:xfrm>
            <a:custGeom>
              <a:rect b="b" l="l" r="r" t="t"/>
              <a:pathLst>
                <a:path extrusionOk="0" h="415297" w="387059">
                  <a:moveTo>
                    <a:pt x="386826" y="123539"/>
                  </a:moveTo>
                  <a:cubicBezTo>
                    <a:pt x="382458" y="2391"/>
                    <a:pt x="283022" y="-39747"/>
                    <a:pt x="158405" y="42860"/>
                  </a:cubicBezTo>
                  <a:cubicBezTo>
                    <a:pt x="103471" y="77688"/>
                    <a:pt x="50579" y="115651"/>
                    <a:pt x="0" y="156556"/>
                  </a:cubicBezTo>
                  <a:lnTo>
                    <a:pt x="80552" y="415297"/>
                  </a:lnTo>
                  <a:cubicBezTo>
                    <a:pt x="80552" y="415297"/>
                    <a:pt x="234717" y="366350"/>
                    <a:pt x="323875" y="270253"/>
                  </a:cubicBezTo>
                  <a:cubicBezTo>
                    <a:pt x="383871" y="204990"/>
                    <a:pt x="388368" y="164779"/>
                    <a:pt x="386826" y="12353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54" name="Google Shape;654;p76"/>
            <p:cNvSpPr/>
            <p:nvPr/>
          </p:nvSpPr>
          <p:spPr>
            <a:xfrm>
              <a:off x="8391208" y="2092925"/>
              <a:ext cx="105346" cy="219428"/>
            </a:xfrm>
            <a:custGeom>
              <a:rect b="b" l="l" r="r" t="t"/>
              <a:pathLst>
                <a:path extrusionOk="0" h="219428" w="105346">
                  <a:moveTo>
                    <a:pt x="100722" y="0"/>
                  </a:moveTo>
                  <a:cubicBezTo>
                    <a:pt x="100722" y="0"/>
                    <a:pt x="26337" y="106374"/>
                    <a:pt x="0" y="219428"/>
                  </a:cubicBezTo>
                  <a:cubicBezTo>
                    <a:pt x="36576" y="203832"/>
                    <a:pt x="71803" y="185268"/>
                    <a:pt x="105346" y="163929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55" name="Google Shape;655;p76"/>
            <p:cNvSpPr/>
            <p:nvPr/>
          </p:nvSpPr>
          <p:spPr>
            <a:xfrm>
              <a:off x="8038469" y="1759929"/>
              <a:ext cx="134852" cy="133224"/>
            </a:xfrm>
            <a:custGeom>
              <a:rect b="b" l="l" r="r" t="t"/>
              <a:pathLst>
                <a:path extrusionOk="0" h="133224" w="134852">
                  <a:moveTo>
                    <a:pt x="91686" y="133224"/>
                  </a:moveTo>
                  <a:lnTo>
                    <a:pt x="134852" y="35715"/>
                  </a:lnTo>
                  <a:lnTo>
                    <a:pt x="12676" y="0"/>
                  </a:lnTo>
                  <a:cubicBezTo>
                    <a:pt x="12676" y="0"/>
                    <a:pt x="-8264" y="46635"/>
                    <a:pt x="3684" y="126672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56" name="Google Shape;656;p76"/>
            <p:cNvSpPr/>
            <p:nvPr/>
          </p:nvSpPr>
          <p:spPr>
            <a:xfrm>
              <a:off x="8051145" y="1681305"/>
              <a:ext cx="135151" cy="114339"/>
            </a:xfrm>
            <a:custGeom>
              <a:rect b="b" l="l" r="r" t="t"/>
              <a:pathLst>
                <a:path extrusionOk="0" h="114339" w="135151">
                  <a:moveTo>
                    <a:pt x="135152" y="0"/>
                  </a:moveTo>
                  <a:lnTo>
                    <a:pt x="28906" y="12719"/>
                  </a:lnTo>
                  <a:lnTo>
                    <a:pt x="0" y="78624"/>
                  </a:lnTo>
                  <a:lnTo>
                    <a:pt x="122176" y="114339"/>
                  </a:lnTo>
                  <a:lnTo>
                    <a:pt x="135152" y="0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57" name="Google Shape;657;p76"/>
            <p:cNvSpPr/>
            <p:nvPr/>
          </p:nvSpPr>
          <p:spPr>
            <a:xfrm>
              <a:off x="8404306" y="2912313"/>
              <a:ext cx="440661" cy="2131076"/>
            </a:xfrm>
            <a:custGeom>
              <a:rect b="b" l="l" r="r" t="t"/>
              <a:pathLst>
                <a:path extrusionOk="0" h="2131076" w="440661">
                  <a:moveTo>
                    <a:pt x="88394" y="7194"/>
                  </a:moveTo>
                  <a:cubicBezTo>
                    <a:pt x="88394" y="7194"/>
                    <a:pt x="9513" y="668306"/>
                    <a:pt x="777" y="1022115"/>
                  </a:cubicBezTo>
                  <a:cubicBezTo>
                    <a:pt x="-8216" y="1389671"/>
                    <a:pt x="63856" y="2131077"/>
                    <a:pt x="63856" y="2131077"/>
                  </a:cubicBezTo>
                  <a:lnTo>
                    <a:pt x="270823" y="2126709"/>
                  </a:lnTo>
                  <a:cubicBezTo>
                    <a:pt x="270823" y="2126709"/>
                    <a:pt x="295746" y="1333015"/>
                    <a:pt x="325808" y="969314"/>
                  </a:cubicBezTo>
                  <a:cubicBezTo>
                    <a:pt x="358440" y="572852"/>
                    <a:pt x="440661" y="0"/>
                    <a:pt x="440661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58" name="Google Shape;658;p76"/>
            <p:cNvSpPr/>
            <p:nvPr/>
          </p:nvSpPr>
          <p:spPr>
            <a:xfrm>
              <a:off x="8404306" y="2912313"/>
              <a:ext cx="440661" cy="2131076"/>
            </a:xfrm>
            <a:custGeom>
              <a:rect b="b" l="l" r="r" t="t"/>
              <a:pathLst>
                <a:path extrusionOk="0" h="2131076" w="440661">
                  <a:moveTo>
                    <a:pt x="88394" y="7194"/>
                  </a:moveTo>
                  <a:cubicBezTo>
                    <a:pt x="88394" y="7194"/>
                    <a:pt x="9513" y="668306"/>
                    <a:pt x="777" y="1022115"/>
                  </a:cubicBezTo>
                  <a:cubicBezTo>
                    <a:pt x="-8216" y="1389671"/>
                    <a:pt x="63856" y="2131077"/>
                    <a:pt x="63856" y="2131077"/>
                  </a:cubicBezTo>
                  <a:lnTo>
                    <a:pt x="270823" y="2126709"/>
                  </a:lnTo>
                  <a:cubicBezTo>
                    <a:pt x="270823" y="2126709"/>
                    <a:pt x="295746" y="1333015"/>
                    <a:pt x="325808" y="969314"/>
                  </a:cubicBezTo>
                  <a:cubicBezTo>
                    <a:pt x="358440" y="572852"/>
                    <a:pt x="440661" y="0"/>
                    <a:pt x="440661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59" name="Google Shape;659;p76"/>
            <p:cNvSpPr/>
            <p:nvPr/>
          </p:nvSpPr>
          <p:spPr>
            <a:xfrm>
              <a:off x="8677205" y="3056349"/>
              <a:ext cx="144252" cy="904929"/>
            </a:xfrm>
            <a:custGeom>
              <a:rect b="b" l="l" r="r" t="t"/>
              <a:pathLst>
                <a:path extrusionOk="0" h="904929" w="144252">
                  <a:moveTo>
                    <a:pt x="62031" y="50341"/>
                  </a:moveTo>
                  <a:cubicBezTo>
                    <a:pt x="-30468" y="254224"/>
                    <a:pt x="-5673" y="709654"/>
                    <a:pt x="46871" y="904930"/>
                  </a:cubicBezTo>
                  <a:cubicBezTo>
                    <a:pt x="48798" y="876538"/>
                    <a:pt x="50854" y="849687"/>
                    <a:pt x="52909" y="824892"/>
                  </a:cubicBezTo>
                  <a:cubicBezTo>
                    <a:pt x="74364" y="563582"/>
                    <a:pt x="117145" y="225832"/>
                    <a:pt x="144252" y="25803"/>
                  </a:cubicBezTo>
                  <a:cubicBezTo>
                    <a:pt x="119072" y="-10683"/>
                    <a:pt x="90937" y="-13509"/>
                    <a:pt x="62031" y="5034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60" name="Google Shape;660;p76"/>
            <p:cNvSpPr/>
            <p:nvPr/>
          </p:nvSpPr>
          <p:spPr>
            <a:xfrm>
              <a:off x="8439256" y="4971318"/>
              <a:ext cx="261309" cy="81450"/>
            </a:xfrm>
            <a:custGeom>
              <a:rect b="b" l="l" r="r" t="t"/>
              <a:pathLst>
                <a:path extrusionOk="0" h="81450" w="261309">
                  <a:moveTo>
                    <a:pt x="261310" y="76569"/>
                  </a:moveTo>
                  <a:lnTo>
                    <a:pt x="17986" y="81451"/>
                  </a:lnTo>
                  <a:lnTo>
                    <a:pt x="0" y="642"/>
                  </a:lnTo>
                  <a:lnTo>
                    <a:pt x="258355" y="0"/>
                  </a:lnTo>
                  <a:lnTo>
                    <a:pt x="261310" y="76569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61" name="Google Shape;661;p76"/>
            <p:cNvSpPr/>
            <p:nvPr/>
          </p:nvSpPr>
          <p:spPr>
            <a:xfrm>
              <a:off x="9022129" y="4971832"/>
              <a:ext cx="145814" cy="266191"/>
            </a:xfrm>
            <a:custGeom>
              <a:rect b="b" l="l" r="r" t="t"/>
              <a:pathLst>
                <a:path extrusionOk="0" h="266191" w="145814">
                  <a:moveTo>
                    <a:pt x="145815" y="265164"/>
                  </a:moveTo>
                  <a:lnTo>
                    <a:pt x="31218" y="266192"/>
                  </a:lnTo>
                  <a:lnTo>
                    <a:pt x="0" y="1028"/>
                  </a:lnTo>
                  <a:lnTo>
                    <a:pt x="114596" y="0"/>
                  </a:lnTo>
                  <a:lnTo>
                    <a:pt x="145815" y="265164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62" name="Google Shape;662;p76"/>
            <p:cNvSpPr/>
            <p:nvPr/>
          </p:nvSpPr>
          <p:spPr>
            <a:xfrm>
              <a:off x="8810731" y="5223635"/>
              <a:ext cx="409000" cy="133352"/>
            </a:xfrm>
            <a:custGeom>
              <a:rect b="b" l="l" r="r" t="t"/>
              <a:pathLst>
                <a:path extrusionOk="0" h="133352" w="409000">
                  <a:moveTo>
                    <a:pt x="242360" y="1157"/>
                  </a:moveTo>
                  <a:lnTo>
                    <a:pt x="367619" y="0"/>
                  </a:lnTo>
                  <a:cubicBezTo>
                    <a:pt x="372334" y="103"/>
                    <a:pt x="376471" y="3212"/>
                    <a:pt x="377897" y="7708"/>
                  </a:cubicBezTo>
                  <a:lnTo>
                    <a:pt x="408216" y="109329"/>
                  </a:lnTo>
                  <a:cubicBezTo>
                    <a:pt x="410914" y="117551"/>
                    <a:pt x="406430" y="126403"/>
                    <a:pt x="398208" y="129101"/>
                  </a:cubicBezTo>
                  <a:cubicBezTo>
                    <a:pt x="396589" y="129640"/>
                    <a:pt x="394893" y="129897"/>
                    <a:pt x="393185" y="129884"/>
                  </a:cubicBezTo>
                  <a:cubicBezTo>
                    <a:pt x="347963" y="129884"/>
                    <a:pt x="282571" y="127443"/>
                    <a:pt x="226172" y="127957"/>
                  </a:cubicBezTo>
                  <a:cubicBezTo>
                    <a:pt x="159881" y="127957"/>
                    <a:pt x="130204" y="132582"/>
                    <a:pt x="52480" y="133353"/>
                  </a:cubicBezTo>
                  <a:cubicBezTo>
                    <a:pt x="5459" y="133353"/>
                    <a:pt x="-11756" y="86333"/>
                    <a:pt x="8157" y="81965"/>
                  </a:cubicBezTo>
                  <a:cubicBezTo>
                    <a:pt x="96288" y="61538"/>
                    <a:pt x="141895" y="58840"/>
                    <a:pt x="215895" y="10407"/>
                  </a:cubicBezTo>
                  <a:cubicBezTo>
                    <a:pt x="223629" y="4805"/>
                    <a:pt x="232827" y="1580"/>
                    <a:pt x="242360" y="115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63" name="Google Shape;663;p76"/>
            <p:cNvSpPr/>
            <p:nvPr/>
          </p:nvSpPr>
          <p:spPr>
            <a:xfrm>
              <a:off x="9022129" y="4971960"/>
              <a:ext cx="130783" cy="137720"/>
            </a:xfrm>
            <a:custGeom>
              <a:rect b="b" l="l" r="r" t="t"/>
              <a:pathLst>
                <a:path extrusionOk="0" h="137720" w="130783">
                  <a:moveTo>
                    <a:pt x="0" y="1028"/>
                  </a:moveTo>
                  <a:lnTo>
                    <a:pt x="16059" y="137721"/>
                  </a:lnTo>
                  <a:lnTo>
                    <a:pt x="130783" y="136693"/>
                  </a:lnTo>
                  <a:lnTo>
                    <a:pt x="114724" y="0"/>
                  </a:lnTo>
                  <a:lnTo>
                    <a:pt x="0" y="1028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64" name="Google Shape;664;p76"/>
            <p:cNvSpPr/>
            <p:nvPr/>
          </p:nvSpPr>
          <p:spPr>
            <a:xfrm>
              <a:off x="8972528" y="5216393"/>
              <a:ext cx="72112" cy="28940"/>
            </a:xfrm>
            <a:custGeom>
              <a:rect b="b" l="l" r="r" t="t"/>
              <a:pathLst>
                <a:path extrusionOk="0" h="28940" w="72112">
                  <a:moveTo>
                    <a:pt x="33285" y="28825"/>
                  </a:moveTo>
                  <a:cubicBezTo>
                    <a:pt x="45657" y="28593"/>
                    <a:pt x="57964" y="27077"/>
                    <a:pt x="70028" y="24328"/>
                  </a:cubicBezTo>
                  <a:cubicBezTo>
                    <a:pt x="71171" y="24148"/>
                    <a:pt x="72032" y="23172"/>
                    <a:pt x="72083" y="22016"/>
                  </a:cubicBezTo>
                  <a:cubicBezTo>
                    <a:pt x="72250" y="20898"/>
                    <a:pt x="71685" y="19806"/>
                    <a:pt x="70670" y="19318"/>
                  </a:cubicBezTo>
                  <a:cubicBezTo>
                    <a:pt x="65146" y="16620"/>
                    <a:pt x="16969" y="-6377"/>
                    <a:pt x="3865" y="1717"/>
                  </a:cubicBezTo>
                  <a:cubicBezTo>
                    <a:pt x="1335" y="3272"/>
                    <a:pt x="-143" y="6073"/>
                    <a:pt x="11" y="9040"/>
                  </a:cubicBezTo>
                  <a:cubicBezTo>
                    <a:pt x="-40" y="14025"/>
                    <a:pt x="2182" y="18753"/>
                    <a:pt x="6049" y="21887"/>
                  </a:cubicBezTo>
                  <a:cubicBezTo>
                    <a:pt x="14143" y="27090"/>
                    <a:pt x="23701" y="29518"/>
                    <a:pt x="33285" y="28825"/>
                  </a:cubicBezTo>
                  <a:close/>
                  <a:moveTo>
                    <a:pt x="60778" y="20602"/>
                  </a:moveTo>
                  <a:cubicBezTo>
                    <a:pt x="35983" y="24970"/>
                    <a:pt x="17098" y="24071"/>
                    <a:pt x="9389" y="17905"/>
                  </a:cubicBezTo>
                  <a:cubicBezTo>
                    <a:pt x="6705" y="15759"/>
                    <a:pt x="5176" y="12483"/>
                    <a:pt x="5278" y="9040"/>
                  </a:cubicBezTo>
                  <a:cubicBezTo>
                    <a:pt x="5124" y="7961"/>
                    <a:pt x="5625" y="6895"/>
                    <a:pt x="6563" y="6342"/>
                  </a:cubicBezTo>
                  <a:cubicBezTo>
                    <a:pt x="13757" y="1974"/>
                    <a:pt x="40736" y="12252"/>
                    <a:pt x="60778" y="20602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65" name="Google Shape;665;p76"/>
            <p:cNvSpPr/>
            <p:nvPr/>
          </p:nvSpPr>
          <p:spPr>
            <a:xfrm>
              <a:off x="8998540" y="5189837"/>
              <a:ext cx="46098" cy="51655"/>
            </a:xfrm>
            <a:custGeom>
              <a:rect b="b" l="l" r="r" t="t"/>
              <a:pathLst>
                <a:path extrusionOk="0" h="51655" w="46098">
                  <a:moveTo>
                    <a:pt x="43374" y="51656"/>
                  </a:moveTo>
                  <a:cubicBezTo>
                    <a:pt x="44928" y="51604"/>
                    <a:pt x="46149" y="50294"/>
                    <a:pt x="46097" y="48727"/>
                  </a:cubicBezTo>
                  <a:cubicBezTo>
                    <a:pt x="46097" y="48637"/>
                    <a:pt x="46085" y="48534"/>
                    <a:pt x="46072" y="48444"/>
                  </a:cubicBezTo>
                  <a:cubicBezTo>
                    <a:pt x="46072" y="46388"/>
                    <a:pt x="37079" y="-2945"/>
                    <a:pt x="9843" y="139"/>
                  </a:cubicBezTo>
                  <a:cubicBezTo>
                    <a:pt x="2648" y="909"/>
                    <a:pt x="593" y="4635"/>
                    <a:pt x="79" y="7462"/>
                  </a:cubicBezTo>
                  <a:cubicBezTo>
                    <a:pt x="-1720" y="20309"/>
                    <a:pt x="27700" y="45232"/>
                    <a:pt x="42346" y="51399"/>
                  </a:cubicBezTo>
                  <a:close/>
                  <a:moveTo>
                    <a:pt x="12155" y="5406"/>
                  </a:moveTo>
                  <a:cubicBezTo>
                    <a:pt x="28471" y="5406"/>
                    <a:pt x="36822" y="32256"/>
                    <a:pt x="39648" y="43947"/>
                  </a:cubicBezTo>
                  <a:cubicBezTo>
                    <a:pt x="24489" y="35468"/>
                    <a:pt x="4319" y="15941"/>
                    <a:pt x="5475" y="8232"/>
                  </a:cubicBezTo>
                  <a:cubicBezTo>
                    <a:pt x="5475" y="8232"/>
                    <a:pt x="5475" y="6049"/>
                    <a:pt x="10357" y="553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66" name="Google Shape;666;p76"/>
            <p:cNvSpPr/>
            <p:nvPr/>
          </p:nvSpPr>
          <p:spPr>
            <a:xfrm>
              <a:off x="8694656" y="2906404"/>
              <a:ext cx="491786" cy="2136600"/>
            </a:xfrm>
            <a:custGeom>
              <a:rect b="b" l="l" r="r" t="t"/>
              <a:pathLst>
                <a:path extrusionOk="0" h="2136600" w="491786">
                  <a:moveTo>
                    <a:pt x="0" y="8736"/>
                  </a:moveTo>
                  <a:cubicBezTo>
                    <a:pt x="0" y="8736"/>
                    <a:pt x="57169" y="720080"/>
                    <a:pt x="98922" y="1071062"/>
                  </a:cubicBezTo>
                  <a:cubicBezTo>
                    <a:pt x="142217" y="1436177"/>
                    <a:pt x="284820" y="2136601"/>
                    <a:pt x="284820" y="2136601"/>
                  </a:cubicBezTo>
                  <a:lnTo>
                    <a:pt x="491787" y="2132233"/>
                  </a:lnTo>
                  <a:cubicBezTo>
                    <a:pt x="491787" y="2132233"/>
                    <a:pt x="435003" y="1336997"/>
                    <a:pt x="413034" y="972654"/>
                  </a:cubicBezTo>
                  <a:cubicBezTo>
                    <a:pt x="389010" y="575036"/>
                    <a:pt x="382843" y="0"/>
                    <a:pt x="382843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67" name="Google Shape;667;p76"/>
            <p:cNvSpPr/>
            <p:nvPr/>
          </p:nvSpPr>
          <p:spPr>
            <a:xfrm>
              <a:off x="8694656" y="2906404"/>
              <a:ext cx="491786" cy="2136600"/>
            </a:xfrm>
            <a:custGeom>
              <a:rect b="b" l="l" r="r" t="t"/>
              <a:pathLst>
                <a:path extrusionOk="0" h="2136600" w="491786">
                  <a:moveTo>
                    <a:pt x="0" y="8736"/>
                  </a:moveTo>
                  <a:cubicBezTo>
                    <a:pt x="0" y="8736"/>
                    <a:pt x="57169" y="720080"/>
                    <a:pt x="98922" y="1071062"/>
                  </a:cubicBezTo>
                  <a:cubicBezTo>
                    <a:pt x="142217" y="1436177"/>
                    <a:pt x="284820" y="2136601"/>
                    <a:pt x="284820" y="2136601"/>
                  </a:cubicBezTo>
                  <a:lnTo>
                    <a:pt x="491787" y="2132233"/>
                  </a:lnTo>
                  <a:cubicBezTo>
                    <a:pt x="491787" y="2132233"/>
                    <a:pt x="435003" y="1336997"/>
                    <a:pt x="413034" y="972654"/>
                  </a:cubicBezTo>
                  <a:cubicBezTo>
                    <a:pt x="389010" y="575036"/>
                    <a:pt x="382843" y="0"/>
                    <a:pt x="382843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68" name="Google Shape;668;p76"/>
            <p:cNvSpPr/>
            <p:nvPr/>
          </p:nvSpPr>
          <p:spPr>
            <a:xfrm>
              <a:off x="8950570" y="4971318"/>
              <a:ext cx="261309" cy="81450"/>
            </a:xfrm>
            <a:custGeom>
              <a:rect b="b" l="l" r="r" t="t"/>
              <a:pathLst>
                <a:path extrusionOk="0" h="81450" w="261309">
                  <a:moveTo>
                    <a:pt x="261310" y="76569"/>
                  </a:moveTo>
                  <a:lnTo>
                    <a:pt x="17858" y="81451"/>
                  </a:lnTo>
                  <a:lnTo>
                    <a:pt x="0" y="642"/>
                  </a:lnTo>
                  <a:lnTo>
                    <a:pt x="258355" y="0"/>
                  </a:lnTo>
                  <a:lnTo>
                    <a:pt x="261310" y="76569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69" name="Google Shape;669;p76"/>
            <p:cNvSpPr/>
            <p:nvPr/>
          </p:nvSpPr>
          <p:spPr>
            <a:xfrm>
              <a:off x="8444706" y="1886907"/>
              <a:ext cx="646925" cy="1032600"/>
            </a:xfrm>
            <a:custGeom>
              <a:rect b="b" l="l" r="r" t="t"/>
              <a:pathLst>
                <a:path extrusionOk="0" h="1032600" w="646925">
                  <a:moveTo>
                    <a:pt x="33733" y="41961"/>
                  </a:moveTo>
                  <a:cubicBezTo>
                    <a:pt x="33733" y="41961"/>
                    <a:pt x="-50929" y="356201"/>
                    <a:pt x="47994" y="1032600"/>
                  </a:cubicBezTo>
                  <a:cubicBezTo>
                    <a:pt x="232735" y="1028618"/>
                    <a:pt x="542993" y="1021423"/>
                    <a:pt x="632794" y="1019753"/>
                  </a:cubicBezTo>
                  <a:cubicBezTo>
                    <a:pt x="635106" y="925584"/>
                    <a:pt x="565603" y="463860"/>
                    <a:pt x="646926" y="18707"/>
                  </a:cubicBezTo>
                  <a:cubicBezTo>
                    <a:pt x="588420" y="8610"/>
                    <a:pt x="529246" y="2854"/>
                    <a:pt x="469892" y="1492"/>
                  </a:cubicBezTo>
                  <a:cubicBezTo>
                    <a:pt x="383008" y="-1681"/>
                    <a:pt x="296020" y="208"/>
                    <a:pt x="209353" y="7145"/>
                  </a:cubicBezTo>
                  <a:cubicBezTo>
                    <a:pt x="150000" y="14172"/>
                    <a:pt x="91276" y="25812"/>
                    <a:pt x="33733" y="4196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70" name="Google Shape;670;p76"/>
            <p:cNvSpPr/>
            <p:nvPr/>
          </p:nvSpPr>
          <p:spPr>
            <a:xfrm>
              <a:off x="8960463" y="2143158"/>
              <a:ext cx="95710" cy="290472"/>
            </a:xfrm>
            <a:custGeom>
              <a:rect b="b" l="l" r="r" t="t"/>
              <a:pathLst>
                <a:path extrusionOk="0" h="290472" w="95710">
                  <a:moveTo>
                    <a:pt x="95711" y="79267"/>
                  </a:moveTo>
                  <a:lnTo>
                    <a:pt x="0" y="0"/>
                  </a:lnTo>
                  <a:cubicBezTo>
                    <a:pt x="6295" y="61923"/>
                    <a:pt x="62308" y="213647"/>
                    <a:pt x="91857" y="290473"/>
                  </a:cubicBezTo>
                  <a:cubicBezTo>
                    <a:pt x="91343" y="223154"/>
                    <a:pt x="91985" y="152110"/>
                    <a:pt x="95711" y="79267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71" name="Google Shape;671;p76"/>
            <p:cNvSpPr/>
            <p:nvPr/>
          </p:nvSpPr>
          <p:spPr>
            <a:xfrm>
              <a:off x="8606849" y="2099095"/>
              <a:ext cx="228066" cy="266202"/>
            </a:xfrm>
            <a:custGeom>
              <a:rect b="b" l="l" r="r" t="t"/>
              <a:pathLst>
                <a:path extrusionOk="0" h="266202" w="228066">
                  <a:moveTo>
                    <a:pt x="106949" y="11945"/>
                  </a:moveTo>
                  <a:lnTo>
                    <a:pt x="2502" y="218655"/>
                  </a:lnTo>
                  <a:cubicBezTo>
                    <a:pt x="-3253" y="229973"/>
                    <a:pt x="1256" y="243823"/>
                    <a:pt x="12587" y="249578"/>
                  </a:cubicBezTo>
                  <a:cubicBezTo>
                    <a:pt x="19191" y="252931"/>
                    <a:pt x="27014" y="252906"/>
                    <a:pt x="33592" y="249488"/>
                  </a:cubicBezTo>
                  <a:lnTo>
                    <a:pt x="101810" y="211975"/>
                  </a:lnTo>
                  <a:cubicBezTo>
                    <a:pt x="109377" y="207902"/>
                    <a:pt x="118601" y="208506"/>
                    <a:pt x="125577" y="213516"/>
                  </a:cubicBezTo>
                  <a:lnTo>
                    <a:pt x="192768" y="261950"/>
                  </a:lnTo>
                  <a:cubicBezTo>
                    <a:pt x="202699" y="269170"/>
                    <a:pt x="216599" y="266973"/>
                    <a:pt x="223819" y="257055"/>
                  </a:cubicBezTo>
                  <a:cubicBezTo>
                    <a:pt x="228187" y="251043"/>
                    <a:pt x="229266" y="243232"/>
                    <a:pt x="226684" y="236256"/>
                  </a:cubicBezTo>
                  <a:lnTo>
                    <a:pt x="148188" y="15543"/>
                  </a:lnTo>
                  <a:cubicBezTo>
                    <a:pt x="144347" y="3736"/>
                    <a:pt x="131667" y="-2726"/>
                    <a:pt x="119860" y="1102"/>
                  </a:cubicBezTo>
                  <a:cubicBezTo>
                    <a:pt x="114310" y="2914"/>
                    <a:pt x="109686" y="6794"/>
                    <a:pt x="106949" y="119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72" name="Google Shape;672;p76"/>
            <p:cNvSpPr/>
            <p:nvPr/>
          </p:nvSpPr>
          <p:spPr>
            <a:xfrm>
              <a:off x="8651872" y="1594972"/>
              <a:ext cx="262726" cy="395562"/>
            </a:xfrm>
            <a:custGeom>
              <a:rect b="b" l="l" r="r" t="t"/>
              <a:pathLst>
                <a:path extrusionOk="0" h="395562" w="262726">
                  <a:moveTo>
                    <a:pt x="230608" y="0"/>
                  </a:moveTo>
                  <a:cubicBezTo>
                    <a:pt x="215963" y="84277"/>
                    <a:pt x="202859" y="238185"/>
                    <a:pt x="262726" y="292785"/>
                  </a:cubicBezTo>
                  <a:cubicBezTo>
                    <a:pt x="262726" y="292785"/>
                    <a:pt x="245254" y="369097"/>
                    <a:pt x="85821" y="395562"/>
                  </a:cubicBezTo>
                  <a:cubicBezTo>
                    <a:pt x="-21323" y="361132"/>
                    <a:pt x="2187" y="298952"/>
                    <a:pt x="2187" y="298952"/>
                  </a:cubicBezTo>
                  <a:cubicBezTo>
                    <a:pt x="95200" y="274542"/>
                    <a:pt x="91217" y="205297"/>
                    <a:pt x="73617" y="140547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73" name="Google Shape;673;p76"/>
            <p:cNvSpPr/>
            <p:nvPr/>
          </p:nvSpPr>
          <p:spPr>
            <a:xfrm>
              <a:off x="8725489" y="1652142"/>
              <a:ext cx="96736" cy="128856"/>
            </a:xfrm>
            <a:custGeom>
              <a:rect b="b" l="l" r="r" t="t"/>
              <a:pathLst>
                <a:path extrusionOk="0" h="128856" w="96736">
                  <a:moveTo>
                    <a:pt x="93013" y="0"/>
                  </a:moveTo>
                  <a:lnTo>
                    <a:pt x="0" y="82735"/>
                  </a:lnTo>
                  <a:cubicBezTo>
                    <a:pt x="4330" y="97818"/>
                    <a:pt x="7335" y="113247"/>
                    <a:pt x="8993" y="128856"/>
                  </a:cubicBezTo>
                  <a:cubicBezTo>
                    <a:pt x="44708" y="122947"/>
                    <a:pt x="92884" y="82607"/>
                    <a:pt x="95839" y="45222"/>
                  </a:cubicBezTo>
                  <a:cubicBezTo>
                    <a:pt x="97664" y="30101"/>
                    <a:pt x="96700" y="14774"/>
                    <a:pt x="93013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74" name="Google Shape;674;p76"/>
            <p:cNvSpPr/>
            <p:nvPr/>
          </p:nvSpPr>
          <p:spPr>
            <a:xfrm>
              <a:off x="8590391" y="1292323"/>
              <a:ext cx="349385" cy="443484"/>
            </a:xfrm>
            <a:custGeom>
              <a:rect b="b" l="l" r="r" t="t"/>
              <a:pathLst>
                <a:path extrusionOk="0" h="443484" w="349385">
                  <a:moveTo>
                    <a:pt x="343093" y="198972"/>
                  </a:moveTo>
                  <a:cubicBezTo>
                    <a:pt x="312131" y="308430"/>
                    <a:pt x="299670" y="374078"/>
                    <a:pt x="231323" y="418915"/>
                  </a:cubicBezTo>
                  <a:cubicBezTo>
                    <a:pt x="128546" y="486234"/>
                    <a:pt x="2516" y="406068"/>
                    <a:pt x="75" y="289288"/>
                  </a:cubicBezTo>
                  <a:cubicBezTo>
                    <a:pt x="-2237" y="184455"/>
                    <a:pt x="48637" y="22967"/>
                    <a:pt x="167088" y="2412"/>
                  </a:cubicBezTo>
                  <a:cubicBezTo>
                    <a:pt x="251480" y="-12559"/>
                    <a:pt x="332031" y="43715"/>
                    <a:pt x="346998" y="128108"/>
                  </a:cubicBezTo>
                  <a:cubicBezTo>
                    <a:pt x="351187" y="151721"/>
                    <a:pt x="349851" y="175976"/>
                    <a:pt x="343093" y="198972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75" name="Google Shape;675;p76"/>
            <p:cNvSpPr/>
            <p:nvPr/>
          </p:nvSpPr>
          <p:spPr>
            <a:xfrm>
              <a:off x="8856466" y="1373392"/>
              <a:ext cx="155303" cy="210193"/>
            </a:xfrm>
            <a:custGeom>
              <a:rect b="b" l="l" r="r" t="t"/>
              <a:pathLst>
                <a:path extrusionOk="0" h="210193" w="155303">
                  <a:moveTo>
                    <a:pt x="11112" y="184966"/>
                  </a:moveTo>
                  <a:cubicBezTo>
                    <a:pt x="-3277" y="150022"/>
                    <a:pt x="-13683" y="34912"/>
                    <a:pt x="46313" y="6648"/>
                  </a:cubicBezTo>
                  <a:cubicBezTo>
                    <a:pt x="106309" y="-21616"/>
                    <a:pt x="168618" y="47373"/>
                    <a:pt x="152816" y="80005"/>
                  </a:cubicBezTo>
                  <a:cubicBezTo>
                    <a:pt x="128534" y="130622"/>
                    <a:pt x="44515" y="265902"/>
                    <a:pt x="11112" y="18496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76" name="Google Shape;676;p76"/>
            <p:cNvSpPr/>
            <p:nvPr/>
          </p:nvSpPr>
          <p:spPr>
            <a:xfrm>
              <a:off x="8683346" y="1274104"/>
              <a:ext cx="291438" cy="146532"/>
            </a:xfrm>
            <a:custGeom>
              <a:rect b="b" l="l" r="r" t="t"/>
              <a:pathLst>
                <a:path extrusionOk="0" h="146532" w="291438">
                  <a:moveTo>
                    <a:pt x="220076" y="146533"/>
                  </a:moveTo>
                  <a:cubicBezTo>
                    <a:pt x="205301" y="107991"/>
                    <a:pt x="29168" y="86151"/>
                    <a:pt x="4501" y="44655"/>
                  </a:cubicBezTo>
                  <a:cubicBezTo>
                    <a:pt x="-24790" y="-4678"/>
                    <a:pt x="95330" y="-10587"/>
                    <a:pt x="177937" y="14464"/>
                  </a:cubicBezTo>
                  <a:cubicBezTo>
                    <a:pt x="250523" y="36561"/>
                    <a:pt x="298957" y="57888"/>
                    <a:pt x="290478" y="111845"/>
                  </a:cubicBezTo>
                  <a:cubicBezTo>
                    <a:pt x="285724" y="142421"/>
                    <a:pt x="220076" y="146533"/>
                    <a:pt x="220076" y="14653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77" name="Google Shape;677;p76"/>
            <p:cNvSpPr/>
            <p:nvPr/>
          </p:nvSpPr>
          <p:spPr>
            <a:xfrm>
              <a:off x="8941706" y="1363210"/>
              <a:ext cx="59610" cy="36521"/>
            </a:xfrm>
            <a:custGeom>
              <a:rect b="b" l="l" r="r" t="t"/>
              <a:pathLst>
                <a:path extrusionOk="0" h="36521" w="59610">
                  <a:moveTo>
                    <a:pt x="0" y="17729"/>
                  </a:moveTo>
                  <a:cubicBezTo>
                    <a:pt x="0" y="17729"/>
                    <a:pt x="38541" y="28264"/>
                    <a:pt x="59611" y="0"/>
                  </a:cubicBezTo>
                  <a:cubicBezTo>
                    <a:pt x="52930" y="28007"/>
                    <a:pt x="20170" y="56270"/>
                    <a:pt x="0" y="1772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78" name="Google Shape;678;p76"/>
            <p:cNvSpPr/>
            <p:nvPr/>
          </p:nvSpPr>
          <p:spPr>
            <a:xfrm>
              <a:off x="8646673" y="1246691"/>
              <a:ext cx="185726" cy="170477"/>
            </a:xfrm>
            <a:custGeom>
              <a:rect b="b" l="l" r="r" t="t"/>
              <a:pathLst>
                <a:path extrusionOk="0" h="170477" w="185726">
                  <a:moveTo>
                    <a:pt x="118642" y="15413"/>
                  </a:moveTo>
                  <a:cubicBezTo>
                    <a:pt x="65712" y="-25698"/>
                    <a:pt x="-6360" y="22607"/>
                    <a:pt x="449" y="76180"/>
                  </a:cubicBezTo>
                  <a:cubicBezTo>
                    <a:pt x="7258" y="129752"/>
                    <a:pt x="185704" y="170477"/>
                    <a:pt x="185704" y="170477"/>
                  </a:cubicBezTo>
                  <a:cubicBezTo>
                    <a:pt x="185704" y="170477"/>
                    <a:pt x="188916" y="70013"/>
                    <a:pt x="118642" y="1541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79" name="Google Shape;679;p76"/>
            <p:cNvSpPr/>
            <p:nvPr/>
          </p:nvSpPr>
          <p:spPr>
            <a:xfrm>
              <a:off x="8647251" y="1317989"/>
              <a:ext cx="90828" cy="93912"/>
            </a:xfrm>
            <a:custGeom>
              <a:rect b="b" l="l" r="r" t="t"/>
              <a:pathLst>
                <a:path extrusionOk="0" h="93912" w="90828">
                  <a:moveTo>
                    <a:pt x="0" y="5139"/>
                  </a:moveTo>
                  <a:cubicBezTo>
                    <a:pt x="8094" y="42652"/>
                    <a:pt x="35458" y="72072"/>
                    <a:pt x="90829" y="93912"/>
                  </a:cubicBezTo>
                  <a:cubicBezTo>
                    <a:pt x="58775" y="70209"/>
                    <a:pt x="34494" y="37526"/>
                    <a:pt x="210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80" name="Google Shape;680;p76"/>
            <p:cNvSpPr/>
            <p:nvPr/>
          </p:nvSpPr>
          <p:spPr>
            <a:xfrm>
              <a:off x="8736492" y="1466977"/>
              <a:ext cx="22507" cy="33092"/>
            </a:xfrm>
            <a:custGeom>
              <a:rect b="b" l="l" r="r" t="t"/>
              <a:pathLst>
                <a:path extrusionOk="0" h="33092" w="22507">
                  <a:moveTo>
                    <a:pt x="21885" y="18795"/>
                  </a:moveTo>
                  <a:cubicBezTo>
                    <a:pt x="19958" y="27916"/>
                    <a:pt x="13663" y="34211"/>
                    <a:pt x="7754" y="32927"/>
                  </a:cubicBezTo>
                  <a:cubicBezTo>
                    <a:pt x="1844" y="31642"/>
                    <a:pt x="-1368" y="23163"/>
                    <a:pt x="559" y="14170"/>
                  </a:cubicBezTo>
                  <a:cubicBezTo>
                    <a:pt x="2486" y="5177"/>
                    <a:pt x="8910" y="-1118"/>
                    <a:pt x="14819" y="166"/>
                  </a:cubicBezTo>
                  <a:cubicBezTo>
                    <a:pt x="20729" y="1451"/>
                    <a:pt x="23941" y="10316"/>
                    <a:pt x="21885" y="1879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81" name="Google Shape;681;p76"/>
            <p:cNvSpPr/>
            <p:nvPr/>
          </p:nvSpPr>
          <p:spPr>
            <a:xfrm>
              <a:off x="8634358" y="1444781"/>
              <a:ext cx="22573" cy="33063"/>
            </a:xfrm>
            <a:custGeom>
              <a:rect b="b" l="l" r="r" t="t"/>
              <a:pathLst>
                <a:path extrusionOk="0" h="33063" w="22573">
                  <a:moveTo>
                    <a:pt x="22014" y="18894"/>
                  </a:moveTo>
                  <a:cubicBezTo>
                    <a:pt x="19958" y="27887"/>
                    <a:pt x="13664" y="34182"/>
                    <a:pt x="7754" y="32897"/>
                  </a:cubicBezTo>
                  <a:cubicBezTo>
                    <a:pt x="1844" y="31612"/>
                    <a:pt x="-1368" y="23262"/>
                    <a:pt x="559" y="14269"/>
                  </a:cubicBezTo>
                  <a:cubicBezTo>
                    <a:pt x="2487" y="5276"/>
                    <a:pt x="8910" y="-1019"/>
                    <a:pt x="14820" y="137"/>
                  </a:cubicBezTo>
                  <a:cubicBezTo>
                    <a:pt x="20729" y="1293"/>
                    <a:pt x="23941" y="9901"/>
                    <a:pt x="22014" y="1889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82" name="Google Shape;682;p76"/>
            <p:cNvSpPr/>
            <p:nvPr/>
          </p:nvSpPr>
          <p:spPr>
            <a:xfrm>
              <a:off x="8627851" y="1475237"/>
              <a:ext cx="59996" cy="85311"/>
            </a:xfrm>
            <a:custGeom>
              <a:rect b="b" l="l" r="r" t="t"/>
              <a:pathLst>
                <a:path extrusionOk="0" h="85311" w="59996">
                  <a:moveTo>
                    <a:pt x="59996" y="0"/>
                  </a:moveTo>
                  <a:cubicBezTo>
                    <a:pt x="43230" y="25270"/>
                    <a:pt x="23035" y="48100"/>
                    <a:pt x="0" y="67833"/>
                  </a:cubicBezTo>
                  <a:cubicBezTo>
                    <a:pt x="12847" y="86204"/>
                    <a:pt x="41496" y="85305"/>
                    <a:pt x="41496" y="85305"/>
                  </a:cubicBezTo>
                  <a:close/>
                </a:path>
              </a:pathLst>
            </a:custGeom>
            <a:solidFill>
              <a:srgbClr val="FF56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83" name="Google Shape;683;p76"/>
            <p:cNvSpPr/>
            <p:nvPr/>
          </p:nvSpPr>
          <p:spPr>
            <a:xfrm>
              <a:off x="8688106" y="1569801"/>
              <a:ext cx="72237" cy="23716"/>
            </a:xfrm>
            <a:custGeom>
              <a:rect b="b" l="l" r="r" t="t"/>
              <a:pathLst>
                <a:path extrusionOk="0" h="23716" w="72237">
                  <a:moveTo>
                    <a:pt x="2054" y="21445"/>
                  </a:moveTo>
                  <a:lnTo>
                    <a:pt x="2054" y="21445"/>
                  </a:lnTo>
                  <a:cubicBezTo>
                    <a:pt x="26540" y="27522"/>
                    <a:pt x="52453" y="21239"/>
                    <a:pt x="71428" y="4615"/>
                  </a:cubicBezTo>
                  <a:cubicBezTo>
                    <a:pt x="72494" y="3575"/>
                    <a:pt x="72507" y="1866"/>
                    <a:pt x="71466" y="800"/>
                  </a:cubicBezTo>
                  <a:cubicBezTo>
                    <a:pt x="71454" y="787"/>
                    <a:pt x="71441" y="774"/>
                    <a:pt x="71428" y="761"/>
                  </a:cubicBezTo>
                  <a:cubicBezTo>
                    <a:pt x="70336" y="-254"/>
                    <a:pt x="68653" y="-254"/>
                    <a:pt x="67574" y="761"/>
                  </a:cubicBezTo>
                  <a:cubicBezTo>
                    <a:pt x="49781" y="15728"/>
                    <a:pt x="25962" y="21406"/>
                    <a:pt x="3338" y="16049"/>
                  </a:cubicBezTo>
                  <a:cubicBezTo>
                    <a:pt x="1848" y="15728"/>
                    <a:pt x="383" y="16679"/>
                    <a:pt x="62" y="18169"/>
                  </a:cubicBezTo>
                  <a:cubicBezTo>
                    <a:pt x="-259" y="19659"/>
                    <a:pt x="692" y="21124"/>
                    <a:pt x="2182" y="2144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84" name="Google Shape;684;p76"/>
            <p:cNvSpPr/>
            <p:nvPr/>
          </p:nvSpPr>
          <p:spPr>
            <a:xfrm>
              <a:off x="8757669" y="1420590"/>
              <a:ext cx="45215" cy="39083"/>
            </a:xfrm>
            <a:custGeom>
              <a:rect b="b" l="l" r="r" t="t"/>
              <a:pathLst>
                <a:path extrusionOk="0" h="39083" w="45215">
                  <a:moveTo>
                    <a:pt x="38607" y="38973"/>
                  </a:moveTo>
                  <a:cubicBezTo>
                    <a:pt x="41601" y="39577"/>
                    <a:pt x="44504" y="37637"/>
                    <a:pt x="45108" y="34644"/>
                  </a:cubicBezTo>
                  <a:cubicBezTo>
                    <a:pt x="45326" y="33552"/>
                    <a:pt x="45211" y="32421"/>
                    <a:pt x="44774" y="31393"/>
                  </a:cubicBezTo>
                  <a:cubicBezTo>
                    <a:pt x="37734" y="15335"/>
                    <a:pt x="23383" y="3669"/>
                    <a:pt x="6233" y="46"/>
                  </a:cubicBezTo>
                  <a:cubicBezTo>
                    <a:pt x="3265" y="-339"/>
                    <a:pt x="529" y="1717"/>
                    <a:pt x="66" y="4671"/>
                  </a:cubicBezTo>
                  <a:cubicBezTo>
                    <a:pt x="-396" y="7613"/>
                    <a:pt x="1620" y="10376"/>
                    <a:pt x="4563" y="10838"/>
                  </a:cubicBezTo>
                  <a:cubicBezTo>
                    <a:pt x="4563" y="10838"/>
                    <a:pt x="4563" y="10838"/>
                    <a:pt x="4563" y="10838"/>
                  </a:cubicBezTo>
                  <a:lnTo>
                    <a:pt x="4563" y="10838"/>
                  </a:lnTo>
                  <a:cubicBezTo>
                    <a:pt x="18091" y="13806"/>
                    <a:pt x="29332" y="23146"/>
                    <a:pt x="34753" y="35890"/>
                  </a:cubicBezTo>
                  <a:cubicBezTo>
                    <a:pt x="35486" y="37470"/>
                    <a:pt x="36912" y="38613"/>
                    <a:pt x="38607" y="3897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85" name="Google Shape;685;p76"/>
            <p:cNvSpPr/>
            <p:nvPr/>
          </p:nvSpPr>
          <p:spPr>
            <a:xfrm>
              <a:off x="8614947" y="1388624"/>
              <a:ext cx="50699" cy="30398"/>
            </a:xfrm>
            <a:custGeom>
              <a:rect b="b" l="l" r="r" t="t"/>
              <a:pathLst>
                <a:path extrusionOk="0" h="30398" w="50699">
                  <a:moveTo>
                    <a:pt x="4168" y="30214"/>
                  </a:moveTo>
                  <a:cubicBezTo>
                    <a:pt x="6236" y="30779"/>
                    <a:pt x="8434" y="30021"/>
                    <a:pt x="9692" y="28287"/>
                  </a:cubicBezTo>
                  <a:cubicBezTo>
                    <a:pt x="17940" y="17226"/>
                    <a:pt x="30967" y="10738"/>
                    <a:pt x="44765" y="10815"/>
                  </a:cubicBezTo>
                  <a:cubicBezTo>
                    <a:pt x="47746" y="11097"/>
                    <a:pt x="50392" y="8913"/>
                    <a:pt x="50675" y="5933"/>
                  </a:cubicBezTo>
                  <a:cubicBezTo>
                    <a:pt x="50957" y="2952"/>
                    <a:pt x="48773" y="306"/>
                    <a:pt x="45793" y="23"/>
                  </a:cubicBezTo>
                  <a:cubicBezTo>
                    <a:pt x="28295" y="-491"/>
                    <a:pt x="11658" y="7564"/>
                    <a:pt x="1213" y="21606"/>
                  </a:cubicBezTo>
                  <a:cubicBezTo>
                    <a:pt x="-649" y="23842"/>
                    <a:pt x="-328" y="27169"/>
                    <a:pt x="1907" y="29019"/>
                  </a:cubicBezTo>
                  <a:cubicBezTo>
                    <a:pt x="1971" y="29083"/>
                    <a:pt x="2048" y="29135"/>
                    <a:pt x="2113" y="29186"/>
                  </a:cubicBezTo>
                  <a:cubicBezTo>
                    <a:pt x="2704" y="29700"/>
                    <a:pt x="3410" y="30060"/>
                    <a:pt x="4168" y="3021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86" name="Google Shape;686;p76"/>
            <p:cNvSpPr/>
            <p:nvPr/>
          </p:nvSpPr>
          <p:spPr>
            <a:xfrm>
              <a:off x="8949800" y="1993232"/>
              <a:ext cx="388600" cy="968157"/>
            </a:xfrm>
            <a:custGeom>
              <a:rect b="b" l="l" r="r" t="t"/>
              <a:pathLst>
                <a:path extrusionOk="0" h="968157" w="388600">
                  <a:moveTo>
                    <a:pt x="169839" y="0"/>
                  </a:moveTo>
                  <a:cubicBezTo>
                    <a:pt x="193220" y="40854"/>
                    <a:pt x="212748" y="80423"/>
                    <a:pt x="233047" y="121148"/>
                  </a:cubicBezTo>
                  <a:cubicBezTo>
                    <a:pt x="253345" y="161873"/>
                    <a:pt x="271588" y="202856"/>
                    <a:pt x="288931" y="244737"/>
                  </a:cubicBezTo>
                  <a:cubicBezTo>
                    <a:pt x="306275" y="286619"/>
                    <a:pt x="323104" y="329143"/>
                    <a:pt x="337750" y="373208"/>
                  </a:cubicBezTo>
                  <a:cubicBezTo>
                    <a:pt x="352974" y="417158"/>
                    <a:pt x="365847" y="461879"/>
                    <a:pt x="376292" y="507203"/>
                  </a:cubicBezTo>
                  <a:lnTo>
                    <a:pt x="384128" y="542276"/>
                  </a:lnTo>
                  <a:cubicBezTo>
                    <a:pt x="387558" y="558746"/>
                    <a:pt x="389023" y="575563"/>
                    <a:pt x="388496" y="592380"/>
                  </a:cubicBezTo>
                  <a:cubicBezTo>
                    <a:pt x="387404" y="623624"/>
                    <a:pt x="380480" y="654380"/>
                    <a:pt x="368069" y="683080"/>
                  </a:cubicBezTo>
                  <a:cubicBezTo>
                    <a:pt x="346255" y="731437"/>
                    <a:pt x="315229" y="775065"/>
                    <a:pt x="276727" y="811551"/>
                  </a:cubicBezTo>
                  <a:cubicBezTo>
                    <a:pt x="242386" y="844709"/>
                    <a:pt x="204963" y="874528"/>
                    <a:pt x="164957" y="900581"/>
                  </a:cubicBezTo>
                  <a:cubicBezTo>
                    <a:pt x="145558" y="913429"/>
                    <a:pt x="125516" y="925248"/>
                    <a:pt x="105346" y="936553"/>
                  </a:cubicBezTo>
                  <a:cubicBezTo>
                    <a:pt x="85176" y="947859"/>
                    <a:pt x="65135" y="958265"/>
                    <a:pt x="42652" y="968157"/>
                  </a:cubicBezTo>
                  <a:lnTo>
                    <a:pt x="0" y="893516"/>
                  </a:lnTo>
                  <a:cubicBezTo>
                    <a:pt x="15545" y="880669"/>
                    <a:pt x="32632" y="867822"/>
                    <a:pt x="48562" y="853947"/>
                  </a:cubicBezTo>
                  <a:cubicBezTo>
                    <a:pt x="64492" y="840072"/>
                    <a:pt x="80038" y="825940"/>
                    <a:pt x="95454" y="811808"/>
                  </a:cubicBezTo>
                  <a:cubicBezTo>
                    <a:pt x="125221" y="784187"/>
                    <a:pt x="152842" y="754343"/>
                    <a:pt x="178061" y="722521"/>
                  </a:cubicBezTo>
                  <a:cubicBezTo>
                    <a:pt x="200492" y="695234"/>
                    <a:pt x="217887" y="664169"/>
                    <a:pt x="229449" y="630792"/>
                  </a:cubicBezTo>
                  <a:cubicBezTo>
                    <a:pt x="233419" y="618357"/>
                    <a:pt x="234999" y="605278"/>
                    <a:pt x="234074" y="592251"/>
                  </a:cubicBezTo>
                  <a:cubicBezTo>
                    <a:pt x="233702" y="587010"/>
                    <a:pt x="232713" y="581845"/>
                    <a:pt x="231119" y="576835"/>
                  </a:cubicBezTo>
                  <a:lnTo>
                    <a:pt x="222383" y="548057"/>
                  </a:lnTo>
                  <a:cubicBezTo>
                    <a:pt x="196419" y="468238"/>
                    <a:pt x="165535" y="390102"/>
                    <a:pt x="129884" y="314112"/>
                  </a:cubicBezTo>
                  <a:cubicBezTo>
                    <a:pt x="112284" y="275570"/>
                    <a:pt x="93527" y="237029"/>
                    <a:pt x="74770" y="198488"/>
                  </a:cubicBezTo>
                  <a:cubicBezTo>
                    <a:pt x="56014" y="159946"/>
                    <a:pt x="36229" y="121405"/>
                    <a:pt x="17087" y="84791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87" name="Google Shape;687;p76"/>
            <p:cNvSpPr/>
            <p:nvPr/>
          </p:nvSpPr>
          <p:spPr>
            <a:xfrm>
              <a:off x="8930027" y="1903175"/>
              <a:ext cx="347629" cy="479580"/>
            </a:xfrm>
            <a:custGeom>
              <a:rect b="b" l="l" r="r" t="t"/>
              <a:pathLst>
                <a:path extrusionOk="0" h="479580" w="347629">
                  <a:moveTo>
                    <a:pt x="165972" y="3082"/>
                  </a:moveTo>
                  <a:cubicBezTo>
                    <a:pt x="273117" y="26207"/>
                    <a:pt x="347630" y="305760"/>
                    <a:pt x="347630" y="305760"/>
                  </a:cubicBezTo>
                  <a:lnTo>
                    <a:pt x="156080" y="479581"/>
                  </a:lnTo>
                  <a:cubicBezTo>
                    <a:pt x="95185" y="411825"/>
                    <a:pt x="47278" y="333432"/>
                    <a:pt x="14762" y="248333"/>
                  </a:cubicBezTo>
                  <a:cubicBezTo>
                    <a:pt x="-35984" y="108428"/>
                    <a:pt x="51376" y="-21841"/>
                    <a:pt x="165972" y="308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88" name="Google Shape;688;p76"/>
            <p:cNvSpPr/>
            <p:nvPr/>
          </p:nvSpPr>
          <p:spPr>
            <a:xfrm>
              <a:off x="8849849" y="2873515"/>
              <a:ext cx="172665" cy="125516"/>
            </a:xfrm>
            <a:custGeom>
              <a:rect b="b" l="l" r="r" t="t"/>
              <a:pathLst>
                <a:path extrusionOk="0" h="125516" w="172665">
                  <a:moveTo>
                    <a:pt x="123204" y="0"/>
                  </a:moveTo>
                  <a:lnTo>
                    <a:pt x="0" y="1285"/>
                  </a:lnTo>
                  <a:lnTo>
                    <a:pt x="77083" y="125516"/>
                  </a:lnTo>
                  <a:cubicBezTo>
                    <a:pt x="77083" y="125516"/>
                    <a:pt x="164828" y="103805"/>
                    <a:pt x="172665" y="59739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89" name="Google Shape;689;p76"/>
            <p:cNvSpPr/>
            <p:nvPr/>
          </p:nvSpPr>
          <p:spPr>
            <a:xfrm>
              <a:off x="8773152" y="2874800"/>
              <a:ext cx="153137" cy="173050"/>
            </a:xfrm>
            <a:custGeom>
              <a:rect b="b" l="l" r="r" t="t"/>
              <a:pathLst>
                <a:path extrusionOk="0" h="173050" w="153137">
                  <a:moveTo>
                    <a:pt x="0" y="73357"/>
                  </a:moveTo>
                  <a:lnTo>
                    <a:pt x="67961" y="173050"/>
                  </a:lnTo>
                  <a:lnTo>
                    <a:pt x="153138" y="124231"/>
                  </a:lnTo>
                  <a:lnTo>
                    <a:pt x="76697" y="0"/>
                  </a:lnTo>
                  <a:lnTo>
                    <a:pt x="0" y="73357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90" name="Google Shape;690;p76"/>
            <p:cNvSpPr/>
            <p:nvPr/>
          </p:nvSpPr>
          <p:spPr>
            <a:xfrm>
              <a:off x="8854983" y="1517307"/>
              <a:ext cx="118833" cy="128416"/>
            </a:xfrm>
            <a:custGeom>
              <a:rect b="b" l="l" r="r" t="t"/>
              <a:pathLst>
                <a:path extrusionOk="0" h="128416" w="118833">
                  <a:moveTo>
                    <a:pt x="112160" y="74196"/>
                  </a:moveTo>
                  <a:cubicBezTo>
                    <a:pt x="98478" y="99377"/>
                    <a:pt x="75379" y="118133"/>
                    <a:pt x="47925" y="126356"/>
                  </a:cubicBezTo>
                  <a:cubicBezTo>
                    <a:pt x="11439" y="137019"/>
                    <a:pt x="-7189" y="104516"/>
                    <a:pt x="2575" y="69957"/>
                  </a:cubicBezTo>
                  <a:cubicBezTo>
                    <a:pt x="11439" y="38867"/>
                    <a:pt x="41116" y="-4171"/>
                    <a:pt x="77602" y="326"/>
                  </a:cubicBezTo>
                  <a:cubicBezTo>
                    <a:pt x="114087" y="4822"/>
                    <a:pt x="128476" y="43235"/>
                    <a:pt x="112160" y="74196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691" name="Google Shape;691;p76"/>
          <p:cNvGrpSpPr/>
          <p:nvPr/>
        </p:nvGrpSpPr>
        <p:grpSpPr>
          <a:xfrm>
            <a:off x="6181783" y="2432841"/>
            <a:ext cx="2702942" cy="1829559"/>
            <a:chOff x="6155150" y="2199793"/>
            <a:chExt cx="2702942" cy="1829559"/>
          </a:xfrm>
        </p:grpSpPr>
        <p:sp>
          <p:nvSpPr>
            <p:cNvPr id="692" name="Google Shape;692;p76"/>
            <p:cNvSpPr/>
            <p:nvPr/>
          </p:nvSpPr>
          <p:spPr>
            <a:xfrm rot="-249000">
              <a:off x="7738494" y="3722091"/>
              <a:ext cx="137335" cy="12847"/>
            </a:xfrm>
            <a:custGeom>
              <a:rect b="b" l="l" r="r" t="t"/>
              <a:pathLst>
                <a:path extrusionOk="0" h="12847" w="137335">
                  <a:moveTo>
                    <a:pt x="0" y="0"/>
                  </a:moveTo>
                  <a:lnTo>
                    <a:pt x="137336" y="0"/>
                  </a:lnTo>
                  <a:lnTo>
                    <a:pt x="137336" y="12847"/>
                  </a:lnTo>
                  <a:lnTo>
                    <a:pt x="0" y="12847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93" name="Google Shape;693;p76"/>
            <p:cNvSpPr/>
            <p:nvPr/>
          </p:nvSpPr>
          <p:spPr>
            <a:xfrm rot="-249000">
              <a:off x="7931372" y="3710686"/>
              <a:ext cx="67447" cy="12847"/>
            </a:xfrm>
            <a:custGeom>
              <a:rect b="b" l="l" r="r" t="t"/>
              <a:pathLst>
                <a:path extrusionOk="0" h="12847" w="67447">
                  <a:moveTo>
                    <a:pt x="0" y="0"/>
                  </a:moveTo>
                  <a:lnTo>
                    <a:pt x="67447" y="0"/>
                  </a:lnTo>
                  <a:lnTo>
                    <a:pt x="67447" y="12847"/>
                  </a:lnTo>
                  <a:lnTo>
                    <a:pt x="0" y="12847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94" name="Google Shape;694;p76"/>
            <p:cNvSpPr/>
            <p:nvPr/>
          </p:nvSpPr>
          <p:spPr>
            <a:xfrm>
              <a:off x="6155150" y="2199793"/>
              <a:ext cx="2702942" cy="1829559"/>
            </a:xfrm>
            <a:custGeom>
              <a:rect b="b" l="l" r="r" t="t"/>
              <a:pathLst>
                <a:path extrusionOk="0" h="1829559" w="2702942">
                  <a:moveTo>
                    <a:pt x="2434161" y="406"/>
                  </a:moveTo>
                  <a:lnTo>
                    <a:pt x="165877" y="163949"/>
                  </a:lnTo>
                  <a:cubicBezTo>
                    <a:pt x="67622" y="171619"/>
                    <a:pt x="-6159" y="256911"/>
                    <a:pt x="406" y="355243"/>
                  </a:cubicBezTo>
                  <a:lnTo>
                    <a:pt x="77489" y="1424378"/>
                  </a:lnTo>
                  <a:cubicBezTo>
                    <a:pt x="85081" y="1522787"/>
                    <a:pt x="170566" y="1596683"/>
                    <a:pt x="269039" y="1589977"/>
                  </a:cubicBezTo>
                  <a:lnTo>
                    <a:pt x="397510" y="1580727"/>
                  </a:lnTo>
                  <a:cubicBezTo>
                    <a:pt x="416948" y="1579327"/>
                    <a:pt x="433842" y="1593921"/>
                    <a:pt x="435281" y="1613359"/>
                  </a:cubicBezTo>
                  <a:lnTo>
                    <a:pt x="449669" y="1811461"/>
                  </a:lnTo>
                  <a:cubicBezTo>
                    <a:pt x="450324" y="1822086"/>
                    <a:pt x="459459" y="1830167"/>
                    <a:pt x="470083" y="1829524"/>
                  </a:cubicBezTo>
                  <a:cubicBezTo>
                    <a:pt x="475312" y="1829203"/>
                    <a:pt x="480194" y="1826762"/>
                    <a:pt x="483586" y="1822767"/>
                  </a:cubicBezTo>
                  <a:lnTo>
                    <a:pt x="698646" y="1574175"/>
                  </a:lnTo>
                  <a:cubicBezTo>
                    <a:pt x="707690" y="1563757"/>
                    <a:pt x="720473" y="1557346"/>
                    <a:pt x="734232" y="1556318"/>
                  </a:cubicBezTo>
                  <a:lnTo>
                    <a:pt x="2536937" y="1426434"/>
                  </a:lnTo>
                  <a:cubicBezTo>
                    <a:pt x="2635243" y="1418841"/>
                    <a:pt x="2709101" y="1333510"/>
                    <a:pt x="2702537" y="1235140"/>
                  </a:cubicBezTo>
                  <a:lnTo>
                    <a:pt x="2625454" y="166005"/>
                  </a:lnTo>
                  <a:cubicBezTo>
                    <a:pt x="2617861" y="67699"/>
                    <a:pt x="2532531" y="-6159"/>
                    <a:pt x="2434161" y="40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95" name="Google Shape;695;p76"/>
            <p:cNvSpPr/>
            <p:nvPr/>
          </p:nvSpPr>
          <p:spPr>
            <a:xfrm>
              <a:off x="6652353" y="2827009"/>
              <a:ext cx="408152" cy="423954"/>
            </a:xfrm>
            <a:custGeom>
              <a:rect b="b" l="l" r="r" t="t"/>
              <a:pathLst>
                <a:path extrusionOk="0" h="423954" w="408152">
                  <a:moveTo>
                    <a:pt x="0" y="27493"/>
                  </a:moveTo>
                  <a:lnTo>
                    <a:pt x="122561" y="18628"/>
                  </a:lnTo>
                  <a:lnTo>
                    <a:pt x="132582" y="157377"/>
                  </a:lnTo>
                  <a:lnTo>
                    <a:pt x="266449" y="147742"/>
                  </a:lnTo>
                  <a:lnTo>
                    <a:pt x="256428" y="8993"/>
                  </a:lnTo>
                  <a:lnTo>
                    <a:pt x="379503" y="0"/>
                  </a:lnTo>
                  <a:lnTo>
                    <a:pt x="408152" y="396461"/>
                  </a:lnTo>
                  <a:lnTo>
                    <a:pt x="285077" y="405326"/>
                  </a:lnTo>
                  <a:lnTo>
                    <a:pt x="273515" y="244994"/>
                  </a:lnTo>
                  <a:lnTo>
                    <a:pt x="139648" y="254758"/>
                  </a:lnTo>
                  <a:lnTo>
                    <a:pt x="151210" y="415090"/>
                  </a:lnTo>
                  <a:lnTo>
                    <a:pt x="28778" y="4239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96" name="Google Shape;696;p76"/>
            <p:cNvSpPr/>
            <p:nvPr/>
          </p:nvSpPr>
          <p:spPr>
            <a:xfrm>
              <a:off x="6155150" y="2326871"/>
              <a:ext cx="676292" cy="1463321"/>
            </a:xfrm>
            <a:custGeom>
              <a:rect b="b" l="l" r="r" t="t"/>
              <a:pathLst>
                <a:path extrusionOk="0" h="1463321" w="676292">
                  <a:moveTo>
                    <a:pt x="165877" y="36871"/>
                  </a:moveTo>
                  <a:cubicBezTo>
                    <a:pt x="67622" y="44541"/>
                    <a:pt x="-6159" y="129833"/>
                    <a:pt x="406" y="228164"/>
                  </a:cubicBezTo>
                  <a:lnTo>
                    <a:pt x="77489" y="1297300"/>
                  </a:lnTo>
                  <a:cubicBezTo>
                    <a:pt x="85081" y="1395709"/>
                    <a:pt x="170566" y="1469605"/>
                    <a:pt x="269039" y="1462899"/>
                  </a:cubicBezTo>
                  <a:lnTo>
                    <a:pt x="287924" y="1461486"/>
                  </a:lnTo>
                  <a:cubicBezTo>
                    <a:pt x="352442" y="1456822"/>
                    <a:pt x="405771" y="1409391"/>
                    <a:pt x="417937" y="1345862"/>
                  </a:cubicBezTo>
                  <a:lnTo>
                    <a:pt x="676292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97" name="Google Shape;697;p76"/>
            <p:cNvSpPr/>
            <p:nvPr/>
          </p:nvSpPr>
          <p:spPr>
            <a:xfrm>
              <a:off x="7109547" y="2911852"/>
              <a:ext cx="335471" cy="302867"/>
            </a:xfrm>
            <a:custGeom>
              <a:rect b="b" l="l" r="r" t="t"/>
              <a:pathLst>
                <a:path extrusionOk="0" h="302867" w="335471">
                  <a:moveTo>
                    <a:pt x="335472" y="166959"/>
                  </a:moveTo>
                  <a:lnTo>
                    <a:pt x="114759" y="182890"/>
                  </a:lnTo>
                  <a:cubicBezTo>
                    <a:pt x="116455" y="197189"/>
                    <a:pt x="122454" y="210627"/>
                    <a:pt x="131974" y="221431"/>
                  </a:cubicBezTo>
                  <a:cubicBezTo>
                    <a:pt x="143035" y="233070"/>
                    <a:pt x="158914" y="238877"/>
                    <a:pt x="174883" y="237104"/>
                  </a:cubicBezTo>
                  <a:cubicBezTo>
                    <a:pt x="185701" y="236334"/>
                    <a:pt x="196145" y="232788"/>
                    <a:pt x="205202" y="226827"/>
                  </a:cubicBezTo>
                  <a:cubicBezTo>
                    <a:pt x="212294" y="221457"/>
                    <a:pt x="218345" y="214840"/>
                    <a:pt x="223060" y="207299"/>
                  </a:cubicBezTo>
                  <a:lnTo>
                    <a:pt x="332260" y="209483"/>
                  </a:lnTo>
                  <a:cubicBezTo>
                    <a:pt x="320377" y="236411"/>
                    <a:pt x="301080" y="259394"/>
                    <a:pt x="276632" y="275774"/>
                  </a:cubicBezTo>
                  <a:cubicBezTo>
                    <a:pt x="254188" y="289996"/>
                    <a:pt x="221043" y="298552"/>
                    <a:pt x="177196" y="301469"/>
                  </a:cubicBezTo>
                  <a:cubicBezTo>
                    <a:pt x="146543" y="305040"/>
                    <a:pt x="115465" y="301751"/>
                    <a:pt x="86238" y="291833"/>
                  </a:cubicBezTo>
                  <a:cubicBezTo>
                    <a:pt x="62805" y="281992"/>
                    <a:pt x="42700" y="265625"/>
                    <a:pt x="28298" y="244684"/>
                  </a:cubicBezTo>
                  <a:cubicBezTo>
                    <a:pt x="11789" y="220840"/>
                    <a:pt x="2308" y="192846"/>
                    <a:pt x="934" y="163876"/>
                  </a:cubicBezTo>
                  <a:cubicBezTo>
                    <a:pt x="-3704" y="123202"/>
                    <a:pt x="9079" y="82451"/>
                    <a:pt x="36135" y="51721"/>
                  </a:cubicBezTo>
                  <a:cubicBezTo>
                    <a:pt x="62857" y="21916"/>
                    <a:pt x="101398" y="5176"/>
                    <a:pt x="151759" y="1489"/>
                  </a:cubicBezTo>
                  <a:cubicBezTo>
                    <a:pt x="185097" y="-2468"/>
                    <a:pt x="218897" y="1489"/>
                    <a:pt x="250424" y="13051"/>
                  </a:cubicBezTo>
                  <a:cubicBezTo>
                    <a:pt x="274564" y="23367"/>
                    <a:pt x="294888" y="40916"/>
                    <a:pt x="308622" y="63283"/>
                  </a:cubicBezTo>
                  <a:cubicBezTo>
                    <a:pt x="324334" y="91059"/>
                    <a:pt x="333147" y="122213"/>
                    <a:pt x="334316" y="154112"/>
                  </a:cubicBezTo>
                  <a:close/>
                  <a:moveTo>
                    <a:pt x="219848" y="122251"/>
                  </a:moveTo>
                  <a:cubicBezTo>
                    <a:pt x="218281" y="105550"/>
                    <a:pt x="211086" y="89864"/>
                    <a:pt x="199421" y="77800"/>
                  </a:cubicBezTo>
                  <a:cubicBezTo>
                    <a:pt x="175744" y="59583"/>
                    <a:pt x="141789" y="64003"/>
                    <a:pt x="123572" y="87680"/>
                  </a:cubicBezTo>
                  <a:cubicBezTo>
                    <a:pt x="122827" y="88643"/>
                    <a:pt x="122120" y="89633"/>
                    <a:pt x="121439" y="90648"/>
                  </a:cubicBezTo>
                  <a:cubicBezTo>
                    <a:pt x="114579" y="102737"/>
                    <a:pt x="111123" y="116457"/>
                    <a:pt x="111419" y="1303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98" name="Google Shape;698;p76"/>
            <p:cNvSpPr/>
            <p:nvPr/>
          </p:nvSpPr>
          <p:spPr>
            <a:xfrm>
              <a:off x="7479064" y="2786797"/>
              <a:ext cx="139005" cy="404298"/>
            </a:xfrm>
            <a:custGeom>
              <a:rect b="b" l="l" r="r" t="t"/>
              <a:pathLst>
                <a:path extrusionOk="0" h="404298" w="139005">
                  <a:moveTo>
                    <a:pt x="0" y="7965"/>
                  </a:moveTo>
                  <a:lnTo>
                    <a:pt x="110357" y="0"/>
                  </a:lnTo>
                  <a:lnTo>
                    <a:pt x="139006" y="396333"/>
                  </a:lnTo>
                  <a:lnTo>
                    <a:pt x="28649" y="4042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99" name="Google Shape;699;p76"/>
            <p:cNvSpPr/>
            <p:nvPr/>
          </p:nvSpPr>
          <p:spPr>
            <a:xfrm>
              <a:off x="7663420" y="2773436"/>
              <a:ext cx="139005" cy="404298"/>
            </a:xfrm>
            <a:custGeom>
              <a:rect b="b" l="l" r="r" t="t"/>
              <a:pathLst>
                <a:path extrusionOk="0" h="404298" w="139005">
                  <a:moveTo>
                    <a:pt x="0" y="7965"/>
                  </a:moveTo>
                  <a:lnTo>
                    <a:pt x="110357" y="0"/>
                  </a:lnTo>
                  <a:lnTo>
                    <a:pt x="139006" y="396333"/>
                  </a:lnTo>
                  <a:lnTo>
                    <a:pt x="28778" y="4042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00" name="Google Shape;700;p76"/>
            <p:cNvSpPr/>
            <p:nvPr/>
          </p:nvSpPr>
          <p:spPr>
            <a:xfrm>
              <a:off x="7848164" y="2859307"/>
              <a:ext cx="330937" cy="302431"/>
            </a:xfrm>
            <a:custGeom>
              <a:rect b="b" l="l" r="r" t="t"/>
              <a:pathLst>
                <a:path extrusionOk="0" h="302431" w="330937">
                  <a:moveTo>
                    <a:pt x="768" y="163620"/>
                  </a:moveTo>
                  <a:cubicBezTo>
                    <a:pt x="-3446" y="122959"/>
                    <a:pt x="9813" y="82413"/>
                    <a:pt x="37254" y="52107"/>
                  </a:cubicBezTo>
                  <a:cubicBezTo>
                    <a:pt x="64747" y="21531"/>
                    <a:pt x="103673" y="4406"/>
                    <a:pt x="154034" y="719"/>
                  </a:cubicBezTo>
                  <a:cubicBezTo>
                    <a:pt x="211422" y="-3393"/>
                    <a:pt x="256040" y="10136"/>
                    <a:pt x="287901" y="41315"/>
                  </a:cubicBezTo>
                  <a:cubicBezTo>
                    <a:pt x="342681" y="99089"/>
                    <a:pt x="345494" y="188723"/>
                    <a:pt x="294453" y="249824"/>
                  </a:cubicBezTo>
                  <a:cubicBezTo>
                    <a:pt x="267217" y="280143"/>
                    <a:pt x="227738" y="297268"/>
                    <a:pt x="176003" y="301212"/>
                  </a:cubicBezTo>
                  <a:cubicBezTo>
                    <a:pt x="135817" y="306030"/>
                    <a:pt x="95220" y="296472"/>
                    <a:pt x="61406" y="274233"/>
                  </a:cubicBezTo>
                  <a:cubicBezTo>
                    <a:pt x="24947" y="248924"/>
                    <a:pt x="2490" y="207968"/>
                    <a:pt x="768" y="163620"/>
                  </a:cubicBezTo>
                  <a:close/>
                  <a:moveTo>
                    <a:pt x="111125" y="155398"/>
                  </a:moveTo>
                  <a:cubicBezTo>
                    <a:pt x="110919" y="175683"/>
                    <a:pt x="117882" y="195378"/>
                    <a:pt x="130781" y="211026"/>
                  </a:cubicBezTo>
                  <a:cubicBezTo>
                    <a:pt x="150617" y="231324"/>
                    <a:pt x="183146" y="231709"/>
                    <a:pt x="203444" y="211873"/>
                  </a:cubicBezTo>
                  <a:cubicBezTo>
                    <a:pt x="205435" y="209946"/>
                    <a:pt x="207247" y="207852"/>
                    <a:pt x="208891" y="205630"/>
                  </a:cubicBezTo>
                  <a:cubicBezTo>
                    <a:pt x="219271" y="187747"/>
                    <a:pt x="223177" y="166832"/>
                    <a:pt x="219940" y="146405"/>
                  </a:cubicBezTo>
                  <a:cubicBezTo>
                    <a:pt x="220068" y="126530"/>
                    <a:pt x="213195" y="107247"/>
                    <a:pt x="200541" y="91933"/>
                  </a:cubicBezTo>
                  <a:cubicBezTo>
                    <a:pt x="190507" y="80936"/>
                    <a:pt x="175925" y="75232"/>
                    <a:pt x="161100" y="76516"/>
                  </a:cubicBezTo>
                  <a:cubicBezTo>
                    <a:pt x="145632" y="77236"/>
                    <a:pt x="131384" y="85124"/>
                    <a:pt x="122559" y="97843"/>
                  </a:cubicBezTo>
                  <a:cubicBezTo>
                    <a:pt x="112204" y="115122"/>
                    <a:pt x="108337" y="135523"/>
                    <a:pt x="111639" y="1553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01" name="Google Shape;701;p76"/>
            <p:cNvSpPr/>
            <p:nvPr/>
          </p:nvSpPr>
          <p:spPr>
            <a:xfrm>
              <a:off x="8213789" y="2733096"/>
              <a:ext cx="142474" cy="404555"/>
            </a:xfrm>
            <a:custGeom>
              <a:rect b="b" l="l" r="r" t="t"/>
              <a:pathLst>
                <a:path extrusionOk="0" h="404555" w="142474">
                  <a:moveTo>
                    <a:pt x="0" y="8479"/>
                  </a:moveTo>
                  <a:lnTo>
                    <a:pt x="117551" y="0"/>
                  </a:lnTo>
                  <a:lnTo>
                    <a:pt x="124103" y="89930"/>
                  </a:lnTo>
                  <a:lnTo>
                    <a:pt x="114468" y="273001"/>
                  </a:lnTo>
                  <a:lnTo>
                    <a:pt x="41753" y="278268"/>
                  </a:lnTo>
                  <a:lnTo>
                    <a:pt x="6424" y="98409"/>
                  </a:lnTo>
                  <a:close/>
                  <a:moveTo>
                    <a:pt x="25694" y="307560"/>
                  </a:moveTo>
                  <a:lnTo>
                    <a:pt x="135409" y="299594"/>
                  </a:lnTo>
                  <a:lnTo>
                    <a:pt x="142474" y="396718"/>
                  </a:lnTo>
                  <a:lnTo>
                    <a:pt x="32632" y="40455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702" name="Google Shape;702;p76"/>
          <p:cNvGrpSpPr/>
          <p:nvPr/>
        </p:nvGrpSpPr>
        <p:grpSpPr>
          <a:xfrm>
            <a:off x="5355452" y="1806760"/>
            <a:ext cx="1514699" cy="3783660"/>
            <a:chOff x="5328819" y="1573712"/>
            <a:chExt cx="1514699" cy="3783660"/>
          </a:xfrm>
        </p:grpSpPr>
        <p:sp>
          <p:nvSpPr>
            <p:cNvPr id="703" name="Google Shape;703;p76"/>
            <p:cNvSpPr/>
            <p:nvPr/>
          </p:nvSpPr>
          <p:spPr>
            <a:xfrm>
              <a:off x="5839960" y="1573712"/>
              <a:ext cx="503548" cy="533070"/>
            </a:xfrm>
            <a:custGeom>
              <a:rect b="b" l="l" r="r" t="t"/>
              <a:pathLst>
                <a:path extrusionOk="0" h="533070" w="503548">
                  <a:moveTo>
                    <a:pt x="449719" y="438020"/>
                  </a:moveTo>
                  <a:cubicBezTo>
                    <a:pt x="449141" y="456828"/>
                    <a:pt x="450130" y="475649"/>
                    <a:pt x="452674" y="494290"/>
                  </a:cubicBezTo>
                  <a:cubicBezTo>
                    <a:pt x="336267" y="533165"/>
                    <a:pt x="212112" y="543006"/>
                    <a:pt x="91028" y="522939"/>
                  </a:cubicBezTo>
                  <a:cubicBezTo>
                    <a:pt x="96835" y="500958"/>
                    <a:pt x="100368" y="478450"/>
                    <a:pt x="101563" y="455749"/>
                  </a:cubicBezTo>
                  <a:cubicBezTo>
                    <a:pt x="97516" y="478604"/>
                    <a:pt x="89564" y="500598"/>
                    <a:pt x="78053" y="520755"/>
                  </a:cubicBezTo>
                  <a:cubicBezTo>
                    <a:pt x="55185" y="516387"/>
                    <a:pt x="42338" y="512662"/>
                    <a:pt x="42338" y="512662"/>
                  </a:cubicBezTo>
                  <a:cubicBezTo>
                    <a:pt x="42338" y="512662"/>
                    <a:pt x="65720" y="386246"/>
                    <a:pt x="23581" y="294261"/>
                  </a:cubicBezTo>
                  <a:cubicBezTo>
                    <a:pt x="-18557" y="202276"/>
                    <a:pt x="2512" y="150887"/>
                    <a:pt x="34373" y="136370"/>
                  </a:cubicBezTo>
                  <a:cubicBezTo>
                    <a:pt x="93469" y="-45288"/>
                    <a:pt x="315596" y="-16639"/>
                    <a:pt x="390751" y="57103"/>
                  </a:cubicBezTo>
                  <a:cubicBezTo>
                    <a:pt x="486077" y="150630"/>
                    <a:pt x="486590" y="414124"/>
                    <a:pt x="503549" y="474377"/>
                  </a:cubicBezTo>
                  <a:cubicBezTo>
                    <a:pt x="489545" y="480415"/>
                    <a:pt x="475799" y="485940"/>
                    <a:pt x="462053" y="490822"/>
                  </a:cubicBezTo>
                  <a:cubicBezTo>
                    <a:pt x="455166" y="473992"/>
                    <a:pt x="451004" y="456160"/>
                    <a:pt x="449719" y="43802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04" name="Google Shape;704;p76"/>
            <p:cNvSpPr/>
            <p:nvPr/>
          </p:nvSpPr>
          <p:spPr>
            <a:xfrm>
              <a:off x="6280815" y="2294496"/>
              <a:ext cx="454144" cy="364729"/>
            </a:xfrm>
            <a:custGeom>
              <a:rect b="b" l="l" r="r" t="t"/>
              <a:pathLst>
                <a:path extrusionOk="0" h="364729" w="454144">
                  <a:moveTo>
                    <a:pt x="100721" y="0"/>
                  </a:moveTo>
                  <a:lnTo>
                    <a:pt x="112284" y="36614"/>
                  </a:lnTo>
                  <a:cubicBezTo>
                    <a:pt x="116523" y="49461"/>
                    <a:pt x="120763" y="62309"/>
                    <a:pt x="125131" y="74513"/>
                  </a:cubicBezTo>
                  <a:cubicBezTo>
                    <a:pt x="133738" y="100207"/>
                    <a:pt x="142731" y="125902"/>
                    <a:pt x="152367" y="150568"/>
                  </a:cubicBezTo>
                  <a:cubicBezTo>
                    <a:pt x="162002" y="175234"/>
                    <a:pt x="171252" y="201186"/>
                    <a:pt x="181273" y="226366"/>
                  </a:cubicBezTo>
                  <a:lnTo>
                    <a:pt x="196175" y="264907"/>
                  </a:lnTo>
                  <a:lnTo>
                    <a:pt x="199901" y="274414"/>
                  </a:lnTo>
                  <a:lnTo>
                    <a:pt x="200800" y="276598"/>
                  </a:lnTo>
                  <a:lnTo>
                    <a:pt x="200800" y="276598"/>
                  </a:lnTo>
                  <a:cubicBezTo>
                    <a:pt x="200800" y="276598"/>
                    <a:pt x="200800" y="276598"/>
                    <a:pt x="200800" y="276598"/>
                  </a:cubicBezTo>
                  <a:cubicBezTo>
                    <a:pt x="199207" y="275211"/>
                    <a:pt x="197383" y="274119"/>
                    <a:pt x="195404" y="273386"/>
                  </a:cubicBezTo>
                  <a:cubicBezTo>
                    <a:pt x="192578" y="272358"/>
                    <a:pt x="191422" y="273386"/>
                    <a:pt x="193220" y="273386"/>
                  </a:cubicBezTo>
                  <a:cubicBezTo>
                    <a:pt x="196317" y="273374"/>
                    <a:pt x="199387" y="272898"/>
                    <a:pt x="202342" y="271973"/>
                  </a:cubicBezTo>
                  <a:cubicBezTo>
                    <a:pt x="212388" y="268787"/>
                    <a:pt x="222036" y="264483"/>
                    <a:pt x="231119" y="259126"/>
                  </a:cubicBezTo>
                  <a:cubicBezTo>
                    <a:pt x="253024" y="246356"/>
                    <a:pt x="273977" y="232019"/>
                    <a:pt x="293813" y="216217"/>
                  </a:cubicBezTo>
                  <a:cubicBezTo>
                    <a:pt x="314626" y="200029"/>
                    <a:pt x="335052" y="182686"/>
                    <a:pt x="355094" y="164828"/>
                  </a:cubicBezTo>
                  <a:cubicBezTo>
                    <a:pt x="375135" y="146971"/>
                    <a:pt x="395305" y="128343"/>
                    <a:pt x="414704" y="110100"/>
                  </a:cubicBezTo>
                  <a:lnTo>
                    <a:pt x="454145" y="143502"/>
                  </a:lnTo>
                  <a:cubicBezTo>
                    <a:pt x="437701" y="167141"/>
                    <a:pt x="420357" y="188724"/>
                    <a:pt x="402757" y="210692"/>
                  </a:cubicBezTo>
                  <a:cubicBezTo>
                    <a:pt x="385156" y="232661"/>
                    <a:pt x="365372" y="253216"/>
                    <a:pt x="345073" y="273643"/>
                  </a:cubicBezTo>
                  <a:cubicBezTo>
                    <a:pt x="324184" y="294969"/>
                    <a:pt x="301431" y="314407"/>
                    <a:pt x="277112" y="331712"/>
                  </a:cubicBezTo>
                  <a:cubicBezTo>
                    <a:pt x="263199" y="341463"/>
                    <a:pt x="248244" y="349647"/>
                    <a:pt x="232533" y="356122"/>
                  </a:cubicBezTo>
                  <a:cubicBezTo>
                    <a:pt x="222563" y="360117"/>
                    <a:pt x="212106" y="362802"/>
                    <a:pt x="201443" y="364087"/>
                  </a:cubicBezTo>
                  <a:cubicBezTo>
                    <a:pt x="186964" y="365885"/>
                    <a:pt x="172267" y="363894"/>
                    <a:pt x="158790" y="358306"/>
                  </a:cubicBezTo>
                  <a:cubicBezTo>
                    <a:pt x="144106" y="352049"/>
                    <a:pt x="131593" y="341592"/>
                    <a:pt x="122818" y="328243"/>
                  </a:cubicBezTo>
                  <a:cubicBezTo>
                    <a:pt x="120891" y="325288"/>
                    <a:pt x="119093" y="322334"/>
                    <a:pt x="117679" y="319636"/>
                  </a:cubicBezTo>
                  <a:lnTo>
                    <a:pt x="114211" y="312698"/>
                  </a:lnTo>
                  <a:lnTo>
                    <a:pt x="109586" y="303320"/>
                  </a:lnTo>
                  <a:cubicBezTo>
                    <a:pt x="103548" y="290473"/>
                    <a:pt x="96739" y="277626"/>
                    <a:pt x="91471" y="265550"/>
                  </a:cubicBezTo>
                  <a:cubicBezTo>
                    <a:pt x="79781" y="239855"/>
                    <a:pt x="68090" y="214161"/>
                    <a:pt x="57427" y="188467"/>
                  </a:cubicBezTo>
                  <a:cubicBezTo>
                    <a:pt x="46763" y="162773"/>
                    <a:pt x="36357" y="136308"/>
                    <a:pt x="26465" y="109843"/>
                  </a:cubicBezTo>
                  <a:cubicBezTo>
                    <a:pt x="21840" y="96996"/>
                    <a:pt x="17215" y="82992"/>
                    <a:pt x="12847" y="69503"/>
                  </a:cubicBezTo>
                  <a:cubicBezTo>
                    <a:pt x="8479" y="56013"/>
                    <a:pt x="4240" y="42781"/>
                    <a:pt x="0" y="26979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05" name="Google Shape;705;p76"/>
            <p:cNvSpPr/>
            <p:nvPr/>
          </p:nvSpPr>
          <p:spPr>
            <a:xfrm>
              <a:off x="6215246" y="2173077"/>
              <a:ext cx="211126" cy="283806"/>
            </a:xfrm>
            <a:custGeom>
              <a:rect b="b" l="l" r="r" t="t"/>
              <a:pathLst>
                <a:path extrusionOk="0" h="283806" w="211126">
                  <a:moveTo>
                    <a:pt x="135843" y="7337"/>
                  </a:moveTo>
                  <a:cubicBezTo>
                    <a:pt x="180165" y="18643"/>
                    <a:pt x="211127" y="200814"/>
                    <a:pt x="211127" y="200814"/>
                  </a:cubicBezTo>
                  <a:lnTo>
                    <a:pt x="89079" y="283807"/>
                  </a:lnTo>
                  <a:cubicBezTo>
                    <a:pt x="89079" y="283807"/>
                    <a:pt x="-27829" y="99965"/>
                    <a:pt x="6216" y="51274"/>
                  </a:cubicBezTo>
                  <a:cubicBezTo>
                    <a:pt x="41674" y="657"/>
                    <a:pt x="71222" y="-9107"/>
                    <a:pt x="135843" y="733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06" name="Google Shape;706;p76"/>
            <p:cNvSpPr/>
            <p:nvPr/>
          </p:nvSpPr>
          <p:spPr>
            <a:xfrm>
              <a:off x="6215246" y="2173077"/>
              <a:ext cx="211126" cy="283806"/>
            </a:xfrm>
            <a:custGeom>
              <a:rect b="b" l="l" r="r" t="t"/>
              <a:pathLst>
                <a:path extrusionOk="0" h="283806" w="211126">
                  <a:moveTo>
                    <a:pt x="135843" y="7337"/>
                  </a:moveTo>
                  <a:cubicBezTo>
                    <a:pt x="180165" y="18643"/>
                    <a:pt x="211127" y="200814"/>
                    <a:pt x="211127" y="200814"/>
                  </a:cubicBezTo>
                  <a:lnTo>
                    <a:pt x="89079" y="283807"/>
                  </a:lnTo>
                  <a:cubicBezTo>
                    <a:pt x="89079" y="283807"/>
                    <a:pt x="-27829" y="99965"/>
                    <a:pt x="6216" y="51274"/>
                  </a:cubicBezTo>
                  <a:cubicBezTo>
                    <a:pt x="41674" y="657"/>
                    <a:pt x="71222" y="-9107"/>
                    <a:pt x="135843" y="733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07" name="Google Shape;707;p76"/>
            <p:cNvSpPr/>
            <p:nvPr/>
          </p:nvSpPr>
          <p:spPr>
            <a:xfrm>
              <a:off x="6215246" y="2173077"/>
              <a:ext cx="211126" cy="283806"/>
            </a:xfrm>
            <a:custGeom>
              <a:rect b="b" l="l" r="r" t="t"/>
              <a:pathLst>
                <a:path extrusionOk="0" h="283806" w="211126">
                  <a:moveTo>
                    <a:pt x="135843" y="7337"/>
                  </a:moveTo>
                  <a:cubicBezTo>
                    <a:pt x="180165" y="18643"/>
                    <a:pt x="211127" y="200814"/>
                    <a:pt x="211127" y="200814"/>
                  </a:cubicBezTo>
                  <a:lnTo>
                    <a:pt x="89079" y="283807"/>
                  </a:lnTo>
                  <a:cubicBezTo>
                    <a:pt x="89079" y="283807"/>
                    <a:pt x="-27829" y="99965"/>
                    <a:pt x="6216" y="51274"/>
                  </a:cubicBezTo>
                  <a:cubicBezTo>
                    <a:pt x="41674" y="657"/>
                    <a:pt x="71222" y="-9107"/>
                    <a:pt x="135843" y="7337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08" name="Google Shape;708;p76"/>
            <p:cNvSpPr/>
            <p:nvPr/>
          </p:nvSpPr>
          <p:spPr>
            <a:xfrm>
              <a:off x="6312547" y="2221139"/>
              <a:ext cx="68603" cy="230091"/>
            </a:xfrm>
            <a:custGeom>
              <a:rect b="b" l="l" r="r" t="t"/>
              <a:pathLst>
                <a:path extrusionOk="0" h="230091" w="68603">
                  <a:moveTo>
                    <a:pt x="34559" y="0"/>
                  </a:moveTo>
                  <a:lnTo>
                    <a:pt x="68603" y="183585"/>
                  </a:lnTo>
                  <a:lnTo>
                    <a:pt x="0" y="230092"/>
                  </a:lnTo>
                  <a:lnTo>
                    <a:pt x="34559" y="0"/>
                  </a:lnTo>
                  <a:close/>
                </a:path>
              </a:pathLst>
            </a:custGeom>
            <a:solidFill>
              <a:srgbClr val="000000">
                <a:alpha val="2705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09" name="Google Shape;709;p76"/>
            <p:cNvSpPr/>
            <p:nvPr/>
          </p:nvSpPr>
          <p:spPr>
            <a:xfrm>
              <a:off x="6693464" y="2310812"/>
              <a:ext cx="90957" cy="136905"/>
            </a:xfrm>
            <a:custGeom>
              <a:rect b="b" l="l" r="r" t="t"/>
              <a:pathLst>
                <a:path extrusionOk="0" h="136905" w="90957">
                  <a:moveTo>
                    <a:pt x="0" y="98152"/>
                  </a:moveTo>
                  <a:lnTo>
                    <a:pt x="40725" y="0"/>
                  </a:lnTo>
                  <a:lnTo>
                    <a:pt x="90957" y="98152"/>
                  </a:lnTo>
                  <a:cubicBezTo>
                    <a:pt x="90957" y="98152"/>
                    <a:pt x="58326" y="146971"/>
                    <a:pt x="15288" y="13502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10" name="Google Shape;710;p76"/>
            <p:cNvSpPr/>
            <p:nvPr/>
          </p:nvSpPr>
          <p:spPr>
            <a:xfrm>
              <a:off x="6734061" y="2300663"/>
              <a:ext cx="109457" cy="108301"/>
            </a:xfrm>
            <a:custGeom>
              <a:rect b="b" l="l" r="r" t="t"/>
              <a:pathLst>
                <a:path extrusionOk="0" h="108301" w="109457">
                  <a:moveTo>
                    <a:pt x="44965" y="0"/>
                  </a:moveTo>
                  <a:lnTo>
                    <a:pt x="109457" y="25951"/>
                  </a:lnTo>
                  <a:lnTo>
                    <a:pt x="50361" y="108301"/>
                  </a:lnTo>
                  <a:lnTo>
                    <a:pt x="0" y="10149"/>
                  </a:lnTo>
                  <a:lnTo>
                    <a:pt x="44965" y="0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11" name="Google Shape;711;p76"/>
            <p:cNvSpPr/>
            <p:nvPr/>
          </p:nvSpPr>
          <p:spPr>
            <a:xfrm>
              <a:off x="6111490" y="4998425"/>
              <a:ext cx="114724" cy="248848"/>
            </a:xfrm>
            <a:custGeom>
              <a:rect b="b" l="l" r="r" t="t"/>
              <a:pathLst>
                <a:path extrusionOk="0" h="248848" w="114724">
                  <a:moveTo>
                    <a:pt x="0" y="248849"/>
                  </a:moveTo>
                  <a:lnTo>
                    <a:pt x="107530" y="248849"/>
                  </a:lnTo>
                  <a:lnTo>
                    <a:pt x="114724" y="0"/>
                  </a:lnTo>
                  <a:lnTo>
                    <a:pt x="7194" y="0"/>
                  </a:lnTo>
                  <a:lnTo>
                    <a:pt x="0" y="248849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12" name="Google Shape;712;p76"/>
            <p:cNvSpPr/>
            <p:nvPr/>
          </p:nvSpPr>
          <p:spPr>
            <a:xfrm>
              <a:off x="5390511" y="4711421"/>
              <a:ext cx="228164" cy="257455"/>
            </a:xfrm>
            <a:custGeom>
              <a:rect b="b" l="l" r="r" t="t"/>
              <a:pathLst>
                <a:path extrusionOk="0" h="257455" w="228164">
                  <a:moveTo>
                    <a:pt x="0" y="215317"/>
                  </a:moveTo>
                  <a:lnTo>
                    <a:pt x="98794" y="257456"/>
                  </a:lnTo>
                  <a:lnTo>
                    <a:pt x="228164" y="42138"/>
                  </a:lnTo>
                  <a:lnTo>
                    <a:pt x="129242" y="0"/>
                  </a:lnTo>
                  <a:lnTo>
                    <a:pt x="0" y="215317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13" name="Google Shape;713;p76"/>
            <p:cNvSpPr/>
            <p:nvPr/>
          </p:nvSpPr>
          <p:spPr>
            <a:xfrm>
              <a:off x="5328819" y="4889676"/>
              <a:ext cx="267496" cy="237037"/>
            </a:xfrm>
            <a:custGeom>
              <a:rect b="b" l="l" r="r" t="t"/>
              <a:pathLst>
                <a:path extrusionOk="0" h="237037" w="267496">
                  <a:moveTo>
                    <a:pt x="179500" y="64556"/>
                  </a:moveTo>
                  <a:lnTo>
                    <a:pt x="76723" y="1348"/>
                  </a:lnTo>
                  <a:cubicBezTo>
                    <a:pt x="73085" y="-991"/>
                    <a:pt x="68267" y="-220"/>
                    <a:pt x="65546" y="3146"/>
                  </a:cubicBezTo>
                  <a:lnTo>
                    <a:pt x="3752" y="77274"/>
                  </a:lnTo>
                  <a:cubicBezTo>
                    <a:pt x="-2198" y="84777"/>
                    <a:pt x="-935" y="95684"/>
                    <a:pt x="6572" y="101645"/>
                  </a:cubicBezTo>
                  <a:cubicBezTo>
                    <a:pt x="7186" y="102120"/>
                    <a:pt x="7832" y="102570"/>
                    <a:pt x="8505" y="102968"/>
                  </a:cubicBezTo>
                  <a:cubicBezTo>
                    <a:pt x="44734" y="124423"/>
                    <a:pt x="63234" y="132902"/>
                    <a:pt x="108456" y="160652"/>
                  </a:cubicBezTo>
                  <a:cubicBezTo>
                    <a:pt x="136334" y="177867"/>
                    <a:pt x="175132" y="205616"/>
                    <a:pt x="213545" y="229255"/>
                  </a:cubicBezTo>
                  <a:cubicBezTo>
                    <a:pt x="251958" y="252894"/>
                    <a:pt x="277780" y="216408"/>
                    <a:pt x="263520" y="202919"/>
                  </a:cubicBezTo>
                  <a:cubicBezTo>
                    <a:pt x="201212" y="143436"/>
                    <a:pt x="203010" y="115173"/>
                    <a:pt x="191319" y="79972"/>
                  </a:cubicBezTo>
                  <a:cubicBezTo>
                    <a:pt x="189379" y="73574"/>
                    <a:pt x="185178" y="68088"/>
                    <a:pt x="179500" y="645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14" name="Google Shape;714;p76"/>
            <p:cNvSpPr/>
            <p:nvPr/>
          </p:nvSpPr>
          <p:spPr>
            <a:xfrm>
              <a:off x="6079469" y="5234811"/>
              <a:ext cx="318146" cy="122561"/>
            </a:xfrm>
            <a:custGeom>
              <a:rect b="b" l="l" r="r" t="t"/>
              <a:pathLst>
                <a:path extrusionOk="0" h="122561" w="318146">
                  <a:moveTo>
                    <a:pt x="143149" y="1"/>
                  </a:moveTo>
                  <a:lnTo>
                    <a:pt x="22515" y="1"/>
                  </a:lnTo>
                  <a:cubicBezTo>
                    <a:pt x="18224" y="-51"/>
                    <a:pt x="14550" y="3071"/>
                    <a:pt x="13907" y="7323"/>
                  </a:cubicBezTo>
                  <a:lnTo>
                    <a:pt x="161" y="102906"/>
                  </a:lnTo>
                  <a:cubicBezTo>
                    <a:pt x="-1124" y="112258"/>
                    <a:pt x="5428" y="120866"/>
                    <a:pt x="14768" y="122151"/>
                  </a:cubicBezTo>
                  <a:cubicBezTo>
                    <a:pt x="15680" y="122279"/>
                    <a:pt x="16592" y="122331"/>
                    <a:pt x="17504" y="122305"/>
                  </a:cubicBezTo>
                  <a:cubicBezTo>
                    <a:pt x="59643" y="121663"/>
                    <a:pt x="79941" y="119093"/>
                    <a:pt x="133128" y="119093"/>
                  </a:cubicBezTo>
                  <a:cubicBezTo>
                    <a:pt x="165760" y="119093"/>
                    <a:pt x="233336" y="122562"/>
                    <a:pt x="278429" y="122562"/>
                  </a:cubicBezTo>
                  <a:cubicBezTo>
                    <a:pt x="323522" y="122562"/>
                    <a:pt x="325835" y="77982"/>
                    <a:pt x="307078" y="73871"/>
                  </a:cubicBezTo>
                  <a:cubicBezTo>
                    <a:pt x="222930" y="55757"/>
                    <a:pt x="189784" y="30834"/>
                    <a:pt x="161392" y="7066"/>
                  </a:cubicBezTo>
                  <a:cubicBezTo>
                    <a:pt x="156369" y="2583"/>
                    <a:pt x="149881" y="77"/>
                    <a:pt x="14314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15" name="Google Shape;715;p76"/>
            <p:cNvSpPr/>
            <p:nvPr/>
          </p:nvSpPr>
          <p:spPr>
            <a:xfrm>
              <a:off x="6114959" y="4998554"/>
              <a:ext cx="111127" cy="128214"/>
            </a:xfrm>
            <a:custGeom>
              <a:rect b="b" l="l" r="r" t="t"/>
              <a:pathLst>
                <a:path extrusionOk="0" h="128214" w="111127">
                  <a:moveTo>
                    <a:pt x="111128" y="0"/>
                  </a:moveTo>
                  <a:lnTo>
                    <a:pt x="107530" y="128214"/>
                  </a:lnTo>
                  <a:lnTo>
                    <a:pt x="0" y="128214"/>
                  </a:lnTo>
                  <a:lnTo>
                    <a:pt x="3726" y="0"/>
                  </a:lnTo>
                  <a:lnTo>
                    <a:pt x="111128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16" name="Google Shape;716;p76"/>
            <p:cNvSpPr/>
            <p:nvPr/>
          </p:nvSpPr>
          <p:spPr>
            <a:xfrm>
              <a:off x="5453076" y="4711549"/>
              <a:ext cx="165470" cy="153008"/>
            </a:xfrm>
            <a:custGeom>
              <a:rect b="b" l="l" r="r" t="t"/>
              <a:pathLst>
                <a:path extrusionOk="0" h="153008" w="165470">
                  <a:moveTo>
                    <a:pt x="66676" y="0"/>
                  </a:moveTo>
                  <a:lnTo>
                    <a:pt x="165471" y="42010"/>
                  </a:lnTo>
                  <a:lnTo>
                    <a:pt x="98794" y="153009"/>
                  </a:lnTo>
                  <a:lnTo>
                    <a:pt x="0" y="110871"/>
                  </a:lnTo>
                  <a:lnTo>
                    <a:pt x="66676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17" name="Google Shape;717;p76"/>
            <p:cNvSpPr/>
            <p:nvPr/>
          </p:nvSpPr>
          <p:spPr>
            <a:xfrm>
              <a:off x="5785816" y="2149356"/>
              <a:ext cx="578119" cy="679450"/>
            </a:xfrm>
            <a:custGeom>
              <a:rect b="b" l="l" r="r" t="t"/>
              <a:pathLst>
                <a:path extrusionOk="0" h="679450" w="578119">
                  <a:moveTo>
                    <a:pt x="565272" y="31058"/>
                  </a:moveTo>
                  <a:cubicBezTo>
                    <a:pt x="565272" y="31058"/>
                    <a:pt x="616661" y="49044"/>
                    <a:pt x="513884" y="679451"/>
                  </a:cubicBezTo>
                  <a:lnTo>
                    <a:pt x="77083" y="679451"/>
                  </a:lnTo>
                  <a:cubicBezTo>
                    <a:pt x="84406" y="501904"/>
                    <a:pt x="84662" y="392447"/>
                    <a:pt x="0" y="27975"/>
                  </a:cubicBezTo>
                  <a:cubicBezTo>
                    <a:pt x="61075" y="15346"/>
                    <a:pt x="122998" y="7188"/>
                    <a:pt x="185255" y="3565"/>
                  </a:cubicBezTo>
                  <a:cubicBezTo>
                    <a:pt x="251251" y="-1188"/>
                    <a:pt x="317490" y="-1188"/>
                    <a:pt x="383486" y="3565"/>
                  </a:cubicBezTo>
                  <a:cubicBezTo>
                    <a:pt x="468791" y="11273"/>
                    <a:pt x="565272" y="31058"/>
                    <a:pt x="565272" y="31058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18" name="Google Shape;718;p76"/>
            <p:cNvSpPr/>
            <p:nvPr/>
          </p:nvSpPr>
          <p:spPr>
            <a:xfrm>
              <a:off x="5785816" y="2149356"/>
              <a:ext cx="578119" cy="679450"/>
            </a:xfrm>
            <a:custGeom>
              <a:rect b="b" l="l" r="r" t="t"/>
              <a:pathLst>
                <a:path extrusionOk="0" h="679450" w="578119">
                  <a:moveTo>
                    <a:pt x="565272" y="31058"/>
                  </a:moveTo>
                  <a:cubicBezTo>
                    <a:pt x="565272" y="31058"/>
                    <a:pt x="616661" y="49044"/>
                    <a:pt x="513884" y="679451"/>
                  </a:cubicBezTo>
                  <a:lnTo>
                    <a:pt x="77083" y="679451"/>
                  </a:lnTo>
                  <a:cubicBezTo>
                    <a:pt x="84406" y="501904"/>
                    <a:pt x="84662" y="392447"/>
                    <a:pt x="0" y="27975"/>
                  </a:cubicBezTo>
                  <a:cubicBezTo>
                    <a:pt x="61075" y="15346"/>
                    <a:pt x="122998" y="7188"/>
                    <a:pt x="185255" y="3565"/>
                  </a:cubicBezTo>
                  <a:cubicBezTo>
                    <a:pt x="251251" y="-1188"/>
                    <a:pt x="317490" y="-1188"/>
                    <a:pt x="383486" y="3565"/>
                  </a:cubicBezTo>
                  <a:cubicBezTo>
                    <a:pt x="468791" y="11273"/>
                    <a:pt x="565272" y="31058"/>
                    <a:pt x="565272" y="31058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19" name="Google Shape;719;p76"/>
            <p:cNvSpPr/>
            <p:nvPr/>
          </p:nvSpPr>
          <p:spPr>
            <a:xfrm>
              <a:off x="5947176" y="2149315"/>
              <a:ext cx="263620" cy="91866"/>
            </a:xfrm>
            <a:custGeom>
              <a:rect b="b" l="l" r="r" t="t"/>
              <a:pathLst>
                <a:path extrusionOk="0" h="91866" w="263620">
                  <a:moveTo>
                    <a:pt x="24153" y="3478"/>
                  </a:moveTo>
                  <a:cubicBezTo>
                    <a:pt x="90148" y="-1159"/>
                    <a:pt x="156388" y="-1159"/>
                    <a:pt x="222383" y="3478"/>
                  </a:cubicBezTo>
                  <a:cubicBezTo>
                    <a:pt x="233046" y="4506"/>
                    <a:pt x="243966" y="5662"/>
                    <a:pt x="254758" y="6947"/>
                  </a:cubicBezTo>
                  <a:cubicBezTo>
                    <a:pt x="263867" y="20629"/>
                    <a:pt x="266089" y="37767"/>
                    <a:pt x="260796" y="53325"/>
                  </a:cubicBezTo>
                  <a:cubicBezTo>
                    <a:pt x="246793" y="87884"/>
                    <a:pt x="196561" y="91867"/>
                    <a:pt x="160075" y="91867"/>
                  </a:cubicBezTo>
                  <a:cubicBezTo>
                    <a:pt x="25052" y="91867"/>
                    <a:pt x="2184" y="12985"/>
                    <a:pt x="1285" y="9645"/>
                  </a:cubicBezTo>
                  <a:lnTo>
                    <a:pt x="0" y="48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20" name="Google Shape;720;p76"/>
            <p:cNvSpPr/>
            <p:nvPr/>
          </p:nvSpPr>
          <p:spPr>
            <a:xfrm>
              <a:off x="5971328" y="1929767"/>
              <a:ext cx="215950" cy="287389"/>
            </a:xfrm>
            <a:custGeom>
              <a:rect b="b" l="l" r="r" t="t"/>
              <a:pathLst>
                <a:path extrusionOk="0" h="287389" w="215950">
                  <a:moveTo>
                    <a:pt x="19656" y="0"/>
                  </a:moveTo>
                  <a:cubicBezTo>
                    <a:pt x="32503" y="64235"/>
                    <a:pt x="44708" y="180630"/>
                    <a:pt x="0" y="223154"/>
                  </a:cubicBezTo>
                  <a:cubicBezTo>
                    <a:pt x="0" y="223154"/>
                    <a:pt x="17472" y="287390"/>
                    <a:pt x="135922" y="287390"/>
                  </a:cubicBezTo>
                  <a:cubicBezTo>
                    <a:pt x="266192" y="287390"/>
                    <a:pt x="198231" y="223154"/>
                    <a:pt x="198231" y="223154"/>
                  </a:cubicBezTo>
                  <a:cubicBezTo>
                    <a:pt x="127058" y="206196"/>
                    <a:pt x="128985" y="153394"/>
                    <a:pt x="141318" y="10393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21" name="Google Shape;721;p76"/>
            <p:cNvSpPr/>
            <p:nvPr/>
          </p:nvSpPr>
          <p:spPr>
            <a:xfrm>
              <a:off x="5958353" y="1884417"/>
              <a:ext cx="82992" cy="216216"/>
            </a:xfrm>
            <a:custGeom>
              <a:rect b="b" l="l" r="r" t="t"/>
              <a:pathLst>
                <a:path extrusionOk="0" h="216216" w="82992">
                  <a:moveTo>
                    <a:pt x="45607" y="0"/>
                  </a:moveTo>
                  <a:cubicBezTo>
                    <a:pt x="30319" y="50489"/>
                    <a:pt x="51517" y="169967"/>
                    <a:pt x="82992" y="216217"/>
                  </a:cubicBezTo>
                  <a:cubicBezTo>
                    <a:pt x="20941" y="180630"/>
                    <a:pt x="0" y="72201"/>
                    <a:pt x="0" y="7220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22" name="Google Shape;722;p76"/>
            <p:cNvSpPr/>
            <p:nvPr/>
          </p:nvSpPr>
          <p:spPr>
            <a:xfrm>
              <a:off x="6038240" y="1972163"/>
              <a:ext cx="74406" cy="96610"/>
            </a:xfrm>
            <a:custGeom>
              <a:rect b="b" l="l" r="r" t="t"/>
              <a:pathLst>
                <a:path extrusionOk="0" h="96610" w="74406">
                  <a:moveTo>
                    <a:pt x="2334" y="0"/>
                  </a:moveTo>
                  <a:lnTo>
                    <a:pt x="74406" y="61409"/>
                  </a:lnTo>
                  <a:cubicBezTo>
                    <a:pt x="71246" y="72920"/>
                    <a:pt x="69178" y="84714"/>
                    <a:pt x="68240" y="96610"/>
                  </a:cubicBezTo>
                  <a:cubicBezTo>
                    <a:pt x="41132" y="92627"/>
                    <a:pt x="4004" y="62822"/>
                    <a:pt x="921" y="34430"/>
                  </a:cubicBezTo>
                  <a:cubicBezTo>
                    <a:pt x="-672" y="22958"/>
                    <a:pt x="-197" y="11305"/>
                    <a:pt x="2334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23" name="Google Shape;723;p76"/>
            <p:cNvSpPr/>
            <p:nvPr/>
          </p:nvSpPr>
          <p:spPr>
            <a:xfrm>
              <a:off x="5927767" y="1635072"/>
              <a:ext cx="322889" cy="403121"/>
            </a:xfrm>
            <a:custGeom>
              <a:rect b="b" l="l" r="r" t="t"/>
              <a:pathLst>
                <a:path extrusionOk="0" h="403121" w="322889">
                  <a:moveTo>
                    <a:pt x="4378" y="180870"/>
                  </a:moveTo>
                  <a:cubicBezTo>
                    <a:pt x="29301" y="284546"/>
                    <a:pt x="37523" y="328997"/>
                    <a:pt x="99960" y="373577"/>
                  </a:cubicBezTo>
                  <a:cubicBezTo>
                    <a:pt x="193873" y="440510"/>
                    <a:pt x="315792" y="387323"/>
                    <a:pt x="322344" y="278251"/>
                  </a:cubicBezTo>
                  <a:cubicBezTo>
                    <a:pt x="328253" y="180099"/>
                    <a:pt x="286629" y="27090"/>
                    <a:pt x="176786" y="3452"/>
                  </a:cubicBezTo>
                  <a:cubicBezTo>
                    <a:pt x="98354" y="-13866"/>
                    <a:pt x="20745" y="35672"/>
                    <a:pt x="3427" y="114104"/>
                  </a:cubicBezTo>
                  <a:cubicBezTo>
                    <a:pt x="-1442" y="136137"/>
                    <a:pt x="-1121" y="158992"/>
                    <a:pt x="4378" y="18087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24" name="Google Shape;724;p76"/>
            <p:cNvSpPr/>
            <p:nvPr/>
          </p:nvSpPr>
          <p:spPr>
            <a:xfrm>
              <a:off x="5979808" y="2828550"/>
              <a:ext cx="397583" cy="2273165"/>
            </a:xfrm>
            <a:custGeom>
              <a:rect b="b" l="l" r="r" t="t"/>
              <a:pathLst>
                <a:path extrusionOk="0" h="2273165" w="397583">
                  <a:moveTo>
                    <a:pt x="320021" y="257"/>
                  </a:moveTo>
                  <a:cubicBezTo>
                    <a:pt x="320021" y="257"/>
                    <a:pt x="404684" y="827867"/>
                    <a:pt x="397104" y="1155468"/>
                  </a:cubicBezTo>
                  <a:cubicBezTo>
                    <a:pt x="389781" y="1496173"/>
                    <a:pt x="264907" y="2273166"/>
                    <a:pt x="264907" y="2273166"/>
                  </a:cubicBezTo>
                  <a:lnTo>
                    <a:pt x="119735" y="2273166"/>
                  </a:lnTo>
                  <a:cubicBezTo>
                    <a:pt x="119735" y="2273166"/>
                    <a:pt x="142731" y="1515829"/>
                    <a:pt x="129884" y="1181162"/>
                  </a:cubicBezTo>
                  <a:cubicBezTo>
                    <a:pt x="115881" y="81630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25" name="Google Shape;725;p76"/>
            <p:cNvSpPr/>
            <p:nvPr/>
          </p:nvSpPr>
          <p:spPr>
            <a:xfrm>
              <a:off x="5979808" y="2828550"/>
              <a:ext cx="397583" cy="2273165"/>
            </a:xfrm>
            <a:custGeom>
              <a:rect b="b" l="l" r="r" t="t"/>
              <a:pathLst>
                <a:path extrusionOk="0" h="2273165" w="397583">
                  <a:moveTo>
                    <a:pt x="320021" y="257"/>
                  </a:moveTo>
                  <a:cubicBezTo>
                    <a:pt x="320021" y="257"/>
                    <a:pt x="404684" y="827867"/>
                    <a:pt x="397104" y="1155468"/>
                  </a:cubicBezTo>
                  <a:cubicBezTo>
                    <a:pt x="389781" y="1496173"/>
                    <a:pt x="264907" y="2273166"/>
                    <a:pt x="264907" y="2273166"/>
                  </a:cubicBezTo>
                  <a:lnTo>
                    <a:pt x="119735" y="2273166"/>
                  </a:lnTo>
                  <a:cubicBezTo>
                    <a:pt x="119735" y="2273166"/>
                    <a:pt x="142731" y="1515829"/>
                    <a:pt x="129884" y="1181162"/>
                  </a:cubicBezTo>
                  <a:cubicBezTo>
                    <a:pt x="115881" y="81630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26" name="Google Shape;726;p76"/>
            <p:cNvSpPr/>
            <p:nvPr/>
          </p:nvSpPr>
          <p:spPr>
            <a:xfrm>
              <a:off x="6079501" y="5046088"/>
              <a:ext cx="190907" cy="61023"/>
            </a:xfrm>
            <a:custGeom>
              <a:rect b="b" l="l" r="r" t="t"/>
              <a:pathLst>
                <a:path extrusionOk="0" h="61023" w="190907">
                  <a:moveTo>
                    <a:pt x="7965" y="61024"/>
                  </a:moveTo>
                  <a:lnTo>
                    <a:pt x="178318" y="61024"/>
                  </a:lnTo>
                  <a:lnTo>
                    <a:pt x="190908" y="6680"/>
                  </a:lnTo>
                  <a:lnTo>
                    <a:pt x="0" y="0"/>
                  </a:lnTo>
                  <a:lnTo>
                    <a:pt x="7965" y="61024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27" name="Google Shape;727;p76"/>
            <p:cNvSpPr/>
            <p:nvPr/>
          </p:nvSpPr>
          <p:spPr>
            <a:xfrm>
              <a:off x="6017449" y="2983675"/>
              <a:ext cx="146139" cy="806223"/>
            </a:xfrm>
            <a:custGeom>
              <a:rect b="b" l="l" r="r" t="t"/>
              <a:pathLst>
                <a:path extrusionOk="0" h="806223" w="146139">
                  <a:moveTo>
                    <a:pt x="94169" y="51071"/>
                  </a:moveTo>
                  <a:cubicBezTo>
                    <a:pt x="201314" y="266645"/>
                    <a:pt x="115624" y="659895"/>
                    <a:pt x="77725" y="806224"/>
                  </a:cubicBezTo>
                  <a:cubicBezTo>
                    <a:pt x="58326" y="586538"/>
                    <a:pt x="25566" y="318034"/>
                    <a:pt x="0" y="120574"/>
                  </a:cubicBezTo>
                  <a:cubicBezTo>
                    <a:pt x="16187" y="9575"/>
                    <a:pt x="44708" y="-48365"/>
                    <a:pt x="94169" y="5107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28" name="Google Shape;728;p76"/>
            <p:cNvSpPr/>
            <p:nvPr/>
          </p:nvSpPr>
          <p:spPr>
            <a:xfrm>
              <a:off x="5450764" y="2828807"/>
              <a:ext cx="733826" cy="2023032"/>
            </a:xfrm>
            <a:custGeom>
              <a:rect b="b" l="l" r="r" t="t"/>
              <a:pathLst>
                <a:path extrusionOk="0" h="2023032" w="733826">
                  <a:moveTo>
                    <a:pt x="733826" y="0"/>
                  </a:moveTo>
                  <a:cubicBezTo>
                    <a:pt x="733826" y="0"/>
                    <a:pt x="634904" y="860756"/>
                    <a:pt x="560262" y="1136583"/>
                  </a:cubicBezTo>
                  <a:cubicBezTo>
                    <a:pt x="471745" y="1464569"/>
                    <a:pt x="134766" y="2023033"/>
                    <a:pt x="134766" y="2023033"/>
                  </a:cubicBezTo>
                  <a:lnTo>
                    <a:pt x="0" y="1965734"/>
                  </a:lnTo>
                  <a:cubicBezTo>
                    <a:pt x="0" y="1965734"/>
                    <a:pt x="208508" y="1331602"/>
                    <a:pt x="276341" y="1158808"/>
                  </a:cubicBezTo>
                  <a:cubicBezTo>
                    <a:pt x="420871" y="790097"/>
                    <a:pt x="297153" y="240626"/>
                    <a:pt x="412649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29" name="Google Shape;729;p76"/>
            <p:cNvSpPr/>
            <p:nvPr/>
          </p:nvSpPr>
          <p:spPr>
            <a:xfrm>
              <a:off x="5450764" y="2828807"/>
              <a:ext cx="733826" cy="2023032"/>
            </a:xfrm>
            <a:custGeom>
              <a:rect b="b" l="l" r="r" t="t"/>
              <a:pathLst>
                <a:path extrusionOk="0" h="2023032" w="733826">
                  <a:moveTo>
                    <a:pt x="733826" y="0"/>
                  </a:moveTo>
                  <a:cubicBezTo>
                    <a:pt x="733826" y="0"/>
                    <a:pt x="634904" y="860756"/>
                    <a:pt x="560262" y="1136583"/>
                  </a:cubicBezTo>
                  <a:cubicBezTo>
                    <a:pt x="471745" y="1464569"/>
                    <a:pt x="134766" y="2023033"/>
                    <a:pt x="134766" y="2023033"/>
                  </a:cubicBezTo>
                  <a:lnTo>
                    <a:pt x="0" y="1965734"/>
                  </a:lnTo>
                  <a:cubicBezTo>
                    <a:pt x="0" y="1965734"/>
                    <a:pt x="208508" y="1331602"/>
                    <a:pt x="276341" y="1158808"/>
                  </a:cubicBezTo>
                  <a:cubicBezTo>
                    <a:pt x="420871" y="790097"/>
                    <a:pt x="297153" y="240626"/>
                    <a:pt x="412649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30" name="Google Shape;730;p76"/>
            <p:cNvSpPr/>
            <p:nvPr/>
          </p:nvSpPr>
          <p:spPr>
            <a:xfrm>
              <a:off x="5432136" y="4728508"/>
              <a:ext cx="207480" cy="137592"/>
            </a:xfrm>
            <a:custGeom>
              <a:rect b="b" l="l" r="r" t="t"/>
              <a:pathLst>
                <a:path extrusionOk="0" h="137592" w="207480">
                  <a:moveTo>
                    <a:pt x="0" y="66419"/>
                  </a:moveTo>
                  <a:lnTo>
                    <a:pt x="167269" y="137592"/>
                  </a:lnTo>
                  <a:lnTo>
                    <a:pt x="207481" y="92627"/>
                  </a:lnTo>
                  <a:lnTo>
                    <a:pt x="14517" y="0"/>
                  </a:lnTo>
                  <a:lnTo>
                    <a:pt x="0" y="66419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31" name="Google Shape;731;p76"/>
            <p:cNvSpPr/>
            <p:nvPr/>
          </p:nvSpPr>
          <p:spPr>
            <a:xfrm>
              <a:off x="6096353" y="1799925"/>
              <a:ext cx="21175" cy="31160"/>
            </a:xfrm>
            <a:custGeom>
              <a:rect b="b" l="l" r="r" t="t"/>
              <a:pathLst>
                <a:path extrusionOk="0" h="31160" w="21175">
                  <a:moveTo>
                    <a:pt x="620" y="17431"/>
                  </a:moveTo>
                  <a:cubicBezTo>
                    <a:pt x="2162" y="25910"/>
                    <a:pt x="7815" y="32076"/>
                    <a:pt x="13467" y="31049"/>
                  </a:cubicBezTo>
                  <a:cubicBezTo>
                    <a:pt x="19120" y="30021"/>
                    <a:pt x="22332" y="22313"/>
                    <a:pt x="20790" y="13834"/>
                  </a:cubicBezTo>
                  <a:cubicBezTo>
                    <a:pt x="19249" y="5354"/>
                    <a:pt x="13596" y="-812"/>
                    <a:pt x="7943" y="87"/>
                  </a:cubicBezTo>
                  <a:cubicBezTo>
                    <a:pt x="2290" y="986"/>
                    <a:pt x="-1564" y="8823"/>
                    <a:pt x="620" y="1743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32" name="Google Shape;732;p76"/>
            <p:cNvSpPr/>
            <p:nvPr/>
          </p:nvSpPr>
          <p:spPr>
            <a:xfrm>
              <a:off x="6192436" y="1782966"/>
              <a:ext cx="21050" cy="31160"/>
            </a:xfrm>
            <a:custGeom>
              <a:rect b="b" l="l" r="r" t="t"/>
              <a:pathLst>
                <a:path extrusionOk="0" h="31160" w="21050">
                  <a:moveTo>
                    <a:pt x="376" y="17431"/>
                  </a:moveTo>
                  <a:cubicBezTo>
                    <a:pt x="1789" y="25910"/>
                    <a:pt x="7570" y="32076"/>
                    <a:pt x="13223" y="31049"/>
                  </a:cubicBezTo>
                  <a:cubicBezTo>
                    <a:pt x="18876" y="30021"/>
                    <a:pt x="22216" y="22313"/>
                    <a:pt x="20674" y="13833"/>
                  </a:cubicBezTo>
                  <a:cubicBezTo>
                    <a:pt x="19133" y="5354"/>
                    <a:pt x="13480" y="-812"/>
                    <a:pt x="7827" y="87"/>
                  </a:cubicBezTo>
                  <a:cubicBezTo>
                    <a:pt x="2175" y="986"/>
                    <a:pt x="-1166" y="8823"/>
                    <a:pt x="376" y="1743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33" name="Google Shape;733;p76"/>
            <p:cNvSpPr/>
            <p:nvPr/>
          </p:nvSpPr>
          <p:spPr>
            <a:xfrm>
              <a:off x="6197823" y="1774446"/>
              <a:ext cx="19399" cy="11799"/>
            </a:xfrm>
            <a:custGeom>
              <a:rect b="b" l="l" r="r" t="t"/>
              <a:pathLst>
                <a:path extrusionOk="0" h="11799" w="19399">
                  <a:moveTo>
                    <a:pt x="0" y="9635"/>
                  </a:moveTo>
                  <a:lnTo>
                    <a:pt x="19399" y="0"/>
                  </a:lnTo>
                  <a:cubicBezTo>
                    <a:pt x="19399" y="0"/>
                    <a:pt x="11691" y="17857"/>
                    <a:pt x="0" y="963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34" name="Google Shape;734;p76"/>
            <p:cNvSpPr/>
            <p:nvPr/>
          </p:nvSpPr>
          <p:spPr>
            <a:xfrm>
              <a:off x="6169816" y="1819539"/>
              <a:ext cx="40082" cy="60223"/>
            </a:xfrm>
            <a:custGeom>
              <a:rect b="b" l="l" r="r" t="t"/>
              <a:pathLst>
                <a:path extrusionOk="0" h="60223" w="40082">
                  <a:moveTo>
                    <a:pt x="0" y="0"/>
                  </a:moveTo>
                  <a:cubicBezTo>
                    <a:pt x="11036" y="18127"/>
                    <a:pt x="24525" y="34649"/>
                    <a:pt x="40083" y="49076"/>
                  </a:cubicBezTo>
                  <a:cubicBezTo>
                    <a:pt x="32362" y="56887"/>
                    <a:pt x="21609" y="60921"/>
                    <a:pt x="10663" y="60125"/>
                  </a:cubicBezTo>
                  <a:close/>
                </a:path>
              </a:pathLst>
            </a:custGeom>
            <a:solidFill>
              <a:srgbClr val="ED847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35" name="Google Shape;735;p76"/>
            <p:cNvSpPr/>
            <p:nvPr/>
          </p:nvSpPr>
          <p:spPr>
            <a:xfrm>
              <a:off x="6091303" y="1896018"/>
              <a:ext cx="67491" cy="23860"/>
            </a:xfrm>
            <a:custGeom>
              <a:rect b="b" l="l" r="r" t="t"/>
              <a:pathLst>
                <a:path extrusionOk="0" h="23860" w="67491">
                  <a:moveTo>
                    <a:pt x="50506" y="23857"/>
                  </a:moveTo>
                  <a:cubicBezTo>
                    <a:pt x="55375" y="23844"/>
                    <a:pt x="60231" y="23420"/>
                    <a:pt x="65023" y="22572"/>
                  </a:cubicBezTo>
                  <a:cubicBezTo>
                    <a:pt x="66436" y="22521"/>
                    <a:pt x="67541" y="21313"/>
                    <a:pt x="67490" y="19900"/>
                  </a:cubicBezTo>
                  <a:cubicBezTo>
                    <a:pt x="67426" y="18487"/>
                    <a:pt x="66231" y="17382"/>
                    <a:pt x="64818" y="17433"/>
                  </a:cubicBezTo>
                  <a:cubicBezTo>
                    <a:pt x="64586" y="17446"/>
                    <a:pt x="64342" y="17485"/>
                    <a:pt x="64124" y="17562"/>
                  </a:cubicBezTo>
                  <a:cubicBezTo>
                    <a:pt x="42669" y="21840"/>
                    <a:pt x="20457" y="15583"/>
                    <a:pt x="4385" y="732"/>
                  </a:cubicBezTo>
                  <a:cubicBezTo>
                    <a:pt x="3383" y="-244"/>
                    <a:pt x="1790" y="-244"/>
                    <a:pt x="788" y="732"/>
                  </a:cubicBezTo>
                  <a:cubicBezTo>
                    <a:pt x="-202" y="1644"/>
                    <a:pt x="-266" y="3186"/>
                    <a:pt x="634" y="4175"/>
                  </a:cubicBezTo>
                  <a:cubicBezTo>
                    <a:pt x="685" y="4227"/>
                    <a:pt x="736" y="4278"/>
                    <a:pt x="788" y="4329"/>
                  </a:cubicBezTo>
                  <a:cubicBezTo>
                    <a:pt x="14200" y="17048"/>
                    <a:pt x="32032" y="24050"/>
                    <a:pt x="50506" y="2385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36" name="Google Shape;736;p76"/>
            <p:cNvSpPr/>
            <p:nvPr/>
          </p:nvSpPr>
          <p:spPr>
            <a:xfrm>
              <a:off x="5908606" y="1610137"/>
              <a:ext cx="294719" cy="280960"/>
            </a:xfrm>
            <a:custGeom>
              <a:rect b="b" l="l" r="r" t="t"/>
              <a:pathLst>
                <a:path extrusionOk="0" h="280960" w="294719">
                  <a:moveTo>
                    <a:pt x="59896" y="145038"/>
                  </a:moveTo>
                  <a:cubicBezTo>
                    <a:pt x="62710" y="172364"/>
                    <a:pt x="67001" y="199510"/>
                    <a:pt x="72744" y="226360"/>
                  </a:cubicBezTo>
                  <a:cubicBezTo>
                    <a:pt x="72744" y="226360"/>
                    <a:pt x="136979" y="145038"/>
                    <a:pt x="147642" y="101486"/>
                  </a:cubicBezTo>
                  <a:cubicBezTo>
                    <a:pt x="145098" y="118637"/>
                    <a:pt x="140114" y="135325"/>
                    <a:pt x="132868" y="151076"/>
                  </a:cubicBezTo>
                  <a:cubicBezTo>
                    <a:pt x="132868" y="151076"/>
                    <a:pt x="219329" y="132191"/>
                    <a:pt x="227808" y="75150"/>
                  </a:cubicBezTo>
                  <a:cubicBezTo>
                    <a:pt x="227667" y="100690"/>
                    <a:pt x="224815" y="126140"/>
                    <a:pt x="219329" y="151076"/>
                  </a:cubicBezTo>
                  <a:cubicBezTo>
                    <a:pt x="219329" y="151076"/>
                    <a:pt x="301807" y="118701"/>
                    <a:pt x="294228" y="63973"/>
                  </a:cubicBezTo>
                  <a:cubicBezTo>
                    <a:pt x="286648" y="9244"/>
                    <a:pt x="159975" y="-11954"/>
                    <a:pt x="101521" y="6546"/>
                  </a:cubicBezTo>
                  <a:cubicBezTo>
                    <a:pt x="43067" y="25046"/>
                    <a:pt x="-14103" y="85042"/>
                    <a:pt x="3112" y="167520"/>
                  </a:cubicBezTo>
                  <a:cubicBezTo>
                    <a:pt x="20327" y="249999"/>
                    <a:pt x="53345" y="280960"/>
                    <a:pt x="53345" y="280960"/>
                  </a:cubicBezTo>
                  <a:cubicBezTo>
                    <a:pt x="53345" y="280960"/>
                    <a:pt x="29577" y="197840"/>
                    <a:pt x="59896" y="14503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37" name="Google Shape;737;p76"/>
            <p:cNvSpPr/>
            <p:nvPr/>
          </p:nvSpPr>
          <p:spPr>
            <a:xfrm>
              <a:off x="5924055" y="1843557"/>
              <a:ext cx="82997" cy="95092"/>
            </a:xfrm>
            <a:custGeom>
              <a:rect b="b" l="l" r="r" t="t"/>
              <a:pathLst>
                <a:path extrusionOk="0" h="95092" w="82997">
                  <a:moveTo>
                    <a:pt x="3593" y="50495"/>
                  </a:moveTo>
                  <a:cubicBezTo>
                    <a:pt x="11520" y="69522"/>
                    <a:pt x="26679" y="84630"/>
                    <a:pt x="45731" y="92505"/>
                  </a:cubicBezTo>
                  <a:cubicBezTo>
                    <a:pt x="71426" y="102783"/>
                    <a:pt x="86714" y="80814"/>
                    <a:pt x="82217" y="55377"/>
                  </a:cubicBezTo>
                  <a:cubicBezTo>
                    <a:pt x="78235" y="32381"/>
                    <a:pt x="60120" y="-508"/>
                    <a:pt x="33527" y="6"/>
                  </a:cubicBezTo>
                  <a:cubicBezTo>
                    <a:pt x="14179" y="867"/>
                    <a:pt x="-814" y="17247"/>
                    <a:pt x="34" y="36595"/>
                  </a:cubicBezTo>
                  <a:cubicBezTo>
                    <a:pt x="253" y="41425"/>
                    <a:pt x="1460" y="46153"/>
                    <a:pt x="3593" y="5049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38" name="Google Shape;738;p76"/>
            <p:cNvSpPr/>
            <p:nvPr/>
          </p:nvSpPr>
          <p:spPr>
            <a:xfrm>
              <a:off x="5941652" y="1715606"/>
              <a:ext cx="89929" cy="214161"/>
            </a:xfrm>
            <a:custGeom>
              <a:rect b="b" l="l" r="r" t="t"/>
              <a:pathLst>
                <a:path extrusionOk="0" h="214161" w="89929">
                  <a:moveTo>
                    <a:pt x="42395" y="0"/>
                  </a:moveTo>
                  <a:cubicBezTo>
                    <a:pt x="29548" y="51388"/>
                    <a:pt x="56270" y="169582"/>
                    <a:pt x="89930" y="214161"/>
                  </a:cubicBezTo>
                  <a:cubicBezTo>
                    <a:pt x="25694" y="181658"/>
                    <a:pt x="0" y="74256"/>
                    <a:pt x="0" y="742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39" name="Google Shape;739;p76"/>
            <p:cNvSpPr/>
            <p:nvPr/>
          </p:nvSpPr>
          <p:spPr>
            <a:xfrm>
              <a:off x="6055210" y="1752687"/>
              <a:ext cx="43194" cy="35573"/>
            </a:xfrm>
            <a:custGeom>
              <a:rect b="b" l="l" r="r" t="t"/>
              <a:pathLst>
                <a:path extrusionOk="0" h="35573" w="43194">
                  <a:moveTo>
                    <a:pt x="6562" y="35377"/>
                  </a:moveTo>
                  <a:cubicBezTo>
                    <a:pt x="7898" y="34979"/>
                    <a:pt x="9003" y="34041"/>
                    <a:pt x="9645" y="32808"/>
                  </a:cubicBezTo>
                  <a:cubicBezTo>
                    <a:pt x="15144" y="21053"/>
                    <a:pt x="25935" y="12638"/>
                    <a:pt x="38679" y="10197"/>
                  </a:cubicBezTo>
                  <a:cubicBezTo>
                    <a:pt x="41442" y="9799"/>
                    <a:pt x="43407" y="7319"/>
                    <a:pt x="43176" y="4544"/>
                  </a:cubicBezTo>
                  <a:cubicBezTo>
                    <a:pt x="42919" y="1795"/>
                    <a:pt x="40478" y="-235"/>
                    <a:pt x="37716" y="22"/>
                  </a:cubicBezTo>
                  <a:cubicBezTo>
                    <a:pt x="37652" y="35"/>
                    <a:pt x="37588" y="35"/>
                    <a:pt x="37523" y="48"/>
                  </a:cubicBezTo>
                  <a:cubicBezTo>
                    <a:pt x="21349" y="2848"/>
                    <a:pt x="7551" y="13344"/>
                    <a:pt x="524" y="28183"/>
                  </a:cubicBezTo>
                  <a:cubicBezTo>
                    <a:pt x="-723" y="30727"/>
                    <a:pt x="331" y="33810"/>
                    <a:pt x="2887" y="35056"/>
                  </a:cubicBezTo>
                  <a:cubicBezTo>
                    <a:pt x="4031" y="35608"/>
                    <a:pt x="5341" y="35724"/>
                    <a:pt x="6562" y="3537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40" name="Google Shape;740;p76"/>
            <p:cNvSpPr/>
            <p:nvPr/>
          </p:nvSpPr>
          <p:spPr>
            <a:xfrm>
              <a:off x="6183592" y="1723113"/>
              <a:ext cx="49225" cy="25127"/>
            </a:xfrm>
            <a:custGeom>
              <a:rect b="b" l="l" r="r" t="t"/>
              <a:pathLst>
                <a:path extrusionOk="0" h="25127" w="49225">
                  <a:moveTo>
                    <a:pt x="44293" y="25124"/>
                  </a:moveTo>
                  <a:cubicBezTo>
                    <a:pt x="45603" y="25176"/>
                    <a:pt x="46862" y="24662"/>
                    <a:pt x="47761" y="23711"/>
                  </a:cubicBezTo>
                  <a:cubicBezTo>
                    <a:pt x="49714" y="21707"/>
                    <a:pt x="49714" y="18521"/>
                    <a:pt x="47761" y="16517"/>
                  </a:cubicBezTo>
                  <a:cubicBezTo>
                    <a:pt x="36649" y="4492"/>
                    <a:pt x="20474" y="-1520"/>
                    <a:pt x="4210" y="330"/>
                  </a:cubicBezTo>
                  <a:cubicBezTo>
                    <a:pt x="1422" y="843"/>
                    <a:pt x="-428" y="3528"/>
                    <a:pt x="86" y="6316"/>
                  </a:cubicBezTo>
                  <a:cubicBezTo>
                    <a:pt x="86" y="6329"/>
                    <a:pt x="99" y="6355"/>
                    <a:pt x="99" y="6368"/>
                  </a:cubicBezTo>
                  <a:cubicBezTo>
                    <a:pt x="677" y="9065"/>
                    <a:pt x="3285" y="10826"/>
                    <a:pt x="6008" y="10350"/>
                  </a:cubicBezTo>
                  <a:cubicBezTo>
                    <a:pt x="18843" y="8911"/>
                    <a:pt x="31574" y="13690"/>
                    <a:pt x="40310" y="23197"/>
                  </a:cubicBezTo>
                  <a:cubicBezTo>
                    <a:pt x="41274" y="24405"/>
                    <a:pt x="42738" y="25112"/>
                    <a:pt x="44293" y="2512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41" name="Google Shape;741;p76"/>
            <p:cNvSpPr/>
            <p:nvPr/>
          </p:nvSpPr>
          <p:spPr>
            <a:xfrm>
              <a:off x="5662613" y="2295524"/>
              <a:ext cx="176519" cy="745902"/>
            </a:xfrm>
            <a:custGeom>
              <a:rect b="b" l="l" r="r" t="t"/>
              <a:pathLst>
                <a:path extrusionOk="0" h="745902" w="176519">
                  <a:moveTo>
                    <a:pt x="176519" y="34302"/>
                  </a:moveTo>
                  <a:cubicBezTo>
                    <a:pt x="158662" y="90700"/>
                    <a:pt x="141575" y="149926"/>
                    <a:pt x="127058" y="208251"/>
                  </a:cubicBezTo>
                  <a:cubicBezTo>
                    <a:pt x="112451" y="265832"/>
                    <a:pt x="101762" y="324338"/>
                    <a:pt x="95068" y="383357"/>
                  </a:cubicBezTo>
                  <a:lnTo>
                    <a:pt x="94041" y="394149"/>
                  </a:lnTo>
                  <a:cubicBezTo>
                    <a:pt x="94041" y="397618"/>
                    <a:pt x="94041" y="398388"/>
                    <a:pt x="94041" y="401472"/>
                  </a:cubicBezTo>
                  <a:cubicBezTo>
                    <a:pt x="94182" y="407536"/>
                    <a:pt x="94657" y="413574"/>
                    <a:pt x="95454" y="419586"/>
                  </a:cubicBezTo>
                  <a:cubicBezTo>
                    <a:pt x="97086" y="433654"/>
                    <a:pt x="99449" y="447631"/>
                    <a:pt x="102520" y="461468"/>
                  </a:cubicBezTo>
                  <a:cubicBezTo>
                    <a:pt x="108558" y="490117"/>
                    <a:pt x="115367" y="519665"/>
                    <a:pt x="124103" y="548956"/>
                  </a:cubicBezTo>
                  <a:cubicBezTo>
                    <a:pt x="132839" y="578248"/>
                    <a:pt x="140290" y="608053"/>
                    <a:pt x="149026" y="637602"/>
                  </a:cubicBezTo>
                  <a:lnTo>
                    <a:pt x="174721" y="726246"/>
                  </a:lnTo>
                  <a:lnTo>
                    <a:pt x="127058" y="745903"/>
                  </a:lnTo>
                  <a:cubicBezTo>
                    <a:pt x="97766" y="689889"/>
                    <a:pt x="72329" y="632848"/>
                    <a:pt x="48562" y="574008"/>
                  </a:cubicBezTo>
                  <a:cubicBezTo>
                    <a:pt x="37128" y="544460"/>
                    <a:pt x="25951" y="514655"/>
                    <a:pt x="16701" y="483179"/>
                  </a:cubicBezTo>
                  <a:cubicBezTo>
                    <a:pt x="12076" y="467506"/>
                    <a:pt x="7708" y="451447"/>
                    <a:pt x="3854" y="433975"/>
                  </a:cubicBezTo>
                  <a:cubicBezTo>
                    <a:pt x="2030" y="424725"/>
                    <a:pt x="732" y="415372"/>
                    <a:pt x="0" y="405968"/>
                  </a:cubicBezTo>
                  <a:cubicBezTo>
                    <a:pt x="0" y="401215"/>
                    <a:pt x="0" y="394149"/>
                    <a:pt x="0" y="389909"/>
                  </a:cubicBezTo>
                  <a:lnTo>
                    <a:pt x="0" y="377062"/>
                  </a:lnTo>
                  <a:cubicBezTo>
                    <a:pt x="1092" y="344328"/>
                    <a:pt x="4098" y="311683"/>
                    <a:pt x="8993" y="279296"/>
                  </a:cubicBezTo>
                  <a:cubicBezTo>
                    <a:pt x="13232" y="247178"/>
                    <a:pt x="19528" y="215831"/>
                    <a:pt x="26336" y="184613"/>
                  </a:cubicBezTo>
                  <a:cubicBezTo>
                    <a:pt x="39710" y="122086"/>
                    <a:pt x="56861" y="60433"/>
                    <a:pt x="77725" y="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42" name="Google Shape;742;p76"/>
            <p:cNvSpPr/>
            <p:nvPr/>
          </p:nvSpPr>
          <p:spPr>
            <a:xfrm>
              <a:off x="5689848" y="2174928"/>
              <a:ext cx="216539" cy="287480"/>
            </a:xfrm>
            <a:custGeom>
              <a:rect b="b" l="l" r="r" t="t"/>
              <a:pathLst>
                <a:path extrusionOk="0" h="287480" w="216539">
                  <a:moveTo>
                    <a:pt x="96225" y="2403"/>
                  </a:moveTo>
                  <a:cubicBezTo>
                    <a:pt x="52545" y="15250"/>
                    <a:pt x="0" y="166204"/>
                    <a:pt x="0" y="166204"/>
                  </a:cubicBezTo>
                  <a:lnTo>
                    <a:pt x="169582" y="287480"/>
                  </a:lnTo>
                  <a:cubicBezTo>
                    <a:pt x="169582" y="287480"/>
                    <a:pt x="231505" y="161835"/>
                    <a:pt x="213133" y="105308"/>
                  </a:cubicBezTo>
                  <a:cubicBezTo>
                    <a:pt x="193991" y="46469"/>
                    <a:pt x="146200" y="-12757"/>
                    <a:pt x="96225" y="240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43" name="Google Shape;743;p76"/>
            <p:cNvSpPr/>
            <p:nvPr/>
          </p:nvSpPr>
          <p:spPr>
            <a:xfrm>
              <a:off x="5689848" y="2174928"/>
              <a:ext cx="216539" cy="287480"/>
            </a:xfrm>
            <a:custGeom>
              <a:rect b="b" l="l" r="r" t="t"/>
              <a:pathLst>
                <a:path extrusionOk="0" h="287480" w="216539">
                  <a:moveTo>
                    <a:pt x="96225" y="2403"/>
                  </a:moveTo>
                  <a:cubicBezTo>
                    <a:pt x="52545" y="15250"/>
                    <a:pt x="0" y="166204"/>
                    <a:pt x="0" y="166204"/>
                  </a:cubicBezTo>
                  <a:lnTo>
                    <a:pt x="169582" y="287480"/>
                  </a:lnTo>
                  <a:cubicBezTo>
                    <a:pt x="169582" y="287480"/>
                    <a:pt x="231505" y="161835"/>
                    <a:pt x="213133" y="105308"/>
                  </a:cubicBezTo>
                  <a:cubicBezTo>
                    <a:pt x="193991" y="46469"/>
                    <a:pt x="146200" y="-12757"/>
                    <a:pt x="96225" y="2403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44" name="Google Shape;744;p76"/>
            <p:cNvSpPr/>
            <p:nvPr/>
          </p:nvSpPr>
          <p:spPr>
            <a:xfrm>
              <a:off x="5506777" y="4967010"/>
              <a:ext cx="55213" cy="28727"/>
            </a:xfrm>
            <a:custGeom>
              <a:rect b="b" l="l" r="r" t="t"/>
              <a:pathLst>
                <a:path extrusionOk="0" h="28727" w="55213">
                  <a:moveTo>
                    <a:pt x="44965" y="28075"/>
                  </a:moveTo>
                  <a:cubicBezTo>
                    <a:pt x="49192" y="26585"/>
                    <a:pt x="52545" y="23296"/>
                    <a:pt x="54086" y="19082"/>
                  </a:cubicBezTo>
                  <a:cubicBezTo>
                    <a:pt x="55589" y="16372"/>
                    <a:pt x="55589" y="13057"/>
                    <a:pt x="54086" y="10346"/>
                  </a:cubicBezTo>
                  <a:cubicBezTo>
                    <a:pt x="46378" y="-959"/>
                    <a:pt x="7451" y="-60"/>
                    <a:pt x="2698" y="69"/>
                  </a:cubicBezTo>
                  <a:cubicBezTo>
                    <a:pt x="1696" y="81"/>
                    <a:pt x="784" y="685"/>
                    <a:pt x="385" y="1610"/>
                  </a:cubicBezTo>
                  <a:cubicBezTo>
                    <a:pt x="-128" y="2433"/>
                    <a:pt x="-128" y="3486"/>
                    <a:pt x="385" y="4308"/>
                  </a:cubicBezTo>
                  <a:cubicBezTo>
                    <a:pt x="10535" y="14457"/>
                    <a:pt x="29548" y="31030"/>
                    <a:pt x="42909" y="28461"/>
                  </a:cubicBezTo>
                  <a:close/>
                  <a:moveTo>
                    <a:pt x="8864" y="4694"/>
                  </a:moveTo>
                  <a:cubicBezTo>
                    <a:pt x="24409" y="4694"/>
                    <a:pt x="45222" y="6878"/>
                    <a:pt x="49333" y="12916"/>
                  </a:cubicBezTo>
                  <a:cubicBezTo>
                    <a:pt x="50052" y="14098"/>
                    <a:pt x="50052" y="15588"/>
                    <a:pt x="49333" y="16770"/>
                  </a:cubicBezTo>
                  <a:cubicBezTo>
                    <a:pt x="48177" y="19917"/>
                    <a:pt x="45530" y="22281"/>
                    <a:pt x="42267" y="23065"/>
                  </a:cubicBezTo>
                  <a:cubicBezTo>
                    <a:pt x="35201" y="24864"/>
                    <a:pt x="22868" y="17541"/>
                    <a:pt x="8864" y="469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45" name="Google Shape;745;p76"/>
            <p:cNvSpPr/>
            <p:nvPr/>
          </p:nvSpPr>
          <p:spPr>
            <a:xfrm>
              <a:off x="5506944" y="4937889"/>
              <a:ext cx="47748" cy="34199"/>
            </a:xfrm>
            <a:custGeom>
              <a:rect b="b" l="l" r="r" t="t"/>
              <a:pathLst>
                <a:path extrusionOk="0" h="34199" w="47748">
                  <a:moveTo>
                    <a:pt x="20131" y="31116"/>
                  </a:moveTo>
                  <a:cubicBezTo>
                    <a:pt x="31951" y="27390"/>
                    <a:pt x="44541" y="20838"/>
                    <a:pt x="47239" y="13516"/>
                  </a:cubicBezTo>
                  <a:cubicBezTo>
                    <a:pt x="48613" y="9597"/>
                    <a:pt x="47136" y="5242"/>
                    <a:pt x="43642" y="2981"/>
                  </a:cubicBezTo>
                  <a:cubicBezTo>
                    <a:pt x="40610" y="450"/>
                    <a:pt x="36588" y="-539"/>
                    <a:pt x="32722" y="283"/>
                  </a:cubicBezTo>
                  <a:cubicBezTo>
                    <a:pt x="17433" y="2981"/>
                    <a:pt x="989" y="29189"/>
                    <a:pt x="347" y="30345"/>
                  </a:cubicBezTo>
                  <a:cubicBezTo>
                    <a:pt x="-116" y="31142"/>
                    <a:pt x="-116" y="32118"/>
                    <a:pt x="347" y="32915"/>
                  </a:cubicBezTo>
                  <a:cubicBezTo>
                    <a:pt x="822" y="33685"/>
                    <a:pt x="1632" y="34161"/>
                    <a:pt x="2531" y="34199"/>
                  </a:cubicBezTo>
                  <a:cubicBezTo>
                    <a:pt x="8518" y="34032"/>
                    <a:pt x="14440" y="32992"/>
                    <a:pt x="20131" y="31116"/>
                  </a:cubicBezTo>
                  <a:close/>
                  <a:moveTo>
                    <a:pt x="31951" y="5422"/>
                  </a:moveTo>
                  <a:lnTo>
                    <a:pt x="33621" y="5422"/>
                  </a:lnTo>
                  <a:cubicBezTo>
                    <a:pt x="36062" y="4908"/>
                    <a:pt x="38618" y="5525"/>
                    <a:pt x="40558" y="7092"/>
                  </a:cubicBezTo>
                  <a:cubicBezTo>
                    <a:pt x="43128" y="9147"/>
                    <a:pt x="42871" y="10689"/>
                    <a:pt x="42485" y="11846"/>
                  </a:cubicBezTo>
                  <a:cubicBezTo>
                    <a:pt x="39916" y="18911"/>
                    <a:pt x="20388" y="27390"/>
                    <a:pt x="7413" y="29061"/>
                  </a:cubicBezTo>
                  <a:cubicBezTo>
                    <a:pt x="13322" y="19181"/>
                    <a:pt x="21801" y="11100"/>
                    <a:pt x="31951" y="5679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46" name="Google Shape;746;p76"/>
            <p:cNvSpPr/>
            <p:nvPr/>
          </p:nvSpPr>
          <p:spPr>
            <a:xfrm>
              <a:off x="6226548" y="5226042"/>
              <a:ext cx="66878" cy="27663"/>
            </a:xfrm>
            <a:custGeom>
              <a:rect b="b" l="l" r="r" t="t"/>
              <a:pathLst>
                <a:path extrusionOk="0" h="27663" w="66878">
                  <a:moveTo>
                    <a:pt x="36409" y="27527"/>
                  </a:moveTo>
                  <a:cubicBezTo>
                    <a:pt x="45466" y="28272"/>
                    <a:pt x="54511" y="25959"/>
                    <a:pt x="62103" y="20975"/>
                  </a:cubicBezTo>
                  <a:cubicBezTo>
                    <a:pt x="65688" y="17725"/>
                    <a:pt x="67422" y="12907"/>
                    <a:pt x="66728" y="8128"/>
                  </a:cubicBezTo>
                  <a:cubicBezTo>
                    <a:pt x="66523" y="5301"/>
                    <a:pt x="64878" y="2771"/>
                    <a:pt x="62360" y="1447"/>
                  </a:cubicBezTo>
                  <a:cubicBezTo>
                    <a:pt x="49513" y="-5747"/>
                    <a:pt x="6475" y="16093"/>
                    <a:pt x="1594" y="18534"/>
                  </a:cubicBezTo>
                  <a:cubicBezTo>
                    <a:pt x="283" y="19074"/>
                    <a:pt x="-346" y="20576"/>
                    <a:pt x="193" y="21887"/>
                  </a:cubicBezTo>
                  <a:cubicBezTo>
                    <a:pt x="450" y="22516"/>
                    <a:pt x="964" y="23030"/>
                    <a:pt x="1594" y="23287"/>
                  </a:cubicBezTo>
                  <a:cubicBezTo>
                    <a:pt x="13028" y="25870"/>
                    <a:pt x="24693" y="27296"/>
                    <a:pt x="36409" y="27527"/>
                  </a:cubicBezTo>
                  <a:close/>
                  <a:moveTo>
                    <a:pt x="55551" y="5301"/>
                  </a:moveTo>
                  <a:cubicBezTo>
                    <a:pt x="57183" y="5199"/>
                    <a:pt x="58815" y="5507"/>
                    <a:pt x="60305" y="6201"/>
                  </a:cubicBezTo>
                  <a:cubicBezTo>
                    <a:pt x="61333" y="6766"/>
                    <a:pt x="61975" y="7845"/>
                    <a:pt x="61975" y="9027"/>
                  </a:cubicBezTo>
                  <a:cubicBezTo>
                    <a:pt x="62463" y="12033"/>
                    <a:pt x="61397" y="15078"/>
                    <a:pt x="59149" y="17121"/>
                  </a:cubicBezTo>
                  <a:cubicBezTo>
                    <a:pt x="52596" y="23030"/>
                    <a:pt x="34868" y="24058"/>
                    <a:pt x="11100" y="20075"/>
                  </a:cubicBezTo>
                  <a:cubicBezTo>
                    <a:pt x="24975" y="12676"/>
                    <a:pt x="40006" y="7678"/>
                    <a:pt x="55551" y="530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47" name="Google Shape;747;p76"/>
            <p:cNvSpPr/>
            <p:nvPr/>
          </p:nvSpPr>
          <p:spPr>
            <a:xfrm>
              <a:off x="6227112" y="5201421"/>
              <a:ext cx="39974" cy="48462"/>
            </a:xfrm>
            <a:custGeom>
              <a:rect b="b" l="l" r="r" t="t"/>
              <a:pathLst>
                <a:path extrusionOk="0" h="48462" w="39974">
                  <a:moveTo>
                    <a:pt x="2572" y="48421"/>
                  </a:moveTo>
                  <a:lnTo>
                    <a:pt x="3600" y="48421"/>
                  </a:lnTo>
                  <a:cubicBezTo>
                    <a:pt x="16447" y="42640"/>
                    <a:pt x="42141" y="19515"/>
                    <a:pt x="39828" y="7311"/>
                  </a:cubicBezTo>
                  <a:cubicBezTo>
                    <a:pt x="39828" y="4356"/>
                    <a:pt x="37259" y="887"/>
                    <a:pt x="30193" y="117"/>
                  </a:cubicBezTo>
                  <a:cubicBezTo>
                    <a:pt x="25080" y="-462"/>
                    <a:pt x="19954" y="1131"/>
                    <a:pt x="16061" y="4484"/>
                  </a:cubicBezTo>
                  <a:cubicBezTo>
                    <a:pt x="3214" y="15790"/>
                    <a:pt x="131" y="44696"/>
                    <a:pt x="2" y="45852"/>
                  </a:cubicBezTo>
                  <a:cubicBezTo>
                    <a:pt x="-36" y="46764"/>
                    <a:pt x="401" y="47638"/>
                    <a:pt x="1159" y="48165"/>
                  </a:cubicBezTo>
                  <a:cubicBezTo>
                    <a:pt x="1583" y="48434"/>
                    <a:pt x="2084" y="48524"/>
                    <a:pt x="2572" y="48421"/>
                  </a:cubicBezTo>
                  <a:close/>
                  <a:moveTo>
                    <a:pt x="28266" y="4870"/>
                  </a:moveTo>
                  <a:lnTo>
                    <a:pt x="29808" y="4870"/>
                  </a:lnTo>
                  <a:cubicBezTo>
                    <a:pt x="34432" y="4870"/>
                    <a:pt x="34818" y="7311"/>
                    <a:pt x="34818" y="7824"/>
                  </a:cubicBezTo>
                  <a:cubicBezTo>
                    <a:pt x="36103" y="15147"/>
                    <a:pt x="18888" y="33519"/>
                    <a:pt x="5784" y="41356"/>
                  </a:cubicBezTo>
                  <a:cubicBezTo>
                    <a:pt x="6811" y="29151"/>
                    <a:pt x="11616" y="17562"/>
                    <a:pt x="19530" y="8210"/>
                  </a:cubicBezTo>
                  <a:cubicBezTo>
                    <a:pt x="21881" y="6064"/>
                    <a:pt x="24951" y="4882"/>
                    <a:pt x="28138" y="487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48" name="Google Shape;748;p76"/>
            <p:cNvSpPr/>
            <p:nvPr/>
          </p:nvSpPr>
          <p:spPr>
            <a:xfrm>
              <a:off x="5845452" y="2799877"/>
              <a:ext cx="468508" cy="47943"/>
            </a:xfrm>
            <a:custGeom>
              <a:rect b="b" l="l" r="r" t="t"/>
              <a:pathLst>
                <a:path extrusionOk="0" h="47943" w="468508">
                  <a:moveTo>
                    <a:pt x="11409" y="3365"/>
                  </a:moveTo>
                  <a:lnTo>
                    <a:pt x="361" y="41906"/>
                  </a:lnTo>
                  <a:cubicBezTo>
                    <a:pt x="-1181" y="44861"/>
                    <a:pt x="2416" y="47944"/>
                    <a:pt x="7427" y="47944"/>
                  </a:cubicBezTo>
                  <a:lnTo>
                    <a:pt x="457075" y="47944"/>
                  </a:lnTo>
                  <a:cubicBezTo>
                    <a:pt x="461058" y="47944"/>
                    <a:pt x="464269" y="46017"/>
                    <a:pt x="464526" y="43576"/>
                  </a:cubicBezTo>
                  <a:lnTo>
                    <a:pt x="468509" y="5035"/>
                  </a:lnTo>
                  <a:cubicBezTo>
                    <a:pt x="468509" y="2337"/>
                    <a:pt x="465297" y="24"/>
                    <a:pt x="461058" y="24"/>
                  </a:cubicBezTo>
                  <a:lnTo>
                    <a:pt x="18603" y="24"/>
                  </a:lnTo>
                  <a:cubicBezTo>
                    <a:pt x="15790" y="-194"/>
                    <a:pt x="13054" y="1078"/>
                    <a:pt x="11409" y="336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49" name="Google Shape;749;p76"/>
            <p:cNvSpPr/>
            <p:nvPr/>
          </p:nvSpPr>
          <p:spPr>
            <a:xfrm>
              <a:off x="5900277" y="2795790"/>
              <a:ext cx="25964" cy="56784"/>
            </a:xfrm>
            <a:custGeom>
              <a:rect b="b" l="l" r="r" t="t"/>
              <a:pathLst>
                <a:path extrusionOk="0" h="56784" w="25964">
                  <a:moveTo>
                    <a:pt x="15937" y="56784"/>
                  </a:moveTo>
                  <a:lnTo>
                    <a:pt x="3989" y="56784"/>
                  </a:lnTo>
                  <a:cubicBezTo>
                    <a:pt x="1677" y="56784"/>
                    <a:pt x="-122" y="55628"/>
                    <a:pt x="6" y="54086"/>
                  </a:cubicBezTo>
                  <a:lnTo>
                    <a:pt x="5531" y="2698"/>
                  </a:lnTo>
                  <a:cubicBezTo>
                    <a:pt x="5531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086" y="1285"/>
                    <a:pt x="25958" y="2698"/>
                  </a:cubicBezTo>
                  <a:lnTo>
                    <a:pt x="20433" y="54086"/>
                  </a:lnTo>
                  <a:cubicBezTo>
                    <a:pt x="20433" y="56142"/>
                    <a:pt x="18378" y="56784"/>
                    <a:pt x="15937" y="5678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50" name="Google Shape;750;p76"/>
            <p:cNvSpPr/>
            <p:nvPr/>
          </p:nvSpPr>
          <p:spPr>
            <a:xfrm>
              <a:off x="5900277" y="2795790"/>
              <a:ext cx="25964" cy="56784"/>
            </a:xfrm>
            <a:custGeom>
              <a:rect b="b" l="l" r="r" t="t"/>
              <a:pathLst>
                <a:path extrusionOk="0" h="56784" w="25964">
                  <a:moveTo>
                    <a:pt x="15937" y="56784"/>
                  </a:moveTo>
                  <a:lnTo>
                    <a:pt x="3989" y="56784"/>
                  </a:lnTo>
                  <a:cubicBezTo>
                    <a:pt x="1677" y="56784"/>
                    <a:pt x="-122" y="55628"/>
                    <a:pt x="6" y="54086"/>
                  </a:cubicBezTo>
                  <a:lnTo>
                    <a:pt x="5531" y="2698"/>
                  </a:lnTo>
                  <a:cubicBezTo>
                    <a:pt x="5531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086" y="1285"/>
                    <a:pt x="25958" y="2698"/>
                  </a:cubicBezTo>
                  <a:lnTo>
                    <a:pt x="20433" y="54086"/>
                  </a:lnTo>
                  <a:cubicBezTo>
                    <a:pt x="20433" y="56142"/>
                    <a:pt x="18378" y="56784"/>
                    <a:pt x="15937" y="5678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51" name="Google Shape;751;p76"/>
            <p:cNvSpPr/>
            <p:nvPr/>
          </p:nvSpPr>
          <p:spPr>
            <a:xfrm>
              <a:off x="6252802" y="2795790"/>
              <a:ext cx="25981" cy="56784"/>
            </a:xfrm>
            <a:custGeom>
              <a:rect b="b" l="l" r="r" t="t"/>
              <a:pathLst>
                <a:path extrusionOk="0" h="56784" w="25981">
                  <a:moveTo>
                    <a:pt x="15808" y="56784"/>
                  </a:moveTo>
                  <a:lnTo>
                    <a:pt x="3989" y="56784"/>
                  </a:lnTo>
                  <a:cubicBezTo>
                    <a:pt x="1676" y="56784"/>
                    <a:pt x="-122" y="55628"/>
                    <a:pt x="6" y="54086"/>
                  </a:cubicBezTo>
                  <a:lnTo>
                    <a:pt x="5659" y="2698"/>
                  </a:lnTo>
                  <a:cubicBezTo>
                    <a:pt x="5659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214" y="1285"/>
                    <a:pt x="25957" y="2698"/>
                  </a:cubicBezTo>
                  <a:lnTo>
                    <a:pt x="20433" y="54086"/>
                  </a:lnTo>
                  <a:cubicBezTo>
                    <a:pt x="20305" y="56142"/>
                    <a:pt x="18249" y="56784"/>
                    <a:pt x="15808" y="5678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52" name="Google Shape;752;p76"/>
            <p:cNvSpPr/>
            <p:nvPr/>
          </p:nvSpPr>
          <p:spPr>
            <a:xfrm>
              <a:off x="6252802" y="2795790"/>
              <a:ext cx="25981" cy="56784"/>
            </a:xfrm>
            <a:custGeom>
              <a:rect b="b" l="l" r="r" t="t"/>
              <a:pathLst>
                <a:path extrusionOk="0" h="56784" w="25981">
                  <a:moveTo>
                    <a:pt x="15808" y="56784"/>
                  </a:moveTo>
                  <a:lnTo>
                    <a:pt x="3989" y="56784"/>
                  </a:lnTo>
                  <a:cubicBezTo>
                    <a:pt x="1676" y="56784"/>
                    <a:pt x="-122" y="55628"/>
                    <a:pt x="6" y="54086"/>
                  </a:cubicBezTo>
                  <a:lnTo>
                    <a:pt x="5659" y="2698"/>
                  </a:lnTo>
                  <a:cubicBezTo>
                    <a:pt x="5659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214" y="1285"/>
                    <a:pt x="25957" y="2698"/>
                  </a:cubicBezTo>
                  <a:lnTo>
                    <a:pt x="20433" y="54086"/>
                  </a:lnTo>
                  <a:cubicBezTo>
                    <a:pt x="20305" y="56142"/>
                    <a:pt x="18249" y="56784"/>
                    <a:pt x="15808" y="5678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53" name="Google Shape;753;p76"/>
            <p:cNvSpPr/>
            <p:nvPr/>
          </p:nvSpPr>
          <p:spPr>
            <a:xfrm>
              <a:off x="6076650" y="2795790"/>
              <a:ext cx="25982" cy="56784"/>
            </a:xfrm>
            <a:custGeom>
              <a:rect b="b" l="l" r="r" t="t"/>
              <a:pathLst>
                <a:path extrusionOk="0" h="56784" w="25982">
                  <a:moveTo>
                    <a:pt x="15826" y="56784"/>
                  </a:moveTo>
                  <a:lnTo>
                    <a:pt x="4007" y="56784"/>
                  </a:lnTo>
                  <a:cubicBezTo>
                    <a:pt x="1566" y="56784"/>
                    <a:pt x="-233" y="55628"/>
                    <a:pt x="24" y="54086"/>
                  </a:cubicBezTo>
                  <a:lnTo>
                    <a:pt x="5549" y="2698"/>
                  </a:lnTo>
                  <a:cubicBezTo>
                    <a:pt x="5549" y="1285"/>
                    <a:pt x="7733" y="0"/>
                    <a:pt x="10174" y="0"/>
                  </a:cubicBezTo>
                  <a:lnTo>
                    <a:pt x="21993" y="0"/>
                  </a:lnTo>
                  <a:cubicBezTo>
                    <a:pt x="24305" y="0"/>
                    <a:pt x="26104" y="1285"/>
                    <a:pt x="25976" y="2698"/>
                  </a:cubicBezTo>
                  <a:lnTo>
                    <a:pt x="20451" y="54086"/>
                  </a:lnTo>
                  <a:cubicBezTo>
                    <a:pt x="20323" y="56142"/>
                    <a:pt x="18139" y="56784"/>
                    <a:pt x="15826" y="5678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54" name="Google Shape;754;p76"/>
            <p:cNvSpPr/>
            <p:nvPr/>
          </p:nvSpPr>
          <p:spPr>
            <a:xfrm>
              <a:off x="6076650" y="2795790"/>
              <a:ext cx="25982" cy="56784"/>
            </a:xfrm>
            <a:custGeom>
              <a:rect b="b" l="l" r="r" t="t"/>
              <a:pathLst>
                <a:path extrusionOk="0" h="56784" w="25982">
                  <a:moveTo>
                    <a:pt x="15826" y="56784"/>
                  </a:moveTo>
                  <a:lnTo>
                    <a:pt x="4007" y="56784"/>
                  </a:lnTo>
                  <a:cubicBezTo>
                    <a:pt x="1566" y="56784"/>
                    <a:pt x="-233" y="55628"/>
                    <a:pt x="24" y="54086"/>
                  </a:cubicBezTo>
                  <a:lnTo>
                    <a:pt x="5549" y="2698"/>
                  </a:lnTo>
                  <a:cubicBezTo>
                    <a:pt x="5549" y="1285"/>
                    <a:pt x="7733" y="0"/>
                    <a:pt x="10174" y="0"/>
                  </a:cubicBezTo>
                  <a:lnTo>
                    <a:pt x="21993" y="0"/>
                  </a:lnTo>
                  <a:cubicBezTo>
                    <a:pt x="24305" y="0"/>
                    <a:pt x="26104" y="1285"/>
                    <a:pt x="25976" y="2698"/>
                  </a:cubicBezTo>
                  <a:lnTo>
                    <a:pt x="20451" y="54086"/>
                  </a:lnTo>
                  <a:cubicBezTo>
                    <a:pt x="20323" y="56142"/>
                    <a:pt x="18139" y="56784"/>
                    <a:pt x="15826" y="5678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55" name="Google Shape;755;p76"/>
            <p:cNvSpPr/>
            <p:nvPr/>
          </p:nvSpPr>
          <p:spPr>
            <a:xfrm>
              <a:off x="6101341" y="1791404"/>
              <a:ext cx="19399" cy="11730"/>
            </a:xfrm>
            <a:custGeom>
              <a:rect b="b" l="l" r="r" t="t"/>
              <a:pathLst>
                <a:path extrusionOk="0" h="11730" w="19399">
                  <a:moveTo>
                    <a:pt x="0" y="9507"/>
                  </a:moveTo>
                  <a:lnTo>
                    <a:pt x="19399" y="0"/>
                  </a:lnTo>
                  <a:cubicBezTo>
                    <a:pt x="19399" y="0"/>
                    <a:pt x="11691" y="17857"/>
                    <a:pt x="0" y="950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56" name="Google Shape;756;p76"/>
            <p:cNvSpPr/>
            <p:nvPr/>
          </p:nvSpPr>
          <p:spPr>
            <a:xfrm>
              <a:off x="5786120" y="3007253"/>
              <a:ext cx="139730" cy="94169"/>
            </a:xfrm>
            <a:custGeom>
              <a:rect b="b" l="l" r="r" t="t"/>
              <a:pathLst>
                <a:path extrusionOk="0" h="94169" w="139730">
                  <a:moveTo>
                    <a:pt x="47616" y="0"/>
                  </a:moveTo>
                  <a:lnTo>
                    <a:pt x="139730" y="70659"/>
                  </a:lnTo>
                  <a:lnTo>
                    <a:pt x="32971" y="94169"/>
                  </a:lnTo>
                  <a:cubicBezTo>
                    <a:pt x="32971" y="94169"/>
                    <a:pt x="-12380" y="42781"/>
                    <a:pt x="3294" y="38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757" name="Google Shape;757;p76"/>
            <p:cNvSpPr/>
            <p:nvPr/>
          </p:nvSpPr>
          <p:spPr>
            <a:xfrm>
              <a:off x="5808684" y="3077912"/>
              <a:ext cx="139776" cy="102262"/>
            </a:xfrm>
            <a:custGeom>
              <a:rect b="b" l="l" r="r" t="t"/>
              <a:pathLst>
                <a:path extrusionOk="0" h="102262" w="139776">
                  <a:moveTo>
                    <a:pt x="139776" y="87489"/>
                  </a:moveTo>
                  <a:lnTo>
                    <a:pt x="49333" y="102263"/>
                  </a:lnTo>
                  <a:lnTo>
                    <a:pt x="0" y="9507"/>
                  </a:lnTo>
                  <a:lnTo>
                    <a:pt x="117165" y="0"/>
                  </a:lnTo>
                  <a:lnTo>
                    <a:pt x="139776" y="87489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758" name="Google Shape;758;p76"/>
          <p:cNvSpPr/>
          <p:nvPr/>
        </p:nvSpPr>
        <p:spPr>
          <a:xfrm>
            <a:off x="5153778" y="5824715"/>
            <a:ext cx="4981847" cy="290858"/>
          </a:xfrm>
          <a:custGeom>
            <a:rect b="b" l="l" r="r" t="t"/>
            <a:pathLst>
              <a:path extrusionOk="0" h="290858" w="4981847">
                <a:moveTo>
                  <a:pt x="4981848" y="145429"/>
                </a:moveTo>
                <a:cubicBezTo>
                  <a:pt x="4981848" y="225747"/>
                  <a:pt x="3866624" y="290858"/>
                  <a:pt x="2490924" y="290858"/>
                </a:cubicBezTo>
                <a:cubicBezTo>
                  <a:pt x="1115225" y="290858"/>
                  <a:pt x="0" y="225747"/>
                  <a:pt x="0" y="145429"/>
                </a:cubicBezTo>
                <a:cubicBezTo>
                  <a:pt x="0" y="65111"/>
                  <a:pt x="1115225" y="0"/>
                  <a:pt x="2490924" y="0"/>
                </a:cubicBezTo>
                <a:cubicBezTo>
                  <a:pt x="3866624" y="0"/>
                  <a:pt x="4981848" y="65111"/>
                  <a:pt x="4981848" y="145429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759" name="Google Shape;759;p76"/>
          <p:cNvSpPr txBox="1"/>
          <p:nvPr>
            <p:ph idx="1" type="body"/>
          </p:nvPr>
        </p:nvSpPr>
        <p:spPr>
          <a:xfrm>
            <a:off x="752936" y="2133600"/>
            <a:ext cx="4483002" cy="32646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">
  <p:cSld name="Transition slide"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1_2"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de0fd72278_0_1359"/>
          <p:cNvSpPr txBox="1"/>
          <p:nvPr/>
        </p:nvSpPr>
        <p:spPr>
          <a:xfrm>
            <a:off x="854675" y="2764213"/>
            <a:ext cx="3810000" cy="7941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3529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7F"/>
              </a:buClr>
              <a:buSzPts val="4400"/>
              <a:buFont typeface="Fredoka"/>
              <a:buNone/>
            </a:pPr>
            <a:r>
              <a:rPr b="1" i="0" lang="en-US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rPr>
              <a:t>ATTENDANCE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3" name="Google Shape;763;g2de0fd72278_0_13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0675" y="1197038"/>
            <a:ext cx="4463924" cy="4463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lore 1">
  <p:cSld name="Explore 1"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5" name="Google Shape;765;p75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766" name="Google Shape;766;p75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767" name="Google Shape;767;p75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768" name="Google Shape;768;p75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769" name="Google Shape;769;p75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770" name="Google Shape;770;p75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771" name="Google Shape;771;p75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772" name="Google Shape;772;p75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773" name="Google Shape;773;p75"/>
          <p:cNvSpPr txBox="1"/>
          <p:nvPr/>
        </p:nvSpPr>
        <p:spPr>
          <a:xfrm>
            <a:off x="680025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Make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75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grpSp>
        <p:nvGrpSpPr>
          <p:cNvPr id="775" name="Google Shape;775;p75"/>
          <p:cNvGrpSpPr/>
          <p:nvPr/>
        </p:nvGrpSpPr>
        <p:grpSpPr>
          <a:xfrm>
            <a:off x="6362252" y="1009365"/>
            <a:ext cx="4337271" cy="4839261"/>
            <a:chOff x="5329188" y="1014865"/>
            <a:chExt cx="4147720" cy="4749029"/>
          </a:xfrm>
        </p:grpSpPr>
        <p:grpSp>
          <p:nvGrpSpPr>
            <p:cNvPr id="776" name="Google Shape;776;p75"/>
            <p:cNvGrpSpPr/>
            <p:nvPr/>
          </p:nvGrpSpPr>
          <p:grpSpPr>
            <a:xfrm>
              <a:off x="5329188" y="1014865"/>
              <a:ext cx="4147720" cy="3894027"/>
              <a:chOff x="5329188" y="1014865"/>
              <a:chExt cx="4147720" cy="3894027"/>
            </a:xfrm>
          </p:grpSpPr>
          <p:sp>
            <p:nvSpPr>
              <p:cNvPr id="777" name="Google Shape;777;p75"/>
              <p:cNvSpPr/>
              <p:nvPr/>
            </p:nvSpPr>
            <p:spPr>
              <a:xfrm>
                <a:off x="5329188" y="1014865"/>
                <a:ext cx="4147720" cy="3894027"/>
              </a:xfrm>
              <a:custGeom>
                <a:rect b="b" l="l" r="r" t="t"/>
                <a:pathLst>
                  <a:path extrusionOk="0" h="3894027" w="4147720">
                    <a:moveTo>
                      <a:pt x="3657049" y="1315659"/>
                    </a:moveTo>
                    <a:cubicBezTo>
                      <a:pt x="3546876" y="1183842"/>
                      <a:pt x="3430966" y="1054894"/>
                      <a:pt x="3325356" y="919165"/>
                    </a:cubicBezTo>
                    <a:cubicBezTo>
                      <a:pt x="3016087" y="520976"/>
                      <a:pt x="2609293" y="137520"/>
                      <a:pt x="2095585" y="30345"/>
                    </a:cubicBezTo>
                    <a:cubicBezTo>
                      <a:pt x="1575488" y="-78133"/>
                      <a:pt x="956430" y="106358"/>
                      <a:pt x="642598" y="549660"/>
                    </a:cubicBezTo>
                    <a:cubicBezTo>
                      <a:pt x="433986" y="844195"/>
                      <a:pt x="352497" y="1210179"/>
                      <a:pt x="345195" y="1566646"/>
                    </a:cubicBezTo>
                    <a:cubicBezTo>
                      <a:pt x="341936" y="1729364"/>
                      <a:pt x="369838" y="1893777"/>
                      <a:pt x="343631" y="2055582"/>
                    </a:cubicBezTo>
                    <a:cubicBezTo>
                      <a:pt x="314686" y="2233554"/>
                      <a:pt x="214812" y="2389622"/>
                      <a:pt x="127456" y="2543866"/>
                    </a:cubicBezTo>
                    <a:cubicBezTo>
                      <a:pt x="11937" y="2747915"/>
                      <a:pt x="-37869" y="2972564"/>
                      <a:pt x="32276" y="3202559"/>
                    </a:cubicBezTo>
                    <a:cubicBezTo>
                      <a:pt x="190952" y="3722135"/>
                      <a:pt x="907406" y="3963604"/>
                      <a:pt x="1399601" y="3876639"/>
                    </a:cubicBezTo>
                    <a:cubicBezTo>
                      <a:pt x="1667929" y="3829179"/>
                      <a:pt x="1913831" y="3699188"/>
                      <a:pt x="2173814" y="3617177"/>
                    </a:cubicBezTo>
                    <a:cubicBezTo>
                      <a:pt x="2388164" y="3549508"/>
                      <a:pt x="2608771" y="3529820"/>
                      <a:pt x="2826641" y="3594490"/>
                    </a:cubicBezTo>
                    <a:cubicBezTo>
                      <a:pt x="3323139" y="3741823"/>
                      <a:pt x="3831632" y="3487837"/>
                      <a:pt x="4041939" y="3020806"/>
                    </a:cubicBezTo>
                    <a:cubicBezTo>
                      <a:pt x="4295795" y="2457030"/>
                      <a:pt x="4058237" y="1816851"/>
                      <a:pt x="3694600" y="1361945"/>
                    </a:cubicBezTo>
                    <a:cubicBezTo>
                      <a:pt x="3682213" y="1346038"/>
                      <a:pt x="3669827" y="1330784"/>
                      <a:pt x="3657049" y="1315659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778" name="Google Shape;778;p75"/>
              <p:cNvSpPr/>
              <p:nvPr/>
            </p:nvSpPr>
            <p:spPr>
              <a:xfrm>
                <a:off x="5329188" y="1014865"/>
                <a:ext cx="4147720" cy="3894027"/>
              </a:xfrm>
              <a:custGeom>
                <a:rect b="b" l="l" r="r" t="t"/>
                <a:pathLst>
                  <a:path extrusionOk="0" h="3894027" w="4147720">
                    <a:moveTo>
                      <a:pt x="3657049" y="1315659"/>
                    </a:moveTo>
                    <a:cubicBezTo>
                      <a:pt x="3546876" y="1183842"/>
                      <a:pt x="3430966" y="1054894"/>
                      <a:pt x="3325356" y="919165"/>
                    </a:cubicBezTo>
                    <a:cubicBezTo>
                      <a:pt x="3016087" y="520976"/>
                      <a:pt x="2609293" y="137520"/>
                      <a:pt x="2095585" y="30345"/>
                    </a:cubicBezTo>
                    <a:cubicBezTo>
                      <a:pt x="1575488" y="-78133"/>
                      <a:pt x="956430" y="106358"/>
                      <a:pt x="642598" y="549660"/>
                    </a:cubicBezTo>
                    <a:cubicBezTo>
                      <a:pt x="433986" y="844195"/>
                      <a:pt x="352497" y="1210179"/>
                      <a:pt x="345195" y="1566646"/>
                    </a:cubicBezTo>
                    <a:cubicBezTo>
                      <a:pt x="341936" y="1729364"/>
                      <a:pt x="369838" y="1893777"/>
                      <a:pt x="343631" y="2055582"/>
                    </a:cubicBezTo>
                    <a:cubicBezTo>
                      <a:pt x="314686" y="2233554"/>
                      <a:pt x="214812" y="2389622"/>
                      <a:pt x="127456" y="2543866"/>
                    </a:cubicBezTo>
                    <a:cubicBezTo>
                      <a:pt x="11937" y="2747915"/>
                      <a:pt x="-37869" y="2972564"/>
                      <a:pt x="32276" y="3202559"/>
                    </a:cubicBezTo>
                    <a:cubicBezTo>
                      <a:pt x="190952" y="3722135"/>
                      <a:pt x="907406" y="3963604"/>
                      <a:pt x="1399601" y="3876639"/>
                    </a:cubicBezTo>
                    <a:cubicBezTo>
                      <a:pt x="1667929" y="3829179"/>
                      <a:pt x="1913831" y="3699188"/>
                      <a:pt x="2173814" y="3617177"/>
                    </a:cubicBezTo>
                    <a:cubicBezTo>
                      <a:pt x="2388164" y="3549508"/>
                      <a:pt x="2608771" y="3529820"/>
                      <a:pt x="2826641" y="3594490"/>
                    </a:cubicBezTo>
                    <a:cubicBezTo>
                      <a:pt x="3323139" y="3741823"/>
                      <a:pt x="3831632" y="3487837"/>
                      <a:pt x="4041939" y="3020806"/>
                    </a:cubicBezTo>
                    <a:cubicBezTo>
                      <a:pt x="4295795" y="2457030"/>
                      <a:pt x="4058237" y="1816851"/>
                      <a:pt x="3694600" y="1361945"/>
                    </a:cubicBezTo>
                    <a:cubicBezTo>
                      <a:pt x="3682213" y="1346038"/>
                      <a:pt x="3669827" y="1330784"/>
                      <a:pt x="3657049" y="1315659"/>
                    </a:cubicBezTo>
                    <a:close/>
                  </a:path>
                </a:pathLst>
              </a:custGeom>
              <a:solidFill>
                <a:srgbClr val="FFFFFF">
                  <a:alpha val="68235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779" name="Google Shape;779;p75"/>
            <p:cNvGrpSpPr/>
            <p:nvPr/>
          </p:nvGrpSpPr>
          <p:grpSpPr>
            <a:xfrm>
              <a:off x="5474376" y="5044181"/>
              <a:ext cx="3724515" cy="719713"/>
              <a:chOff x="5474376" y="5044181"/>
              <a:chExt cx="3724515" cy="719713"/>
            </a:xfrm>
          </p:grpSpPr>
          <p:sp>
            <p:nvSpPr>
              <p:cNvPr id="780" name="Google Shape;780;p75"/>
              <p:cNvSpPr/>
              <p:nvPr/>
            </p:nvSpPr>
            <p:spPr>
              <a:xfrm>
                <a:off x="5474376" y="5044181"/>
                <a:ext cx="3724515" cy="719713"/>
              </a:xfrm>
              <a:custGeom>
                <a:rect b="b" l="l" r="r" t="t"/>
                <a:pathLst>
                  <a:path extrusionOk="0" h="719713" w="3724515">
                    <a:moveTo>
                      <a:pt x="3724516" y="359857"/>
                    </a:moveTo>
                    <a:cubicBezTo>
                      <a:pt x="3724516" y="558600"/>
                      <a:pt x="2890755" y="719713"/>
                      <a:pt x="1862258" y="719713"/>
                    </a:cubicBezTo>
                    <a:cubicBezTo>
                      <a:pt x="833761" y="719713"/>
                      <a:pt x="0" y="558600"/>
                      <a:pt x="0" y="359857"/>
                    </a:cubicBezTo>
                    <a:cubicBezTo>
                      <a:pt x="0" y="161113"/>
                      <a:pt x="833761" y="0"/>
                      <a:pt x="1862258" y="0"/>
                    </a:cubicBezTo>
                    <a:cubicBezTo>
                      <a:pt x="2890755" y="0"/>
                      <a:pt x="3724516" y="161113"/>
                      <a:pt x="3724516" y="35985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781" name="Google Shape;781;p75"/>
              <p:cNvSpPr/>
              <p:nvPr/>
            </p:nvSpPr>
            <p:spPr>
              <a:xfrm>
                <a:off x="5474376" y="5044181"/>
                <a:ext cx="3724515" cy="719713"/>
              </a:xfrm>
              <a:custGeom>
                <a:rect b="b" l="l" r="r" t="t"/>
                <a:pathLst>
                  <a:path extrusionOk="0" h="719713" w="3724515">
                    <a:moveTo>
                      <a:pt x="3724516" y="359857"/>
                    </a:moveTo>
                    <a:cubicBezTo>
                      <a:pt x="3724516" y="558600"/>
                      <a:pt x="2890755" y="719713"/>
                      <a:pt x="1862258" y="719713"/>
                    </a:cubicBezTo>
                    <a:cubicBezTo>
                      <a:pt x="833761" y="719713"/>
                      <a:pt x="0" y="558600"/>
                      <a:pt x="0" y="359857"/>
                    </a:cubicBezTo>
                    <a:cubicBezTo>
                      <a:pt x="0" y="161113"/>
                      <a:pt x="833761" y="0"/>
                      <a:pt x="1862258" y="0"/>
                    </a:cubicBezTo>
                    <a:cubicBezTo>
                      <a:pt x="2890755" y="0"/>
                      <a:pt x="3724516" y="161113"/>
                      <a:pt x="3724516" y="359857"/>
                    </a:cubicBezTo>
                    <a:close/>
                  </a:path>
                </a:pathLst>
              </a:custGeom>
              <a:solidFill>
                <a:srgbClr val="FFFFFF">
                  <a:alpha val="48235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782" name="Google Shape;782;p75"/>
            <p:cNvGrpSpPr/>
            <p:nvPr/>
          </p:nvGrpSpPr>
          <p:grpSpPr>
            <a:xfrm>
              <a:off x="6679374" y="3857046"/>
              <a:ext cx="1534214" cy="247727"/>
              <a:chOff x="6679374" y="3857046"/>
              <a:chExt cx="1534214" cy="247727"/>
            </a:xfrm>
          </p:grpSpPr>
          <p:sp>
            <p:nvSpPr>
              <p:cNvPr id="783" name="Google Shape;783;p75"/>
              <p:cNvSpPr/>
              <p:nvPr/>
            </p:nvSpPr>
            <p:spPr>
              <a:xfrm>
                <a:off x="6685893" y="3863565"/>
                <a:ext cx="1521176" cy="234689"/>
              </a:xfrm>
              <a:custGeom>
                <a:rect b="b" l="l" r="r" t="t"/>
                <a:pathLst>
                  <a:path extrusionOk="0" h="234689" w="1521176">
                    <a:moveTo>
                      <a:pt x="1460287" y="0"/>
                    </a:moveTo>
                    <a:cubicBezTo>
                      <a:pt x="1493915" y="0"/>
                      <a:pt x="1521176" y="0"/>
                      <a:pt x="1521176" y="0"/>
                    </a:cubicBezTo>
                    <a:lnTo>
                      <a:pt x="1521176" y="234689"/>
                    </a:lnTo>
                    <a:cubicBezTo>
                      <a:pt x="1521176" y="234689"/>
                      <a:pt x="1493916" y="234689"/>
                      <a:pt x="1460287" y="234689"/>
                    </a:cubicBezTo>
                    <a:lnTo>
                      <a:pt x="60889" y="234689"/>
                    </a:lnTo>
                    <a:cubicBezTo>
                      <a:pt x="27261" y="234689"/>
                      <a:pt x="0" y="234689"/>
                      <a:pt x="0" y="234689"/>
                    </a:cubicBezTo>
                    <a:lnTo>
                      <a:pt x="0" y="0"/>
                    </a:lnTo>
                    <a:cubicBezTo>
                      <a:pt x="0" y="0"/>
                      <a:pt x="27261" y="0"/>
                      <a:pt x="6088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784" name="Google Shape;784;p75"/>
              <p:cNvSpPr/>
              <p:nvPr/>
            </p:nvSpPr>
            <p:spPr>
              <a:xfrm>
                <a:off x="6679374" y="3857046"/>
                <a:ext cx="1534214" cy="247727"/>
              </a:xfrm>
              <a:custGeom>
                <a:rect b="b" l="l" r="r" t="t"/>
                <a:pathLst>
                  <a:path extrusionOk="0" h="247727" w="1534214">
                    <a:moveTo>
                      <a:pt x="1466807" y="247727"/>
                    </a:moveTo>
                    <a:lnTo>
                      <a:pt x="67408" y="247727"/>
                    </a:lnTo>
                    <a:cubicBezTo>
                      <a:pt x="30236" y="247727"/>
                      <a:pt x="78" y="217622"/>
                      <a:pt x="0" y="180450"/>
                    </a:cubicBezTo>
                    <a:lnTo>
                      <a:pt x="0" y="67408"/>
                    </a:lnTo>
                    <a:cubicBezTo>
                      <a:pt x="78" y="30210"/>
                      <a:pt x="30210" y="78"/>
                      <a:pt x="67408" y="0"/>
                    </a:cubicBezTo>
                    <a:lnTo>
                      <a:pt x="1466807" y="0"/>
                    </a:lnTo>
                    <a:cubicBezTo>
                      <a:pt x="1504005" y="65"/>
                      <a:pt x="1534136" y="30210"/>
                      <a:pt x="1534215" y="67408"/>
                    </a:cubicBezTo>
                    <a:lnTo>
                      <a:pt x="1534215" y="180450"/>
                    </a:lnTo>
                    <a:cubicBezTo>
                      <a:pt x="1534136" y="217622"/>
                      <a:pt x="1503979" y="247727"/>
                      <a:pt x="1466807" y="247727"/>
                    </a:cubicBezTo>
                    <a:close/>
                    <a:moveTo>
                      <a:pt x="67408" y="13038"/>
                    </a:moveTo>
                    <a:cubicBezTo>
                      <a:pt x="37381" y="13038"/>
                      <a:pt x="13038" y="37381"/>
                      <a:pt x="13038" y="67408"/>
                    </a:cubicBezTo>
                    <a:lnTo>
                      <a:pt x="13038" y="180450"/>
                    </a:lnTo>
                    <a:cubicBezTo>
                      <a:pt x="13116" y="210425"/>
                      <a:pt x="37433" y="234689"/>
                      <a:pt x="67408" y="234689"/>
                    </a:cubicBezTo>
                    <a:lnTo>
                      <a:pt x="1466807" y="234689"/>
                    </a:lnTo>
                    <a:cubicBezTo>
                      <a:pt x="1496782" y="234689"/>
                      <a:pt x="1521098" y="210425"/>
                      <a:pt x="1521176" y="180450"/>
                    </a:cubicBezTo>
                    <a:lnTo>
                      <a:pt x="1521176" y="67408"/>
                    </a:lnTo>
                    <a:cubicBezTo>
                      <a:pt x="1521176" y="37381"/>
                      <a:pt x="1496834" y="13038"/>
                      <a:pt x="1466807" y="1303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785" name="Google Shape;785;p75"/>
              <p:cNvSpPr/>
              <p:nvPr/>
            </p:nvSpPr>
            <p:spPr>
              <a:xfrm>
                <a:off x="674678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786" name="Google Shape;786;p75"/>
              <p:cNvSpPr/>
              <p:nvPr/>
            </p:nvSpPr>
            <p:spPr>
              <a:xfrm>
                <a:off x="686595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787" name="Google Shape;787;p75"/>
              <p:cNvSpPr/>
              <p:nvPr/>
            </p:nvSpPr>
            <p:spPr>
              <a:xfrm>
                <a:off x="698512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788" name="Google Shape;788;p75"/>
              <p:cNvSpPr/>
              <p:nvPr/>
            </p:nvSpPr>
            <p:spPr>
              <a:xfrm>
                <a:off x="710429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789" name="Google Shape;789;p75"/>
              <p:cNvSpPr/>
              <p:nvPr/>
            </p:nvSpPr>
            <p:spPr>
              <a:xfrm>
                <a:off x="722346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790" name="Google Shape;790;p75"/>
              <p:cNvSpPr/>
              <p:nvPr/>
            </p:nvSpPr>
            <p:spPr>
              <a:xfrm>
                <a:off x="734263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791" name="Google Shape;791;p75"/>
              <p:cNvSpPr/>
              <p:nvPr/>
            </p:nvSpPr>
            <p:spPr>
              <a:xfrm>
                <a:off x="746180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0" y="0"/>
                    </a:lnTo>
                    <a:lnTo>
                      <a:pt x="95570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792" name="Google Shape;792;p75"/>
              <p:cNvSpPr/>
              <p:nvPr/>
            </p:nvSpPr>
            <p:spPr>
              <a:xfrm>
                <a:off x="758097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793" name="Google Shape;793;p75"/>
            <p:cNvGrpSpPr/>
            <p:nvPr/>
          </p:nvGrpSpPr>
          <p:grpSpPr>
            <a:xfrm>
              <a:off x="6150150" y="1372824"/>
              <a:ext cx="1654036" cy="1634647"/>
              <a:chOff x="6150150" y="1372824"/>
              <a:chExt cx="1654036" cy="1634647"/>
            </a:xfrm>
          </p:grpSpPr>
          <p:sp>
            <p:nvSpPr>
              <p:cNvPr id="794" name="Google Shape;794;p75"/>
              <p:cNvSpPr/>
              <p:nvPr/>
            </p:nvSpPr>
            <p:spPr>
              <a:xfrm>
                <a:off x="6318474" y="1530234"/>
                <a:ext cx="1462504" cy="1469935"/>
              </a:xfrm>
              <a:custGeom>
                <a:rect b="b" l="l" r="r" t="t"/>
                <a:pathLst>
                  <a:path extrusionOk="0" h="1469935" w="1462504">
                    <a:moveTo>
                      <a:pt x="1337206" y="738358"/>
                    </a:moveTo>
                    <a:lnTo>
                      <a:pt x="1462504" y="681250"/>
                    </a:lnTo>
                    <a:lnTo>
                      <a:pt x="1436428" y="530788"/>
                    </a:lnTo>
                    <a:lnTo>
                      <a:pt x="1298222" y="520097"/>
                    </a:lnTo>
                    <a:cubicBezTo>
                      <a:pt x="1280594" y="473954"/>
                      <a:pt x="1257334" y="430159"/>
                      <a:pt x="1228989" y="389714"/>
                    </a:cubicBezTo>
                    <a:lnTo>
                      <a:pt x="1300308" y="269371"/>
                    </a:lnTo>
                    <a:lnTo>
                      <a:pt x="1192221" y="161283"/>
                    </a:lnTo>
                    <a:lnTo>
                      <a:pt x="1070965" y="233385"/>
                    </a:lnTo>
                    <a:cubicBezTo>
                      <a:pt x="1001119" y="185835"/>
                      <a:pt x="922041" y="153539"/>
                      <a:pt x="838883" y="138597"/>
                    </a:cubicBezTo>
                    <a:lnTo>
                      <a:pt x="803941" y="0"/>
                    </a:lnTo>
                    <a:lnTo>
                      <a:pt x="651132" y="0"/>
                    </a:lnTo>
                    <a:lnTo>
                      <a:pt x="615929" y="139379"/>
                    </a:lnTo>
                    <a:cubicBezTo>
                      <a:pt x="568587" y="148415"/>
                      <a:pt x="522496" y="163083"/>
                      <a:pt x="478635" y="183057"/>
                    </a:cubicBezTo>
                    <a:lnTo>
                      <a:pt x="369375" y="88530"/>
                    </a:lnTo>
                    <a:lnTo>
                      <a:pt x="244337" y="176147"/>
                    </a:lnTo>
                    <a:lnTo>
                      <a:pt x="296491" y="311354"/>
                    </a:lnTo>
                    <a:cubicBezTo>
                      <a:pt x="262839" y="345684"/>
                      <a:pt x="233385" y="383899"/>
                      <a:pt x="208743" y="425178"/>
                    </a:cubicBezTo>
                    <a:lnTo>
                      <a:pt x="65322" y="410315"/>
                    </a:lnTo>
                    <a:lnTo>
                      <a:pt x="13169" y="553736"/>
                    </a:lnTo>
                    <a:lnTo>
                      <a:pt x="132208" y="634443"/>
                    </a:lnTo>
                    <a:cubicBezTo>
                      <a:pt x="126498" y="667951"/>
                      <a:pt x="123616" y="701890"/>
                      <a:pt x="123603" y="735881"/>
                    </a:cubicBezTo>
                    <a:cubicBezTo>
                      <a:pt x="123603" y="750353"/>
                      <a:pt x="123603" y="764565"/>
                      <a:pt x="125298" y="778777"/>
                    </a:cubicBezTo>
                    <a:lnTo>
                      <a:pt x="0" y="848662"/>
                    </a:lnTo>
                    <a:lnTo>
                      <a:pt x="39115" y="996255"/>
                    </a:lnTo>
                    <a:lnTo>
                      <a:pt x="180971" y="994430"/>
                    </a:lnTo>
                    <a:cubicBezTo>
                      <a:pt x="201989" y="1038708"/>
                      <a:pt x="228261" y="1080287"/>
                      <a:pt x="259201" y="1118293"/>
                    </a:cubicBezTo>
                    <a:lnTo>
                      <a:pt x="197921" y="1245417"/>
                    </a:lnTo>
                    <a:lnTo>
                      <a:pt x="315266" y="1343595"/>
                    </a:lnTo>
                    <a:lnTo>
                      <a:pt x="428699" y="1262367"/>
                    </a:lnTo>
                    <a:cubicBezTo>
                      <a:pt x="471647" y="1287165"/>
                      <a:pt x="517503" y="1306566"/>
                      <a:pt x="565210" y="1320126"/>
                    </a:cubicBezTo>
                    <a:lnTo>
                      <a:pt x="588027" y="1456898"/>
                    </a:lnTo>
                    <a:lnTo>
                      <a:pt x="740183" y="1469936"/>
                    </a:lnTo>
                    <a:lnTo>
                      <a:pt x="786078" y="1340466"/>
                    </a:lnTo>
                    <a:cubicBezTo>
                      <a:pt x="836028" y="1336020"/>
                      <a:pt x="885208" y="1325328"/>
                      <a:pt x="932498" y="1308652"/>
                    </a:cubicBezTo>
                    <a:lnTo>
                      <a:pt x="1028460" y="1406309"/>
                    </a:lnTo>
                    <a:lnTo>
                      <a:pt x="1160798" y="1329905"/>
                    </a:lnTo>
                    <a:lnTo>
                      <a:pt x="1124422" y="1198349"/>
                    </a:lnTo>
                    <a:cubicBezTo>
                      <a:pt x="1162780" y="1165766"/>
                      <a:pt x="1196940" y="1128529"/>
                      <a:pt x="1226120" y="1087523"/>
                    </a:cubicBezTo>
                    <a:lnTo>
                      <a:pt x="1360545" y="1112296"/>
                    </a:lnTo>
                    <a:lnTo>
                      <a:pt x="1425736" y="973960"/>
                    </a:lnTo>
                    <a:lnTo>
                      <a:pt x="1320257" y="886864"/>
                    </a:lnTo>
                    <a:cubicBezTo>
                      <a:pt x="1332056" y="838257"/>
                      <a:pt x="1337754" y="788373"/>
                      <a:pt x="1337206" y="738358"/>
                    </a:cubicBezTo>
                    <a:close/>
                    <a:moveTo>
                      <a:pt x="1111253" y="735750"/>
                    </a:moveTo>
                    <a:cubicBezTo>
                      <a:pt x="1111253" y="946371"/>
                      <a:pt x="940504" y="1117120"/>
                      <a:pt x="729883" y="1117120"/>
                    </a:cubicBezTo>
                    <a:cubicBezTo>
                      <a:pt x="519263" y="1117120"/>
                      <a:pt x="348513" y="946371"/>
                      <a:pt x="348513" y="735750"/>
                    </a:cubicBezTo>
                    <a:cubicBezTo>
                      <a:pt x="348513" y="525130"/>
                      <a:pt x="519263" y="354381"/>
                      <a:pt x="729883" y="354381"/>
                    </a:cubicBezTo>
                    <a:cubicBezTo>
                      <a:pt x="940504" y="354381"/>
                      <a:pt x="1111253" y="525130"/>
                      <a:pt x="1111253" y="735750"/>
                    </a:cubicBezTo>
                    <a:cubicBezTo>
                      <a:pt x="1111253" y="735789"/>
                      <a:pt x="1111253" y="735842"/>
                      <a:pt x="1111253" y="735881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795" name="Google Shape;795;p75"/>
              <p:cNvSpPr/>
              <p:nvPr/>
            </p:nvSpPr>
            <p:spPr>
              <a:xfrm>
                <a:off x="6309854" y="1521890"/>
                <a:ext cx="1477470" cy="1485581"/>
              </a:xfrm>
              <a:custGeom>
                <a:rect b="b" l="l" r="r" t="t"/>
                <a:pathLst>
                  <a:path extrusionOk="0" h="1485581" w="1477470">
                    <a:moveTo>
                      <a:pt x="747500" y="1485582"/>
                    </a:moveTo>
                    <a:lnTo>
                      <a:pt x="747500" y="1485582"/>
                    </a:lnTo>
                    <a:lnTo>
                      <a:pt x="595343" y="1472544"/>
                    </a:lnTo>
                    <a:cubicBezTo>
                      <a:pt x="592123" y="1472283"/>
                      <a:pt x="589489" y="1469871"/>
                      <a:pt x="588954" y="1466676"/>
                    </a:cubicBezTo>
                    <a:lnTo>
                      <a:pt x="566268" y="1333425"/>
                    </a:lnTo>
                    <a:cubicBezTo>
                      <a:pt x="520842" y="1320257"/>
                      <a:pt x="477086" y="1301885"/>
                      <a:pt x="435885" y="1278664"/>
                    </a:cubicBezTo>
                    <a:lnTo>
                      <a:pt x="326103" y="1356894"/>
                    </a:lnTo>
                    <a:cubicBezTo>
                      <a:pt x="323586" y="1358902"/>
                      <a:pt x="320014" y="1358902"/>
                      <a:pt x="317497" y="1356894"/>
                    </a:cubicBezTo>
                    <a:lnTo>
                      <a:pt x="200153" y="1258716"/>
                    </a:lnTo>
                    <a:cubicBezTo>
                      <a:pt x="197675" y="1256643"/>
                      <a:pt x="196919" y="1253148"/>
                      <a:pt x="198327" y="1250241"/>
                    </a:cubicBezTo>
                    <a:lnTo>
                      <a:pt x="257521" y="1127029"/>
                    </a:lnTo>
                    <a:cubicBezTo>
                      <a:pt x="228563" y="1090809"/>
                      <a:pt x="203764" y="1051446"/>
                      <a:pt x="183594" y="1009685"/>
                    </a:cubicBezTo>
                    <a:lnTo>
                      <a:pt x="46301" y="1011380"/>
                    </a:lnTo>
                    <a:cubicBezTo>
                      <a:pt x="43041" y="1011536"/>
                      <a:pt x="40134" y="1009333"/>
                      <a:pt x="39391" y="1006164"/>
                    </a:cubicBezTo>
                    <a:lnTo>
                      <a:pt x="276" y="858571"/>
                    </a:lnTo>
                    <a:cubicBezTo>
                      <a:pt x="-624" y="855481"/>
                      <a:pt x="732" y="852182"/>
                      <a:pt x="3535" y="850618"/>
                    </a:cubicBezTo>
                    <a:lnTo>
                      <a:pt x="124922" y="782818"/>
                    </a:lnTo>
                    <a:cubicBezTo>
                      <a:pt x="124009" y="768215"/>
                      <a:pt x="123618" y="755829"/>
                      <a:pt x="123618" y="743704"/>
                    </a:cubicBezTo>
                    <a:cubicBezTo>
                      <a:pt x="123631" y="710821"/>
                      <a:pt x="126291" y="677991"/>
                      <a:pt x="131571" y="645525"/>
                    </a:cubicBezTo>
                    <a:lnTo>
                      <a:pt x="16183" y="567296"/>
                    </a:lnTo>
                    <a:cubicBezTo>
                      <a:pt x="13523" y="565431"/>
                      <a:pt x="12454" y="562002"/>
                      <a:pt x="13575" y="558951"/>
                    </a:cubicBezTo>
                    <a:lnTo>
                      <a:pt x="65728" y="415530"/>
                    </a:lnTo>
                    <a:cubicBezTo>
                      <a:pt x="66928" y="412531"/>
                      <a:pt x="69953" y="410680"/>
                      <a:pt x="73160" y="410967"/>
                    </a:cubicBezTo>
                    <a:lnTo>
                      <a:pt x="212539" y="425309"/>
                    </a:lnTo>
                    <a:cubicBezTo>
                      <a:pt x="236152" y="386337"/>
                      <a:pt x="264053" y="350117"/>
                      <a:pt x="295723" y="317352"/>
                    </a:cubicBezTo>
                    <a:lnTo>
                      <a:pt x="245787" y="186317"/>
                    </a:lnTo>
                    <a:cubicBezTo>
                      <a:pt x="244574" y="183305"/>
                      <a:pt x="245669" y="179863"/>
                      <a:pt x="248394" y="178103"/>
                    </a:cubicBezTo>
                    <a:lnTo>
                      <a:pt x="373432" y="90486"/>
                    </a:lnTo>
                    <a:cubicBezTo>
                      <a:pt x="375987" y="88465"/>
                      <a:pt x="379612" y="88465"/>
                      <a:pt x="382167" y="90486"/>
                    </a:cubicBezTo>
                    <a:lnTo>
                      <a:pt x="487908" y="181754"/>
                    </a:lnTo>
                    <a:cubicBezTo>
                      <a:pt x="529696" y="163161"/>
                      <a:pt x="573426" y="149301"/>
                      <a:pt x="618291" y="140422"/>
                    </a:cubicBezTo>
                    <a:lnTo>
                      <a:pt x="652321" y="5346"/>
                    </a:lnTo>
                    <a:cubicBezTo>
                      <a:pt x="653181" y="2230"/>
                      <a:pt x="655997" y="52"/>
                      <a:pt x="659231" y="0"/>
                    </a:cubicBezTo>
                    <a:lnTo>
                      <a:pt x="812039" y="0"/>
                    </a:lnTo>
                    <a:cubicBezTo>
                      <a:pt x="815260" y="26"/>
                      <a:pt x="818050" y="2230"/>
                      <a:pt x="818819" y="5346"/>
                    </a:cubicBezTo>
                    <a:lnTo>
                      <a:pt x="852719" y="139510"/>
                    </a:lnTo>
                    <a:cubicBezTo>
                      <a:pt x="933595" y="154647"/>
                      <a:pt x="1010547" y="186056"/>
                      <a:pt x="1078933" y="231821"/>
                    </a:cubicBezTo>
                    <a:lnTo>
                      <a:pt x="1196278" y="162066"/>
                    </a:lnTo>
                    <a:cubicBezTo>
                      <a:pt x="1199029" y="160345"/>
                      <a:pt x="1202614" y="160788"/>
                      <a:pt x="1204883" y="163109"/>
                    </a:cubicBezTo>
                    <a:lnTo>
                      <a:pt x="1312840" y="271066"/>
                    </a:lnTo>
                    <a:cubicBezTo>
                      <a:pt x="1315082" y="273374"/>
                      <a:pt x="1315500" y="276894"/>
                      <a:pt x="1313883" y="279671"/>
                    </a:cubicBezTo>
                    <a:lnTo>
                      <a:pt x="1245302" y="397276"/>
                    </a:lnTo>
                    <a:cubicBezTo>
                      <a:pt x="1271952" y="436170"/>
                      <a:pt x="1294039" y="477997"/>
                      <a:pt x="1311145" y="521922"/>
                    </a:cubicBezTo>
                    <a:lnTo>
                      <a:pt x="1444918" y="532223"/>
                    </a:lnTo>
                    <a:cubicBezTo>
                      <a:pt x="1448138" y="532484"/>
                      <a:pt x="1450772" y="534896"/>
                      <a:pt x="1451306" y="538090"/>
                    </a:cubicBezTo>
                    <a:lnTo>
                      <a:pt x="1477383" y="688552"/>
                    </a:lnTo>
                    <a:cubicBezTo>
                      <a:pt x="1477879" y="691720"/>
                      <a:pt x="1476236" y="694849"/>
                      <a:pt x="1473341" y="696244"/>
                    </a:cubicBezTo>
                    <a:lnTo>
                      <a:pt x="1352085" y="751396"/>
                    </a:lnTo>
                    <a:cubicBezTo>
                      <a:pt x="1351616" y="799090"/>
                      <a:pt x="1345579" y="846563"/>
                      <a:pt x="1334092" y="892862"/>
                    </a:cubicBezTo>
                    <a:lnTo>
                      <a:pt x="1436052" y="977089"/>
                    </a:lnTo>
                    <a:cubicBezTo>
                      <a:pt x="1438516" y="979110"/>
                      <a:pt x="1439324" y="982526"/>
                      <a:pt x="1438007" y="985433"/>
                    </a:cubicBezTo>
                    <a:lnTo>
                      <a:pt x="1373468" y="1123900"/>
                    </a:lnTo>
                    <a:cubicBezTo>
                      <a:pt x="1372099" y="1126821"/>
                      <a:pt x="1368957" y="1128476"/>
                      <a:pt x="1365775" y="1127942"/>
                    </a:cubicBezTo>
                    <a:lnTo>
                      <a:pt x="1235392" y="1103951"/>
                    </a:lnTo>
                    <a:cubicBezTo>
                      <a:pt x="1207256" y="1142675"/>
                      <a:pt x="1174803" y="1178061"/>
                      <a:pt x="1138649" y="1209431"/>
                    </a:cubicBezTo>
                    <a:lnTo>
                      <a:pt x="1173722" y="1336554"/>
                    </a:lnTo>
                    <a:cubicBezTo>
                      <a:pt x="1174582" y="1339671"/>
                      <a:pt x="1173252" y="1342995"/>
                      <a:pt x="1170462" y="1344638"/>
                    </a:cubicBezTo>
                    <a:lnTo>
                      <a:pt x="1038123" y="1421042"/>
                    </a:lnTo>
                    <a:cubicBezTo>
                      <a:pt x="1035346" y="1422568"/>
                      <a:pt x="1031904" y="1422085"/>
                      <a:pt x="1029648" y="1419869"/>
                    </a:cubicBezTo>
                    <a:lnTo>
                      <a:pt x="936685" y="1325472"/>
                    </a:lnTo>
                    <a:cubicBezTo>
                      <a:pt x="891560" y="1340922"/>
                      <a:pt x="844779" y="1351027"/>
                      <a:pt x="797306" y="1355590"/>
                    </a:cubicBezTo>
                    <a:lnTo>
                      <a:pt x="752976" y="1480888"/>
                    </a:lnTo>
                    <a:cubicBezTo>
                      <a:pt x="752129" y="1483326"/>
                      <a:pt x="750042" y="1485113"/>
                      <a:pt x="747500" y="1485582"/>
                    </a:cubicBezTo>
                    <a:close/>
                    <a:moveTo>
                      <a:pt x="601341" y="1458723"/>
                    </a:moveTo>
                    <a:lnTo>
                      <a:pt x="742676" y="1470979"/>
                    </a:lnTo>
                    <a:lnTo>
                      <a:pt x="786745" y="1346594"/>
                    </a:lnTo>
                    <a:cubicBezTo>
                      <a:pt x="787632" y="1343999"/>
                      <a:pt x="790005" y="1342200"/>
                      <a:pt x="792743" y="1342030"/>
                    </a:cubicBezTo>
                    <a:cubicBezTo>
                      <a:pt x="842106" y="1337624"/>
                      <a:pt x="890725" y="1327062"/>
                      <a:pt x="937468" y="1310608"/>
                    </a:cubicBezTo>
                    <a:cubicBezTo>
                      <a:pt x="940062" y="1309695"/>
                      <a:pt x="942957" y="1310360"/>
                      <a:pt x="944900" y="1312303"/>
                    </a:cubicBezTo>
                    <a:lnTo>
                      <a:pt x="1037080" y="1406048"/>
                    </a:lnTo>
                    <a:lnTo>
                      <a:pt x="1159901" y="1335120"/>
                    </a:lnTo>
                    <a:lnTo>
                      <a:pt x="1124958" y="1208779"/>
                    </a:lnTo>
                    <a:cubicBezTo>
                      <a:pt x="1124189" y="1206158"/>
                      <a:pt x="1125063" y="1203329"/>
                      <a:pt x="1127175" y="1201608"/>
                    </a:cubicBezTo>
                    <a:cubicBezTo>
                      <a:pt x="1165038" y="1169351"/>
                      <a:pt x="1198807" y="1132570"/>
                      <a:pt x="1227700" y="1092087"/>
                    </a:cubicBezTo>
                    <a:cubicBezTo>
                      <a:pt x="1229291" y="1089831"/>
                      <a:pt x="1232029" y="1088723"/>
                      <a:pt x="1234741" y="1089218"/>
                    </a:cubicBezTo>
                    <a:lnTo>
                      <a:pt x="1363689" y="1112948"/>
                    </a:lnTo>
                    <a:lnTo>
                      <a:pt x="1423665" y="984521"/>
                    </a:lnTo>
                    <a:lnTo>
                      <a:pt x="1322488" y="900945"/>
                    </a:lnTo>
                    <a:cubicBezTo>
                      <a:pt x="1320272" y="899224"/>
                      <a:pt x="1319346" y="896330"/>
                      <a:pt x="1320141" y="893644"/>
                    </a:cubicBezTo>
                    <a:cubicBezTo>
                      <a:pt x="1332384" y="845624"/>
                      <a:pt x="1338643" y="796261"/>
                      <a:pt x="1338786" y="746702"/>
                    </a:cubicBezTo>
                    <a:cubicBezTo>
                      <a:pt x="1338799" y="743938"/>
                      <a:pt x="1340429" y="741435"/>
                      <a:pt x="1342958" y="740314"/>
                    </a:cubicBezTo>
                    <a:lnTo>
                      <a:pt x="1463302" y="685423"/>
                    </a:lnTo>
                    <a:lnTo>
                      <a:pt x="1438659" y="545782"/>
                    </a:lnTo>
                    <a:lnTo>
                      <a:pt x="1305799" y="535482"/>
                    </a:lnTo>
                    <a:cubicBezTo>
                      <a:pt x="1303074" y="535287"/>
                      <a:pt x="1300727" y="533487"/>
                      <a:pt x="1299801" y="530919"/>
                    </a:cubicBezTo>
                    <a:cubicBezTo>
                      <a:pt x="1282421" y="485167"/>
                      <a:pt x="1259474" y="441724"/>
                      <a:pt x="1231481" y="401579"/>
                    </a:cubicBezTo>
                    <a:cubicBezTo>
                      <a:pt x="1229994" y="399232"/>
                      <a:pt x="1229994" y="396233"/>
                      <a:pt x="1231481" y="393887"/>
                    </a:cubicBezTo>
                    <a:lnTo>
                      <a:pt x="1299932" y="278237"/>
                    </a:lnTo>
                    <a:lnTo>
                      <a:pt x="1199668" y="177972"/>
                    </a:lnTo>
                    <a:lnTo>
                      <a:pt x="1083105" y="247206"/>
                    </a:lnTo>
                    <a:cubicBezTo>
                      <a:pt x="1080811" y="248705"/>
                      <a:pt x="1077838" y="248705"/>
                      <a:pt x="1075543" y="247206"/>
                    </a:cubicBezTo>
                    <a:cubicBezTo>
                      <a:pt x="1006584" y="200437"/>
                      <a:pt x="928589" y="168624"/>
                      <a:pt x="846591" y="153852"/>
                    </a:cubicBezTo>
                    <a:cubicBezTo>
                      <a:pt x="843853" y="153369"/>
                      <a:pt x="841663" y="151322"/>
                      <a:pt x="840984" y="148636"/>
                    </a:cubicBezTo>
                    <a:lnTo>
                      <a:pt x="807215" y="15385"/>
                    </a:lnTo>
                    <a:lnTo>
                      <a:pt x="665228" y="15385"/>
                    </a:lnTo>
                    <a:lnTo>
                      <a:pt x="631459" y="149549"/>
                    </a:lnTo>
                    <a:cubicBezTo>
                      <a:pt x="630755" y="152222"/>
                      <a:pt x="628565" y="154256"/>
                      <a:pt x="625853" y="154764"/>
                    </a:cubicBezTo>
                    <a:cubicBezTo>
                      <a:pt x="579058" y="163669"/>
                      <a:pt x="533503" y="178116"/>
                      <a:pt x="490124" y="197791"/>
                    </a:cubicBezTo>
                    <a:cubicBezTo>
                      <a:pt x="487621" y="198964"/>
                      <a:pt x="484661" y="198547"/>
                      <a:pt x="482562" y="196748"/>
                    </a:cubicBezTo>
                    <a:lnTo>
                      <a:pt x="377604" y="105480"/>
                    </a:lnTo>
                    <a:lnTo>
                      <a:pt x="261433" y="186708"/>
                    </a:lnTo>
                    <a:lnTo>
                      <a:pt x="311109" y="317091"/>
                    </a:lnTo>
                    <a:cubicBezTo>
                      <a:pt x="312087" y="319659"/>
                      <a:pt x="311474" y="322567"/>
                      <a:pt x="309544" y="324523"/>
                    </a:cubicBezTo>
                    <a:cubicBezTo>
                      <a:pt x="276349" y="358514"/>
                      <a:pt x="247247" y="396272"/>
                      <a:pt x="222839" y="437043"/>
                    </a:cubicBezTo>
                    <a:cubicBezTo>
                      <a:pt x="221405" y="439377"/>
                      <a:pt x="218785" y="440694"/>
                      <a:pt x="216060" y="440433"/>
                    </a:cubicBezTo>
                    <a:lnTo>
                      <a:pt x="77723" y="426221"/>
                    </a:lnTo>
                    <a:lnTo>
                      <a:pt x="29221" y="559473"/>
                    </a:lnTo>
                    <a:lnTo>
                      <a:pt x="143697" y="637702"/>
                    </a:lnTo>
                    <a:cubicBezTo>
                      <a:pt x="146018" y="639228"/>
                      <a:pt x="147204" y="642005"/>
                      <a:pt x="146696" y="644743"/>
                    </a:cubicBezTo>
                    <a:cubicBezTo>
                      <a:pt x="141115" y="677873"/>
                      <a:pt x="138273" y="711408"/>
                      <a:pt x="138221" y="745007"/>
                    </a:cubicBezTo>
                    <a:cubicBezTo>
                      <a:pt x="138221" y="758046"/>
                      <a:pt x="138221" y="771084"/>
                      <a:pt x="139916" y="787382"/>
                    </a:cubicBezTo>
                    <a:cubicBezTo>
                      <a:pt x="140033" y="790107"/>
                      <a:pt x="138625" y="792675"/>
                      <a:pt x="136265" y="794031"/>
                    </a:cubicBezTo>
                    <a:lnTo>
                      <a:pt x="15791" y="861309"/>
                    </a:lnTo>
                    <a:lnTo>
                      <a:pt x="52560" y="998211"/>
                    </a:lnTo>
                    <a:lnTo>
                      <a:pt x="189201" y="995734"/>
                    </a:lnTo>
                    <a:lnTo>
                      <a:pt x="189201" y="995734"/>
                    </a:lnTo>
                    <a:cubicBezTo>
                      <a:pt x="191939" y="995721"/>
                      <a:pt x="194429" y="997298"/>
                      <a:pt x="195590" y="999775"/>
                    </a:cubicBezTo>
                    <a:cubicBezTo>
                      <a:pt x="216203" y="1043532"/>
                      <a:pt x="242032" y="1084642"/>
                      <a:pt x="272515" y="1122205"/>
                    </a:cubicBezTo>
                    <a:cubicBezTo>
                      <a:pt x="274223" y="1124304"/>
                      <a:pt x="274575" y="1127186"/>
                      <a:pt x="273428" y="1129637"/>
                    </a:cubicBezTo>
                    <a:lnTo>
                      <a:pt x="214495" y="1251936"/>
                    </a:lnTo>
                    <a:lnTo>
                      <a:pt x="323104" y="1343204"/>
                    </a:lnTo>
                    <a:lnTo>
                      <a:pt x="432104" y="1264974"/>
                    </a:lnTo>
                    <a:cubicBezTo>
                      <a:pt x="434451" y="1263488"/>
                      <a:pt x="437449" y="1263488"/>
                      <a:pt x="439796" y="1264974"/>
                    </a:cubicBezTo>
                    <a:cubicBezTo>
                      <a:pt x="482288" y="1289382"/>
                      <a:pt x="527609" y="1308522"/>
                      <a:pt x="574743" y="1321951"/>
                    </a:cubicBezTo>
                    <a:cubicBezTo>
                      <a:pt x="577389" y="1322669"/>
                      <a:pt x="579371" y="1324859"/>
                      <a:pt x="579828" y="1327558"/>
                    </a:cubicBezTo>
                    <a:close/>
                    <a:moveTo>
                      <a:pt x="738504" y="1132766"/>
                    </a:moveTo>
                    <a:cubicBezTo>
                      <a:pt x="523985" y="1132688"/>
                      <a:pt x="350145" y="958744"/>
                      <a:pt x="350224" y="744225"/>
                    </a:cubicBezTo>
                    <a:cubicBezTo>
                      <a:pt x="350302" y="529706"/>
                      <a:pt x="524245" y="355867"/>
                      <a:pt x="738764" y="355945"/>
                    </a:cubicBezTo>
                    <a:cubicBezTo>
                      <a:pt x="953231" y="356023"/>
                      <a:pt x="1127044" y="529889"/>
                      <a:pt x="1127044" y="744356"/>
                    </a:cubicBezTo>
                    <a:cubicBezTo>
                      <a:pt x="1126679" y="958744"/>
                      <a:pt x="952892" y="1132414"/>
                      <a:pt x="738504" y="1132636"/>
                    </a:cubicBezTo>
                    <a:close/>
                    <a:moveTo>
                      <a:pt x="738504" y="370026"/>
                    </a:moveTo>
                    <a:cubicBezTo>
                      <a:pt x="531769" y="370026"/>
                      <a:pt x="364174" y="537621"/>
                      <a:pt x="364174" y="744356"/>
                    </a:cubicBezTo>
                    <a:cubicBezTo>
                      <a:pt x="364174" y="951090"/>
                      <a:pt x="531769" y="1118685"/>
                      <a:pt x="738504" y="1118685"/>
                    </a:cubicBezTo>
                    <a:cubicBezTo>
                      <a:pt x="945238" y="1118685"/>
                      <a:pt x="1112833" y="951090"/>
                      <a:pt x="1112833" y="744356"/>
                    </a:cubicBezTo>
                    <a:cubicBezTo>
                      <a:pt x="1112689" y="537660"/>
                      <a:pt x="945199" y="370118"/>
                      <a:pt x="738504" y="36989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796" name="Google Shape;796;p75"/>
              <p:cNvSpPr/>
              <p:nvPr/>
            </p:nvSpPr>
            <p:spPr>
              <a:xfrm>
                <a:off x="6160586" y="2392657"/>
                <a:ext cx="73464" cy="173729"/>
              </a:xfrm>
              <a:custGeom>
                <a:rect b="b" l="l" r="r" t="t"/>
                <a:pathLst>
                  <a:path extrusionOk="0" h="173729" w="73464">
                    <a:moveTo>
                      <a:pt x="52408" y="173729"/>
                    </a:moveTo>
                    <a:cubicBezTo>
                      <a:pt x="43229" y="173703"/>
                      <a:pt x="35106" y="167745"/>
                      <a:pt x="32329" y="158996"/>
                    </a:cubicBezTo>
                    <a:cubicBezTo>
                      <a:pt x="18196" y="115031"/>
                      <a:pt x="7465" y="70049"/>
                      <a:pt x="255" y="24441"/>
                    </a:cubicBezTo>
                    <a:cubicBezTo>
                      <a:pt x="-1544" y="12889"/>
                      <a:pt x="6370" y="2054"/>
                      <a:pt x="17922" y="255"/>
                    </a:cubicBezTo>
                    <a:cubicBezTo>
                      <a:pt x="29474" y="-1544"/>
                      <a:pt x="40309" y="6370"/>
                      <a:pt x="42108" y="17922"/>
                    </a:cubicBezTo>
                    <a:cubicBezTo>
                      <a:pt x="49005" y="61352"/>
                      <a:pt x="59201" y="104209"/>
                      <a:pt x="72618" y="146088"/>
                    </a:cubicBezTo>
                    <a:cubicBezTo>
                      <a:pt x="75799" y="157040"/>
                      <a:pt x="69749" y="168553"/>
                      <a:pt x="58927" y="172165"/>
                    </a:cubicBezTo>
                    <a:cubicBezTo>
                      <a:pt x="56867" y="173064"/>
                      <a:pt x="54651" y="173599"/>
                      <a:pt x="52408" y="173729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797" name="Google Shape;797;p75"/>
              <p:cNvSpPr/>
              <p:nvPr/>
            </p:nvSpPr>
            <p:spPr>
              <a:xfrm>
                <a:off x="6150150" y="1372824"/>
                <a:ext cx="1592671" cy="947920"/>
              </a:xfrm>
              <a:custGeom>
                <a:rect b="b" l="l" r="r" t="t"/>
                <a:pathLst>
                  <a:path extrusionOk="0" h="947920" w="1592671">
                    <a:moveTo>
                      <a:pt x="21252" y="947921"/>
                    </a:moveTo>
                    <a:cubicBezTo>
                      <a:pt x="9766" y="947921"/>
                      <a:pt x="352" y="938807"/>
                      <a:pt x="0" y="927321"/>
                    </a:cubicBezTo>
                    <a:cubicBezTo>
                      <a:pt x="0" y="919106"/>
                      <a:pt x="0" y="910892"/>
                      <a:pt x="0" y="902678"/>
                    </a:cubicBezTo>
                    <a:cubicBezTo>
                      <a:pt x="117" y="404016"/>
                      <a:pt x="404461" y="-123"/>
                      <a:pt x="903123" y="0"/>
                    </a:cubicBezTo>
                    <a:cubicBezTo>
                      <a:pt x="1166144" y="65"/>
                      <a:pt x="1416062" y="114814"/>
                      <a:pt x="1587541" y="314261"/>
                    </a:cubicBezTo>
                    <a:cubicBezTo>
                      <a:pt x="1595168" y="323114"/>
                      <a:pt x="1594178" y="336491"/>
                      <a:pt x="1585325" y="344118"/>
                    </a:cubicBezTo>
                    <a:cubicBezTo>
                      <a:pt x="1576472" y="351746"/>
                      <a:pt x="1563094" y="350755"/>
                      <a:pt x="1555467" y="341902"/>
                    </a:cubicBezTo>
                    <a:cubicBezTo>
                      <a:pt x="1245834" y="-18645"/>
                      <a:pt x="702542" y="-59916"/>
                      <a:pt x="341994" y="249721"/>
                    </a:cubicBezTo>
                    <a:cubicBezTo>
                      <a:pt x="151635" y="413195"/>
                      <a:pt x="42114" y="651626"/>
                      <a:pt x="42114" y="902548"/>
                    </a:cubicBezTo>
                    <a:cubicBezTo>
                      <a:pt x="42114" y="910371"/>
                      <a:pt x="42114" y="918194"/>
                      <a:pt x="42114" y="926017"/>
                    </a:cubicBezTo>
                    <a:cubicBezTo>
                      <a:pt x="42479" y="937673"/>
                      <a:pt x="33326" y="947426"/>
                      <a:pt x="21657" y="947791"/>
                    </a:cubicBezTo>
                    <a:cubicBezTo>
                      <a:pt x="21617" y="947791"/>
                      <a:pt x="21565" y="947791"/>
                      <a:pt x="21513" y="94779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798" name="Google Shape;798;p75"/>
              <p:cNvSpPr/>
              <p:nvPr/>
            </p:nvSpPr>
            <p:spPr>
              <a:xfrm>
                <a:off x="7625432" y="1620850"/>
                <a:ext cx="178754" cy="192966"/>
              </a:xfrm>
              <a:custGeom>
                <a:rect b="b" l="l" r="r" t="t"/>
                <a:pathLst>
                  <a:path extrusionOk="0" h="192966" w="178754">
                    <a:moveTo>
                      <a:pt x="155416" y="0"/>
                    </a:moveTo>
                    <a:lnTo>
                      <a:pt x="178755" y="192967"/>
                    </a:lnTo>
                    <a:lnTo>
                      <a:pt x="0" y="116823"/>
                    </a:lnTo>
                    <a:lnTo>
                      <a:pt x="155416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799" name="Google Shape;799;p75"/>
            <p:cNvGrpSpPr/>
            <p:nvPr/>
          </p:nvGrpSpPr>
          <p:grpSpPr>
            <a:xfrm>
              <a:off x="7567967" y="2334044"/>
              <a:ext cx="1372636" cy="1390272"/>
              <a:chOff x="7567967" y="2334044"/>
              <a:chExt cx="1372636" cy="1390272"/>
            </a:xfrm>
          </p:grpSpPr>
          <p:sp>
            <p:nvSpPr>
              <p:cNvPr id="800" name="Google Shape;800;p75"/>
              <p:cNvSpPr/>
              <p:nvPr/>
            </p:nvSpPr>
            <p:spPr>
              <a:xfrm>
                <a:off x="7574582" y="2341867"/>
                <a:ext cx="1224816" cy="1222599"/>
              </a:xfrm>
              <a:custGeom>
                <a:rect b="b" l="l" r="r" t="t"/>
                <a:pathLst>
                  <a:path extrusionOk="0" h="1222599" w="1224816">
                    <a:moveTo>
                      <a:pt x="1117772" y="613712"/>
                    </a:moveTo>
                    <a:lnTo>
                      <a:pt x="1224816" y="581768"/>
                    </a:lnTo>
                    <a:lnTo>
                      <a:pt x="1197175" y="425309"/>
                    </a:lnTo>
                    <a:lnTo>
                      <a:pt x="1084916" y="432089"/>
                    </a:lnTo>
                    <a:cubicBezTo>
                      <a:pt x="1070260" y="393548"/>
                      <a:pt x="1050951" y="356949"/>
                      <a:pt x="1027417" y="323089"/>
                    </a:cubicBezTo>
                    <a:lnTo>
                      <a:pt x="1097954" y="234168"/>
                    </a:lnTo>
                    <a:lnTo>
                      <a:pt x="985564" y="122299"/>
                    </a:lnTo>
                    <a:lnTo>
                      <a:pt x="895861" y="193488"/>
                    </a:lnTo>
                    <a:cubicBezTo>
                      <a:pt x="837788" y="154243"/>
                      <a:pt x="772153" y="127593"/>
                      <a:pt x="703155" y="115259"/>
                    </a:cubicBezTo>
                    <a:lnTo>
                      <a:pt x="690117" y="0"/>
                    </a:lnTo>
                    <a:lnTo>
                      <a:pt x="531049" y="0"/>
                    </a:lnTo>
                    <a:lnTo>
                      <a:pt x="518011" y="116041"/>
                    </a:lnTo>
                    <a:cubicBezTo>
                      <a:pt x="478584" y="123525"/>
                      <a:pt x="440199" y="135703"/>
                      <a:pt x="403666" y="152287"/>
                    </a:cubicBezTo>
                    <a:lnTo>
                      <a:pt x="325436" y="64540"/>
                    </a:lnTo>
                    <a:lnTo>
                      <a:pt x="195053" y="155808"/>
                    </a:lnTo>
                    <a:lnTo>
                      <a:pt x="250987" y="259201"/>
                    </a:lnTo>
                    <a:cubicBezTo>
                      <a:pt x="222994" y="287755"/>
                      <a:pt x="198482" y="319529"/>
                      <a:pt x="177973" y="353859"/>
                    </a:cubicBezTo>
                    <a:lnTo>
                      <a:pt x="63757" y="326609"/>
                    </a:lnTo>
                    <a:lnTo>
                      <a:pt x="9779" y="474333"/>
                    </a:lnTo>
                    <a:lnTo>
                      <a:pt x="114085" y="526486"/>
                    </a:lnTo>
                    <a:cubicBezTo>
                      <a:pt x="109313" y="554349"/>
                      <a:pt x="106914" y="582577"/>
                      <a:pt x="106914" y="610844"/>
                    </a:cubicBezTo>
                    <a:cubicBezTo>
                      <a:pt x="106914" y="622839"/>
                      <a:pt x="106914" y="634704"/>
                      <a:pt x="108348" y="646569"/>
                    </a:cubicBezTo>
                    <a:lnTo>
                      <a:pt x="0" y="689334"/>
                    </a:lnTo>
                    <a:lnTo>
                      <a:pt x="41071" y="842795"/>
                    </a:lnTo>
                    <a:lnTo>
                      <a:pt x="154895" y="825975"/>
                    </a:lnTo>
                    <a:cubicBezTo>
                      <a:pt x="172379" y="862822"/>
                      <a:pt x="194271" y="897412"/>
                      <a:pt x="220086" y="928978"/>
                    </a:cubicBezTo>
                    <a:lnTo>
                      <a:pt x="156981" y="1024548"/>
                    </a:lnTo>
                    <a:lnTo>
                      <a:pt x="278759" y="1126638"/>
                    </a:lnTo>
                    <a:lnTo>
                      <a:pt x="360900" y="1048408"/>
                    </a:lnTo>
                    <a:cubicBezTo>
                      <a:pt x="396690" y="1068996"/>
                      <a:pt x="434879" y="1085111"/>
                      <a:pt x="474594" y="1096389"/>
                    </a:cubicBezTo>
                    <a:lnTo>
                      <a:pt x="477592" y="1208779"/>
                    </a:lnTo>
                    <a:lnTo>
                      <a:pt x="635877" y="1222600"/>
                    </a:lnTo>
                    <a:lnTo>
                      <a:pt x="658303" y="1113469"/>
                    </a:lnTo>
                    <a:cubicBezTo>
                      <a:pt x="699817" y="1109845"/>
                      <a:pt x="740718" y="1101083"/>
                      <a:pt x="780081" y="1087393"/>
                    </a:cubicBezTo>
                    <a:lnTo>
                      <a:pt x="846185" y="1176444"/>
                    </a:lnTo>
                    <a:lnTo>
                      <a:pt x="983739" y="1097041"/>
                    </a:lnTo>
                    <a:lnTo>
                      <a:pt x="939800" y="995603"/>
                    </a:lnTo>
                    <a:cubicBezTo>
                      <a:pt x="971639" y="968419"/>
                      <a:pt x="1000050" y="937466"/>
                      <a:pt x="1024418" y="903423"/>
                    </a:cubicBezTo>
                    <a:lnTo>
                      <a:pt x="1129506" y="938365"/>
                    </a:lnTo>
                    <a:lnTo>
                      <a:pt x="1196654" y="794944"/>
                    </a:lnTo>
                    <a:lnTo>
                      <a:pt x="1101865" y="737315"/>
                    </a:lnTo>
                    <a:cubicBezTo>
                      <a:pt x="1112283" y="696935"/>
                      <a:pt x="1117629" y="655408"/>
                      <a:pt x="1117772" y="613712"/>
                    </a:cubicBezTo>
                    <a:close/>
                    <a:moveTo>
                      <a:pt x="929760" y="611496"/>
                    </a:moveTo>
                    <a:cubicBezTo>
                      <a:pt x="929760" y="786769"/>
                      <a:pt x="787682" y="928847"/>
                      <a:pt x="612408" y="928847"/>
                    </a:cubicBezTo>
                    <a:cubicBezTo>
                      <a:pt x="437135" y="928847"/>
                      <a:pt x="295056" y="786769"/>
                      <a:pt x="295056" y="611496"/>
                    </a:cubicBezTo>
                    <a:cubicBezTo>
                      <a:pt x="295056" y="436222"/>
                      <a:pt x="437135" y="294144"/>
                      <a:pt x="612408" y="294144"/>
                    </a:cubicBezTo>
                    <a:cubicBezTo>
                      <a:pt x="612448" y="294144"/>
                      <a:pt x="612500" y="294144"/>
                      <a:pt x="612539" y="294144"/>
                    </a:cubicBezTo>
                    <a:cubicBezTo>
                      <a:pt x="787734" y="294144"/>
                      <a:pt x="929760" y="436170"/>
                      <a:pt x="929760" y="611365"/>
                    </a:cubicBezTo>
                    <a:cubicBezTo>
                      <a:pt x="929760" y="611404"/>
                      <a:pt x="929760" y="611456"/>
                      <a:pt x="929760" y="611496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01" name="Google Shape;801;p75"/>
              <p:cNvSpPr/>
              <p:nvPr/>
            </p:nvSpPr>
            <p:spPr>
              <a:xfrm>
                <a:off x="7567967" y="2334044"/>
                <a:ext cx="1238465" cy="1238383"/>
              </a:xfrm>
              <a:custGeom>
                <a:rect b="b" l="l" r="r" t="t"/>
                <a:pathLst>
                  <a:path extrusionOk="0" h="1238383" w="1238465">
                    <a:moveTo>
                      <a:pt x="642362" y="1238376"/>
                    </a:moveTo>
                    <a:lnTo>
                      <a:pt x="641710" y="1238376"/>
                    </a:lnTo>
                    <a:lnTo>
                      <a:pt x="483556" y="1225338"/>
                    </a:lnTo>
                    <a:cubicBezTo>
                      <a:pt x="479970" y="1225077"/>
                      <a:pt x="477154" y="1222157"/>
                      <a:pt x="477037" y="1218558"/>
                    </a:cubicBezTo>
                    <a:lnTo>
                      <a:pt x="474168" y="1111253"/>
                    </a:lnTo>
                    <a:cubicBezTo>
                      <a:pt x="437348" y="1100418"/>
                      <a:pt x="401884" y="1085463"/>
                      <a:pt x="368427" y="1066662"/>
                    </a:cubicBezTo>
                    <a:lnTo>
                      <a:pt x="290198" y="1140850"/>
                    </a:lnTo>
                    <a:cubicBezTo>
                      <a:pt x="287525" y="1143236"/>
                      <a:pt x="283483" y="1143236"/>
                      <a:pt x="280810" y="1140850"/>
                    </a:cubicBezTo>
                    <a:lnTo>
                      <a:pt x="159033" y="1038760"/>
                    </a:lnTo>
                    <a:cubicBezTo>
                      <a:pt x="156295" y="1036400"/>
                      <a:pt x="155734" y="1032384"/>
                      <a:pt x="157729" y="1029372"/>
                    </a:cubicBezTo>
                    <a:lnTo>
                      <a:pt x="217966" y="938104"/>
                    </a:lnTo>
                    <a:cubicBezTo>
                      <a:pt x="194471" y="908521"/>
                      <a:pt x="174313" y="876420"/>
                      <a:pt x="157859" y="842403"/>
                    </a:cubicBezTo>
                    <a:lnTo>
                      <a:pt x="49120" y="858571"/>
                    </a:lnTo>
                    <a:cubicBezTo>
                      <a:pt x="45548" y="859145"/>
                      <a:pt x="42144" y="856876"/>
                      <a:pt x="41297" y="853356"/>
                    </a:cubicBezTo>
                    <a:lnTo>
                      <a:pt x="226" y="699634"/>
                    </a:lnTo>
                    <a:cubicBezTo>
                      <a:pt x="-673" y="696166"/>
                      <a:pt x="1178" y="692567"/>
                      <a:pt x="4529" y="691290"/>
                    </a:cubicBezTo>
                    <a:lnTo>
                      <a:pt x="108053" y="650349"/>
                    </a:lnTo>
                    <a:cubicBezTo>
                      <a:pt x="107271" y="638745"/>
                      <a:pt x="107010" y="628836"/>
                      <a:pt x="107010" y="619318"/>
                    </a:cubicBezTo>
                    <a:cubicBezTo>
                      <a:pt x="107023" y="592381"/>
                      <a:pt x="109161" y="565483"/>
                      <a:pt x="113399" y="538872"/>
                    </a:cubicBezTo>
                    <a:lnTo>
                      <a:pt x="13265" y="488936"/>
                    </a:lnTo>
                    <a:cubicBezTo>
                      <a:pt x="10031" y="487358"/>
                      <a:pt x="8506" y="483590"/>
                      <a:pt x="9745" y="480200"/>
                    </a:cubicBezTo>
                    <a:lnTo>
                      <a:pt x="64114" y="330911"/>
                    </a:lnTo>
                    <a:cubicBezTo>
                      <a:pt x="65431" y="327587"/>
                      <a:pt x="68964" y="325709"/>
                      <a:pt x="72459" y="326479"/>
                    </a:cubicBezTo>
                    <a:lnTo>
                      <a:pt x="181589" y="352555"/>
                    </a:lnTo>
                    <a:cubicBezTo>
                      <a:pt x="200912" y="320950"/>
                      <a:pt x="223598" y="291523"/>
                      <a:pt x="249258" y="264807"/>
                    </a:cubicBezTo>
                    <a:lnTo>
                      <a:pt x="195801" y="165977"/>
                    </a:lnTo>
                    <a:cubicBezTo>
                      <a:pt x="194106" y="162809"/>
                      <a:pt x="195057" y="158884"/>
                      <a:pt x="198017" y="156851"/>
                    </a:cubicBezTo>
                    <a:lnTo>
                      <a:pt x="328400" y="65583"/>
                    </a:lnTo>
                    <a:cubicBezTo>
                      <a:pt x="331360" y="63496"/>
                      <a:pt x="335428" y="64005"/>
                      <a:pt x="337788" y="66756"/>
                    </a:cubicBezTo>
                    <a:lnTo>
                      <a:pt x="412106" y="150592"/>
                    </a:lnTo>
                    <a:cubicBezTo>
                      <a:pt x="446018" y="135585"/>
                      <a:pt x="481483" y="124346"/>
                      <a:pt x="517846" y="117084"/>
                    </a:cubicBezTo>
                    <a:lnTo>
                      <a:pt x="530885" y="6258"/>
                    </a:lnTo>
                    <a:cubicBezTo>
                      <a:pt x="531341" y="2712"/>
                      <a:pt x="534340" y="39"/>
                      <a:pt x="537925" y="0"/>
                    </a:cubicBezTo>
                    <a:lnTo>
                      <a:pt x="696862" y="0"/>
                    </a:lnTo>
                    <a:cubicBezTo>
                      <a:pt x="700408" y="39"/>
                      <a:pt x="703381" y="2725"/>
                      <a:pt x="703772" y="6258"/>
                    </a:cubicBezTo>
                    <a:lnTo>
                      <a:pt x="716810" y="116432"/>
                    </a:lnTo>
                    <a:cubicBezTo>
                      <a:pt x="783215" y="129027"/>
                      <a:pt x="846437" y="154790"/>
                      <a:pt x="902736" y="192184"/>
                    </a:cubicBezTo>
                    <a:lnTo>
                      <a:pt x="988398" y="124255"/>
                    </a:lnTo>
                    <a:cubicBezTo>
                      <a:pt x="991097" y="121921"/>
                      <a:pt x="995087" y="121921"/>
                      <a:pt x="997786" y="124255"/>
                    </a:cubicBezTo>
                    <a:lnTo>
                      <a:pt x="1110045" y="236645"/>
                    </a:lnTo>
                    <a:cubicBezTo>
                      <a:pt x="1112431" y="239318"/>
                      <a:pt x="1112431" y="243359"/>
                      <a:pt x="1110045" y="246032"/>
                    </a:cubicBezTo>
                    <a:lnTo>
                      <a:pt x="1042767" y="330781"/>
                    </a:lnTo>
                    <a:cubicBezTo>
                      <a:pt x="1064359" y="362438"/>
                      <a:pt x="1082339" y="396429"/>
                      <a:pt x="1096355" y="432089"/>
                    </a:cubicBezTo>
                    <a:lnTo>
                      <a:pt x="1203399" y="425700"/>
                    </a:lnTo>
                    <a:cubicBezTo>
                      <a:pt x="1206998" y="425504"/>
                      <a:pt x="1210179" y="428021"/>
                      <a:pt x="1210831" y="431567"/>
                    </a:cubicBezTo>
                    <a:lnTo>
                      <a:pt x="1238342" y="588026"/>
                    </a:lnTo>
                    <a:cubicBezTo>
                      <a:pt x="1239020" y="591560"/>
                      <a:pt x="1236856" y="595028"/>
                      <a:pt x="1233387" y="595980"/>
                    </a:cubicBezTo>
                    <a:lnTo>
                      <a:pt x="1131428" y="626359"/>
                    </a:lnTo>
                    <a:cubicBezTo>
                      <a:pt x="1130906" y="665161"/>
                      <a:pt x="1126004" y="703780"/>
                      <a:pt x="1116825" y="741487"/>
                    </a:cubicBezTo>
                    <a:lnTo>
                      <a:pt x="1206789" y="796769"/>
                    </a:lnTo>
                    <a:cubicBezTo>
                      <a:pt x="1209814" y="798673"/>
                      <a:pt x="1210987" y="802506"/>
                      <a:pt x="1209527" y="805766"/>
                    </a:cubicBezTo>
                    <a:lnTo>
                      <a:pt x="1142380" y="949187"/>
                    </a:lnTo>
                    <a:cubicBezTo>
                      <a:pt x="1140855" y="952407"/>
                      <a:pt x="1137191" y="954024"/>
                      <a:pt x="1133775" y="952968"/>
                    </a:cubicBezTo>
                    <a:lnTo>
                      <a:pt x="1033510" y="919590"/>
                    </a:lnTo>
                    <a:cubicBezTo>
                      <a:pt x="1010745" y="951038"/>
                      <a:pt x="984499" y="979814"/>
                      <a:pt x="955281" y="1005382"/>
                    </a:cubicBezTo>
                    <a:lnTo>
                      <a:pt x="997133" y="1102126"/>
                    </a:lnTo>
                    <a:cubicBezTo>
                      <a:pt x="998555" y="1105386"/>
                      <a:pt x="997316" y="1109180"/>
                      <a:pt x="994265" y="1110992"/>
                    </a:cubicBezTo>
                    <a:lnTo>
                      <a:pt x="856581" y="1190395"/>
                    </a:lnTo>
                    <a:cubicBezTo>
                      <a:pt x="853517" y="1192234"/>
                      <a:pt x="849566" y="1191438"/>
                      <a:pt x="847454" y="1188570"/>
                    </a:cubicBezTo>
                    <a:lnTo>
                      <a:pt x="784349" y="1103560"/>
                    </a:lnTo>
                    <a:cubicBezTo>
                      <a:pt x="747633" y="1116012"/>
                      <a:pt x="709626" y="1124239"/>
                      <a:pt x="671046" y="1128072"/>
                    </a:cubicBezTo>
                    <a:lnTo>
                      <a:pt x="649663" y="1232379"/>
                    </a:lnTo>
                    <a:cubicBezTo>
                      <a:pt x="649129" y="1235951"/>
                      <a:pt x="645974" y="1238546"/>
                      <a:pt x="642362" y="1238376"/>
                    </a:cubicBezTo>
                    <a:close/>
                    <a:moveTo>
                      <a:pt x="490988" y="1210865"/>
                    </a:moveTo>
                    <a:lnTo>
                      <a:pt x="636756" y="1223904"/>
                    </a:lnTo>
                    <a:lnTo>
                      <a:pt x="657747" y="1120901"/>
                    </a:lnTo>
                    <a:cubicBezTo>
                      <a:pt x="658425" y="1117837"/>
                      <a:pt x="661007" y="1115568"/>
                      <a:pt x="664136" y="1115295"/>
                    </a:cubicBezTo>
                    <a:cubicBezTo>
                      <a:pt x="705089" y="1111605"/>
                      <a:pt x="745416" y="1102843"/>
                      <a:pt x="784218" y="1089218"/>
                    </a:cubicBezTo>
                    <a:cubicBezTo>
                      <a:pt x="787165" y="1088201"/>
                      <a:pt x="790438" y="1089205"/>
                      <a:pt x="792302" y="1091695"/>
                    </a:cubicBezTo>
                    <a:lnTo>
                      <a:pt x="854625" y="1175662"/>
                    </a:lnTo>
                    <a:lnTo>
                      <a:pt x="981357" y="1102517"/>
                    </a:lnTo>
                    <a:lnTo>
                      <a:pt x="939765" y="1006816"/>
                    </a:lnTo>
                    <a:cubicBezTo>
                      <a:pt x="938605" y="1003935"/>
                      <a:pt x="939387" y="1000649"/>
                      <a:pt x="941721" y="998602"/>
                    </a:cubicBezTo>
                    <a:cubicBezTo>
                      <a:pt x="973221" y="971795"/>
                      <a:pt x="1001202" y="941129"/>
                      <a:pt x="1025036" y="907334"/>
                    </a:cubicBezTo>
                    <a:cubicBezTo>
                      <a:pt x="1026913" y="904857"/>
                      <a:pt x="1030147" y="903814"/>
                      <a:pt x="1033119" y="904726"/>
                    </a:cubicBezTo>
                    <a:lnTo>
                      <a:pt x="1132210" y="937844"/>
                    </a:lnTo>
                    <a:lnTo>
                      <a:pt x="1194012" y="805244"/>
                    </a:lnTo>
                    <a:lnTo>
                      <a:pt x="1104960" y="750484"/>
                    </a:lnTo>
                    <a:cubicBezTo>
                      <a:pt x="1102339" y="748828"/>
                      <a:pt x="1101075" y="745672"/>
                      <a:pt x="1101831" y="742660"/>
                    </a:cubicBezTo>
                    <a:cubicBezTo>
                      <a:pt x="1112040" y="702829"/>
                      <a:pt x="1117255" y="661875"/>
                      <a:pt x="1117346" y="620753"/>
                    </a:cubicBezTo>
                    <a:cubicBezTo>
                      <a:pt x="1117360" y="617649"/>
                      <a:pt x="1119433" y="614924"/>
                      <a:pt x="1122432" y="614103"/>
                    </a:cubicBezTo>
                    <a:lnTo>
                      <a:pt x="1223348" y="583985"/>
                    </a:lnTo>
                    <a:lnTo>
                      <a:pt x="1197923" y="439912"/>
                    </a:lnTo>
                    <a:lnTo>
                      <a:pt x="1092052" y="446300"/>
                    </a:lnTo>
                    <a:cubicBezTo>
                      <a:pt x="1088949" y="446535"/>
                      <a:pt x="1086055" y="444671"/>
                      <a:pt x="1085012" y="441737"/>
                    </a:cubicBezTo>
                    <a:cubicBezTo>
                      <a:pt x="1070539" y="403756"/>
                      <a:pt x="1051490" y="367680"/>
                      <a:pt x="1028295" y="334302"/>
                    </a:cubicBezTo>
                    <a:cubicBezTo>
                      <a:pt x="1026431" y="331837"/>
                      <a:pt x="1026431" y="328421"/>
                      <a:pt x="1028295" y="325957"/>
                    </a:cubicBezTo>
                    <a:lnTo>
                      <a:pt x="1094790" y="241990"/>
                    </a:lnTo>
                    <a:lnTo>
                      <a:pt x="991136" y="139118"/>
                    </a:lnTo>
                    <a:lnTo>
                      <a:pt x="906387" y="206396"/>
                    </a:lnTo>
                    <a:cubicBezTo>
                      <a:pt x="903923" y="208260"/>
                      <a:pt x="900507" y="208260"/>
                      <a:pt x="898042" y="206396"/>
                    </a:cubicBezTo>
                    <a:cubicBezTo>
                      <a:pt x="840857" y="167529"/>
                      <a:pt x="776135" y="141139"/>
                      <a:pt x="708075" y="128949"/>
                    </a:cubicBezTo>
                    <a:cubicBezTo>
                      <a:pt x="705024" y="128388"/>
                      <a:pt x="702690" y="125911"/>
                      <a:pt x="702338" y="122821"/>
                    </a:cubicBezTo>
                    <a:lnTo>
                      <a:pt x="689300" y="13690"/>
                    </a:lnTo>
                    <a:lnTo>
                      <a:pt x="543923" y="13690"/>
                    </a:lnTo>
                    <a:lnTo>
                      <a:pt x="530885" y="123473"/>
                    </a:lnTo>
                    <a:cubicBezTo>
                      <a:pt x="530637" y="126549"/>
                      <a:pt x="528329" y="129079"/>
                      <a:pt x="525278" y="129601"/>
                    </a:cubicBezTo>
                    <a:cubicBezTo>
                      <a:pt x="486437" y="137019"/>
                      <a:pt x="448613" y="149054"/>
                      <a:pt x="412627" y="165456"/>
                    </a:cubicBezTo>
                    <a:cubicBezTo>
                      <a:pt x="409785" y="166681"/>
                      <a:pt x="406473" y="165951"/>
                      <a:pt x="404413" y="163630"/>
                    </a:cubicBezTo>
                    <a:lnTo>
                      <a:pt x="330747" y="80707"/>
                    </a:lnTo>
                    <a:lnTo>
                      <a:pt x="210925" y="164543"/>
                    </a:lnTo>
                    <a:lnTo>
                      <a:pt x="263861" y="262330"/>
                    </a:lnTo>
                    <a:cubicBezTo>
                      <a:pt x="265282" y="265081"/>
                      <a:pt x="264812" y="268419"/>
                      <a:pt x="262687" y="270675"/>
                    </a:cubicBezTo>
                    <a:cubicBezTo>
                      <a:pt x="235059" y="298811"/>
                      <a:pt x="210899" y="330155"/>
                      <a:pt x="190716" y="364029"/>
                    </a:cubicBezTo>
                    <a:cubicBezTo>
                      <a:pt x="189047" y="366636"/>
                      <a:pt x="185931" y="367940"/>
                      <a:pt x="182893" y="367288"/>
                    </a:cubicBezTo>
                    <a:lnTo>
                      <a:pt x="74805" y="341212"/>
                    </a:lnTo>
                    <a:lnTo>
                      <a:pt x="24869" y="478635"/>
                    </a:lnTo>
                    <a:lnTo>
                      <a:pt x="123699" y="528050"/>
                    </a:lnTo>
                    <a:cubicBezTo>
                      <a:pt x="126463" y="529485"/>
                      <a:pt x="128001" y="532536"/>
                      <a:pt x="127480" y="535613"/>
                    </a:cubicBezTo>
                    <a:cubicBezTo>
                      <a:pt x="122826" y="563097"/>
                      <a:pt x="120465" y="590921"/>
                      <a:pt x="120439" y="618797"/>
                    </a:cubicBezTo>
                    <a:cubicBezTo>
                      <a:pt x="120439" y="629358"/>
                      <a:pt x="120439" y="640571"/>
                      <a:pt x="121873" y="654000"/>
                    </a:cubicBezTo>
                    <a:cubicBezTo>
                      <a:pt x="122043" y="657051"/>
                      <a:pt x="120270" y="659880"/>
                      <a:pt x="117440" y="661041"/>
                    </a:cubicBezTo>
                    <a:lnTo>
                      <a:pt x="14960" y="701590"/>
                    </a:lnTo>
                    <a:lnTo>
                      <a:pt x="52771" y="842795"/>
                    </a:lnTo>
                    <a:lnTo>
                      <a:pt x="160337" y="826888"/>
                    </a:lnTo>
                    <a:cubicBezTo>
                      <a:pt x="163440" y="826431"/>
                      <a:pt x="166465" y="828074"/>
                      <a:pt x="167768" y="830930"/>
                    </a:cubicBezTo>
                    <a:cubicBezTo>
                      <a:pt x="184927" y="867215"/>
                      <a:pt x="206375" y="901310"/>
                      <a:pt x="231656" y="932498"/>
                    </a:cubicBezTo>
                    <a:cubicBezTo>
                      <a:pt x="233482" y="934975"/>
                      <a:pt x="233482" y="938365"/>
                      <a:pt x="231656" y="940842"/>
                    </a:cubicBezTo>
                    <a:lnTo>
                      <a:pt x="172071" y="1031198"/>
                    </a:lnTo>
                    <a:lnTo>
                      <a:pt x="284070" y="1125204"/>
                    </a:lnTo>
                    <a:lnTo>
                      <a:pt x="362299" y="1051798"/>
                    </a:lnTo>
                    <a:cubicBezTo>
                      <a:pt x="364529" y="1049608"/>
                      <a:pt x="367945" y="1049178"/>
                      <a:pt x="370644" y="1050755"/>
                    </a:cubicBezTo>
                    <a:cubicBezTo>
                      <a:pt x="405873" y="1071095"/>
                      <a:pt x="443502" y="1087002"/>
                      <a:pt x="482643" y="1098084"/>
                    </a:cubicBezTo>
                    <a:cubicBezTo>
                      <a:pt x="485616" y="1098879"/>
                      <a:pt x="487741" y="1101526"/>
                      <a:pt x="487858" y="1104603"/>
                    </a:cubicBezTo>
                    <a:close/>
                    <a:moveTo>
                      <a:pt x="619154" y="943320"/>
                    </a:moveTo>
                    <a:cubicBezTo>
                      <a:pt x="439995" y="943320"/>
                      <a:pt x="294761" y="798086"/>
                      <a:pt x="294761" y="618927"/>
                    </a:cubicBezTo>
                    <a:cubicBezTo>
                      <a:pt x="294761" y="439768"/>
                      <a:pt x="439995" y="294535"/>
                      <a:pt x="619154" y="294535"/>
                    </a:cubicBezTo>
                    <a:cubicBezTo>
                      <a:pt x="798313" y="294535"/>
                      <a:pt x="943546" y="439768"/>
                      <a:pt x="943546" y="618927"/>
                    </a:cubicBezTo>
                    <a:cubicBezTo>
                      <a:pt x="943546" y="798151"/>
                      <a:pt x="798378" y="943489"/>
                      <a:pt x="619154" y="943711"/>
                    </a:cubicBezTo>
                    <a:close/>
                    <a:moveTo>
                      <a:pt x="619154" y="308616"/>
                    </a:moveTo>
                    <a:cubicBezTo>
                      <a:pt x="447778" y="308538"/>
                      <a:pt x="308790" y="447422"/>
                      <a:pt x="308712" y="618797"/>
                    </a:cubicBezTo>
                    <a:cubicBezTo>
                      <a:pt x="308634" y="790172"/>
                      <a:pt x="447518" y="929160"/>
                      <a:pt x="618893" y="929238"/>
                    </a:cubicBezTo>
                    <a:cubicBezTo>
                      <a:pt x="790268" y="929317"/>
                      <a:pt x="929256" y="790433"/>
                      <a:pt x="929335" y="619058"/>
                    </a:cubicBezTo>
                    <a:cubicBezTo>
                      <a:pt x="929335" y="619018"/>
                      <a:pt x="929335" y="618966"/>
                      <a:pt x="929335" y="618927"/>
                    </a:cubicBezTo>
                    <a:cubicBezTo>
                      <a:pt x="928904" y="447839"/>
                      <a:pt x="790242" y="309294"/>
                      <a:pt x="619154" y="30900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02" name="Google Shape;802;p75"/>
              <p:cNvSpPr/>
              <p:nvPr/>
            </p:nvSpPr>
            <p:spPr>
              <a:xfrm>
                <a:off x="7694039" y="2627918"/>
                <a:ext cx="1244319" cy="1096398"/>
              </a:xfrm>
              <a:custGeom>
                <a:rect b="b" l="l" r="r" t="t"/>
                <a:pathLst>
                  <a:path extrusionOk="0" h="1096398" w="1244319">
                    <a:moveTo>
                      <a:pt x="487996" y="1096398"/>
                    </a:moveTo>
                    <a:cubicBezTo>
                      <a:pt x="312697" y="1095968"/>
                      <a:pt x="142964" y="1034832"/>
                      <a:pt x="7666" y="923380"/>
                    </a:cubicBezTo>
                    <a:cubicBezTo>
                      <a:pt x="-1330" y="915923"/>
                      <a:pt x="-2595" y="902584"/>
                      <a:pt x="4863" y="893588"/>
                    </a:cubicBezTo>
                    <a:cubicBezTo>
                      <a:pt x="12321" y="884591"/>
                      <a:pt x="25659" y="883327"/>
                      <a:pt x="34655" y="890785"/>
                    </a:cubicBezTo>
                    <a:cubicBezTo>
                      <a:pt x="338121" y="1141667"/>
                      <a:pt x="787512" y="1099045"/>
                      <a:pt x="1038395" y="795579"/>
                    </a:cubicBezTo>
                    <a:cubicBezTo>
                      <a:pt x="1215820" y="580969"/>
                      <a:pt x="1252066" y="282679"/>
                      <a:pt x="1131175" y="31823"/>
                    </a:cubicBezTo>
                    <a:cubicBezTo>
                      <a:pt x="1125334" y="21640"/>
                      <a:pt x="1128867" y="8654"/>
                      <a:pt x="1139050" y="2812"/>
                    </a:cubicBezTo>
                    <a:cubicBezTo>
                      <a:pt x="1149233" y="-3016"/>
                      <a:pt x="1162219" y="505"/>
                      <a:pt x="1168060" y="10688"/>
                    </a:cubicBezTo>
                    <a:cubicBezTo>
                      <a:pt x="1168556" y="11574"/>
                      <a:pt x="1168999" y="12487"/>
                      <a:pt x="1169377" y="13439"/>
                    </a:cubicBezTo>
                    <a:cubicBezTo>
                      <a:pt x="1350335" y="389293"/>
                      <a:pt x="1192338" y="840679"/>
                      <a:pt x="816496" y="1021624"/>
                    </a:cubicBezTo>
                    <a:cubicBezTo>
                      <a:pt x="714015" y="1070961"/>
                      <a:pt x="601729" y="1096529"/>
                      <a:pt x="487996" y="109639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03" name="Google Shape;803;p75"/>
              <p:cNvSpPr/>
              <p:nvPr/>
            </p:nvSpPr>
            <p:spPr>
              <a:xfrm>
                <a:off x="8772018" y="2530792"/>
                <a:ext cx="168585" cy="194400"/>
              </a:xfrm>
              <a:custGeom>
                <a:rect b="b" l="l" r="r" t="t"/>
                <a:pathLst>
                  <a:path extrusionOk="0" h="194400" w="168585">
                    <a:moveTo>
                      <a:pt x="652" y="194401"/>
                    </a:moveTo>
                    <a:lnTo>
                      <a:pt x="0" y="0"/>
                    </a:lnTo>
                    <a:lnTo>
                      <a:pt x="168585" y="96614"/>
                    </a:lnTo>
                    <a:lnTo>
                      <a:pt x="652" y="19440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804" name="Google Shape;804;p75"/>
            <p:cNvGrpSpPr/>
            <p:nvPr/>
          </p:nvGrpSpPr>
          <p:grpSpPr>
            <a:xfrm>
              <a:off x="5716757" y="2701775"/>
              <a:ext cx="2100989" cy="2869805"/>
              <a:chOff x="5716757" y="2701775"/>
              <a:chExt cx="2100989" cy="2869805"/>
            </a:xfrm>
          </p:grpSpPr>
          <p:sp>
            <p:nvSpPr>
              <p:cNvPr id="805" name="Google Shape;805;p75"/>
              <p:cNvSpPr/>
              <p:nvPr/>
            </p:nvSpPr>
            <p:spPr>
              <a:xfrm>
                <a:off x="5716757" y="5232585"/>
                <a:ext cx="1347376" cy="338995"/>
              </a:xfrm>
              <a:custGeom>
                <a:rect b="b" l="l" r="r" t="t"/>
                <a:pathLst>
                  <a:path extrusionOk="0" h="338995" w="1347376">
                    <a:moveTo>
                      <a:pt x="1347376" y="169497"/>
                    </a:moveTo>
                    <a:cubicBezTo>
                      <a:pt x="1347376" y="263108"/>
                      <a:pt x="1045756" y="338995"/>
                      <a:pt x="673688" y="338995"/>
                    </a:cubicBezTo>
                    <a:cubicBezTo>
                      <a:pt x="301620" y="338995"/>
                      <a:pt x="0" y="263108"/>
                      <a:pt x="0" y="169497"/>
                    </a:cubicBezTo>
                    <a:cubicBezTo>
                      <a:pt x="0" y="75887"/>
                      <a:pt x="301621" y="0"/>
                      <a:pt x="673688" y="0"/>
                    </a:cubicBezTo>
                    <a:cubicBezTo>
                      <a:pt x="1045756" y="0"/>
                      <a:pt x="1347376" y="75887"/>
                      <a:pt x="1347376" y="16949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06" name="Google Shape;806;p75"/>
              <p:cNvSpPr/>
              <p:nvPr/>
            </p:nvSpPr>
            <p:spPr>
              <a:xfrm>
                <a:off x="7044315" y="4907931"/>
                <a:ext cx="766259" cy="353076"/>
              </a:xfrm>
              <a:custGeom>
                <a:rect b="b" l="l" r="r" t="t"/>
                <a:pathLst>
                  <a:path extrusionOk="0" h="353076" w="766259">
                    <a:moveTo>
                      <a:pt x="765347" y="353077"/>
                    </a:moveTo>
                    <a:cubicBezTo>
                      <a:pt x="765347" y="345514"/>
                      <a:pt x="766260" y="337952"/>
                      <a:pt x="766260" y="330129"/>
                    </a:cubicBezTo>
                    <a:cubicBezTo>
                      <a:pt x="766260" y="147593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129"/>
                    </a:cubicBezTo>
                    <a:cubicBezTo>
                      <a:pt x="0" y="337952"/>
                      <a:pt x="0" y="345514"/>
                      <a:pt x="1043" y="3530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07" name="Google Shape;807;p75"/>
              <p:cNvSpPr/>
              <p:nvPr/>
            </p:nvSpPr>
            <p:spPr>
              <a:xfrm>
                <a:off x="7037275" y="4900891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8"/>
                    </a:moveTo>
                    <a:lnTo>
                      <a:pt x="8084" y="367288"/>
                    </a:lnTo>
                    <a:cubicBezTo>
                      <a:pt x="4394" y="367301"/>
                      <a:pt x="1317" y="364446"/>
                      <a:pt x="1043" y="360769"/>
                    </a:cubicBezTo>
                    <a:cubicBezTo>
                      <a:pt x="391" y="351903"/>
                      <a:pt x="0" y="344341"/>
                      <a:pt x="0" y="337170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170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20"/>
                      <a:pt x="776052" y="367236"/>
                      <a:pt x="772388" y="367288"/>
                    </a:cubicBezTo>
                    <a:close/>
                    <a:moveTo>
                      <a:pt x="14603" y="353468"/>
                    </a:moveTo>
                    <a:lnTo>
                      <a:pt x="765608" y="353468"/>
                    </a:lnTo>
                    <a:cubicBezTo>
                      <a:pt x="765608" y="347731"/>
                      <a:pt x="765608" y="342516"/>
                      <a:pt x="765608" y="337561"/>
                    </a:cubicBezTo>
                    <a:cubicBezTo>
                      <a:pt x="765608" y="159458"/>
                      <a:pt x="596893" y="14472"/>
                      <a:pt x="389584" y="14472"/>
                    </a:cubicBezTo>
                    <a:cubicBezTo>
                      <a:pt x="182275" y="14472"/>
                      <a:pt x="13429" y="159458"/>
                      <a:pt x="13429" y="337561"/>
                    </a:cubicBezTo>
                    <a:cubicBezTo>
                      <a:pt x="14081" y="342255"/>
                      <a:pt x="14342" y="347340"/>
                      <a:pt x="14603" y="35346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08" name="Google Shape;808;p75"/>
              <p:cNvSpPr/>
              <p:nvPr/>
            </p:nvSpPr>
            <p:spPr>
              <a:xfrm>
                <a:off x="7044315" y="4939354"/>
                <a:ext cx="766259" cy="353076"/>
              </a:xfrm>
              <a:custGeom>
                <a:rect b="b" l="l" r="r" t="t"/>
                <a:pathLst>
                  <a:path extrusionOk="0" h="353076" w="766259">
                    <a:moveTo>
                      <a:pt x="765347" y="353077"/>
                    </a:moveTo>
                    <a:cubicBezTo>
                      <a:pt x="765347" y="345514"/>
                      <a:pt x="766260" y="337822"/>
                      <a:pt x="766260" y="330129"/>
                    </a:cubicBezTo>
                    <a:cubicBezTo>
                      <a:pt x="766260" y="147593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129"/>
                    </a:cubicBezTo>
                    <a:cubicBezTo>
                      <a:pt x="0" y="337822"/>
                      <a:pt x="0" y="345514"/>
                      <a:pt x="1043" y="35307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09" name="Google Shape;809;p75"/>
              <p:cNvSpPr/>
              <p:nvPr/>
            </p:nvSpPr>
            <p:spPr>
              <a:xfrm>
                <a:off x="7037275" y="4932313"/>
                <a:ext cx="780471" cy="367158"/>
              </a:xfrm>
              <a:custGeom>
                <a:rect b="b" l="l" r="r" t="t"/>
                <a:pathLst>
                  <a:path extrusionOk="0" h="367158" w="780471">
                    <a:moveTo>
                      <a:pt x="772388" y="367158"/>
                    </a:moveTo>
                    <a:lnTo>
                      <a:pt x="8084" y="367158"/>
                    </a:lnTo>
                    <a:cubicBezTo>
                      <a:pt x="4433" y="367171"/>
                      <a:pt x="1382" y="364407"/>
                      <a:pt x="1043" y="360769"/>
                    </a:cubicBezTo>
                    <a:cubicBezTo>
                      <a:pt x="391" y="351773"/>
                      <a:pt x="0" y="344341"/>
                      <a:pt x="0" y="337170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170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07"/>
                      <a:pt x="776038" y="367171"/>
                      <a:pt x="772388" y="367158"/>
                    </a:cubicBezTo>
                    <a:close/>
                    <a:moveTo>
                      <a:pt x="14603" y="353077"/>
                    </a:moveTo>
                    <a:lnTo>
                      <a:pt x="765608" y="353077"/>
                    </a:lnTo>
                    <a:cubicBezTo>
                      <a:pt x="765608" y="347340"/>
                      <a:pt x="765608" y="342125"/>
                      <a:pt x="765608" y="337170"/>
                    </a:cubicBezTo>
                    <a:cubicBezTo>
                      <a:pt x="765608" y="159067"/>
                      <a:pt x="596893" y="14082"/>
                      <a:pt x="389584" y="14082"/>
                    </a:cubicBezTo>
                    <a:cubicBezTo>
                      <a:pt x="182275" y="14082"/>
                      <a:pt x="13429" y="159067"/>
                      <a:pt x="13429" y="337170"/>
                    </a:cubicBezTo>
                    <a:cubicBezTo>
                      <a:pt x="14081" y="342125"/>
                      <a:pt x="14342" y="347340"/>
                      <a:pt x="14603" y="35307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10" name="Google Shape;810;p75"/>
              <p:cNvSpPr/>
              <p:nvPr/>
            </p:nvSpPr>
            <p:spPr>
              <a:xfrm>
                <a:off x="6559174" y="3157334"/>
                <a:ext cx="615784" cy="645539"/>
              </a:xfrm>
              <a:custGeom>
                <a:rect b="b" l="l" r="r" t="t"/>
                <a:pathLst>
                  <a:path extrusionOk="0" h="645539" w="615784">
                    <a:moveTo>
                      <a:pt x="45099" y="5033"/>
                    </a:moveTo>
                    <a:lnTo>
                      <a:pt x="308603" y="421606"/>
                    </a:lnTo>
                    <a:lnTo>
                      <a:pt x="598183" y="258627"/>
                    </a:lnTo>
                    <a:lnTo>
                      <a:pt x="615785" y="399962"/>
                    </a:lnTo>
                    <a:cubicBezTo>
                      <a:pt x="615785" y="399962"/>
                      <a:pt x="336896" y="619397"/>
                      <a:pt x="298042" y="636737"/>
                    </a:cubicBezTo>
                    <a:cubicBezTo>
                      <a:pt x="259188" y="654078"/>
                      <a:pt x="188520" y="643908"/>
                      <a:pt x="170919" y="622656"/>
                    </a:cubicBezTo>
                    <a:cubicBezTo>
                      <a:pt x="153317" y="601404"/>
                      <a:pt x="5072" y="76091"/>
                      <a:pt x="5072" y="76091"/>
                    </a:cubicBezTo>
                    <a:cubicBezTo>
                      <a:pt x="5072" y="76091"/>
                      <a:pt x="-21005" y="-23130"/>
                      <a:pt x="45099" y="50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11" name="Google Shape;811;p75"/>
              <p:cNvSpPr/>
              <p:nvPr/>
            </p:nvSpPr>
            <p:spPr>
              <a:xfrm>
                <a:off x="6552042" y="3149579"/>
                <a:ext cx="630022" cy="660808"/>
              </a:xfrm>
              <a:custGeom>
                <a:rect b="b" l="l" r="r" t="t"/>
                <a:pathLst>
                  <a:path extrusionOk="0" h="660808" w="630022">
                    <a:moveTo>
                      <a:pt x="255498" y="660790"/>
                    </a:moveTo>
                    <a:cubicBezTo>
                      <a:pt x="221338" y="660790"/>
                      <a:pt x="186004" y="651402"/>
                      <a:pt x="172575" y="634714"/>
                    </a:cubicBezTo>
                    <a:cubicBezTo>
                      <a:pt x="154452" y="612939"/>
                      <a:pt x="20418" y="139259"/>
                      <a:pt x="5294" y="84759"/>
                    </a:cubicBezTo>
                    <a:cubicBezTo>
                      <a:pt x="3599" y="78631"/>
                      <a:pt x="-9309" y="25695"/>
                      <a:pt x="12725" y="6529"/>
                    </a:cubicBezTo>
                    <a:cubicBezTo>
                      <a:pt x="22504" y="-1816"/>
                      <a:pt x="36716" y="-2207"/>
                      <a:pt x="54969" y="5616"/>
                    </a:cubicBezTo>
                    <a:cubicBezTo>
                      <a:pt x="56286" y="6151"/>
                      <a:pt x="57395" y="7116"/>
                      <a:pt x="58099" y="8354"/>
                    </a:cubicBezTo>
                    <a:lnTo>
                      <a:pt x="318082" y="419321"/>
                    </a:lnTo>
                    <a:lnTo>
                      <a:pt x="601795" y="260124"/>
                    </a:lnTo>
                    <a:cubicBezTo>
                      <a:pt x="603868" y="259015"/>
                      <a:pt x="606371" y="259015"/>
                      <a:pt x="608444" y="260124"/>
                    </a:cubicBezTo>
                    <a:cubicBezTo>
                      <a:pt x="610544" y="261219"/>
                      <a:pt x="612004" y="263253"/>
                      <a:pt x="612356" y="265600"/>
                    </a:cubicBezTo>
                    <a:lnTo>
                      <a:pt x="629958" y="406804"/>
                    </a:lnTo>
                    <a:cubicBezTo>
                      <a:pt x="630297" y="409242"/>
                      <a:pt x="629293" y="411681"/>
                      <a:pt x="627350" y="413193"/>
                    </a:cubicBezTo>
                    <a:cubicBezTo>
                      <a:pt x="615876" y="422190"/>
                      <a:pt x="347157" y="632888"/>
                      <a:pt x="308043" y="650751"/>
                    </a:cubicBezTo>
                    <a:cubicBezTo>
                      <a:pt x="291406" y="657674"/>
                      <a:pt x="273517" y="661090"/>
                      <a:pt x="255498" y="660790"/>
                    </a:cubicBezTo>
                    <a:close/>
                    <a:moveTo>
                      <a:pt x="31631" y="14743"/>
                    </a:moveTo>
                    <a:cubicBezTo>
                      <a:pt x="28150" y="14600"/>
                      <a:pt x="24721" y="15708"/>
                      <a:pt x="21983" y="17872"/>
                    </a:cubicBezTo>
                    <a:cubicBezTo>
                      <a:pt x="10378" y="27912"/>
                      <a:pt x="13899" y="62333"/>
                      <a:pt x="18853" y="81630"/>
                    </a:cubicBezTo>
                    <a:cubicBezTo>
                      <a:pt x="77917" y="291024"/>
                      <a:pt x="170489" y="609159"/>
                      <a:pt x="183527" y="626239"/>
                    </a:cubicBezTo>
                    <a:cubicBezTo>
                      <a:pt x="198912" y="644623"/>
                      <a:pt x="266450" y="654662"/>
                      <a:pt x="302175" y="638364"/>
                    </a:cubicBezTo>
                    <a:cubicBezTo>
                      <a:pt x="337900" y="622066"/>
                      <a:pt x="584584" y="429752"/>
                      <a:pt x="615094" y="405110"/>
                    </a:cubicBezTo>
                    <a:lnTo>
                      <a:pt x="599187" y="278247"/>
                    </a:lnTo>
                    <a:lnTo>
                      <a:pt x="319125" y="435880"/>
                    </a:lnTo>
                    <a:cubicBezTo>
                      <a:pt x="315839" y="437692"/>
                      <a:pt x="311706" y="436597"/>
                      <a:pt x="309738" y="433402"/>
                    </a:cubicBezTo>
                    <a:lnTo>
                      <a:pt x="47407" y="18655"/>
                    </a:lnTo>
                    <a:cubicBezTo>
                      <a:pt x="42426" y="16425"/>
                      <a:pt x="37081" y="15095"/>
                      <a:pt x="31631" y="147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12" name="Google Shape;812;p75"/>
              <p:cNvSpPr/>
              <p:nvPr/>
            </p:nvSpPr>
            <p:spPr>
              <a:xfrm>
                <a:off x="6941965" y="3352986"/>
                <a:ext cx="275368" cy="377849"/>
              </a:xfrm>
              <a:custGeom>
                <a:rect b="b" l="l" r="r" t="t"/>
                <a:pathLst>
                  <a:path extrusionOk="0" h="377849" w="275368">
                    <a:moveTo>
                      <a:pt x="201311" y="42374"/>
                    </a:moveTo>
                    <a:lnTo>
                      <a:pt x="0" y="169498"/>
                    </a:lnTo>
                    <a:lnTo>
                      <a:pt x="107044" y="377849"/>
                    </a:lnTo>
                    <a:lnTo>
                      <a:pt x="275368" y="194271"/>
                    </a:lnTo>
                    <a:lnTo>
                      <a:pt x="257767" y="0"/>
                    </a:lnTo>
                    <a:lnTo>
                      <a:pt x="201311" y="42374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13" name="Google Shape;813;p75"/>
              <p:cNvSpPr/>
              <p:nvPr/>
            </p:nvSpPr>
            <p:spPr>
              <a:xfrm>
                <a:off x="6934890" y="3346286"/>
                <a:ext cx="289538" cy="391606"/>
              </a:xfrm>
              <a:custGeom>
                <a:rect b="b" l="l" r="r" t="t"/>
                <a:pathLst>
                  <a:path extrusionOk="0" h="391606" w="289538">
                    <a:moveTo>
                      <a:pt x="114119" y="391590"/>
                    </a:moveTo>
                    <a:lnTo>
                      <a:pt x="113206" y="391590"/>
                    </a:lnTo>
                    <a:cubicBezTo>
                      <a:pt x="110951" y="391186"/>
                      <a:pt x="108995" y="389804"/>
                      <a:pt x="107861" y="387809"/>
                    </a:cubicBezTo>
                    <a:lnTo>
                      <a:pt x="816" y="179196"/>
                    </a:lnTo>
                    <a:cubicBezTo>
                      <a:pt x="-905" y="175937"/>
                      <a:pt x="177" y="171895"/>
                      <a:pt x="3293" y="169939"/>
                    </a:cubicBezTo>
                    <a:lnTo>
                      <a:pt x="204344" y="43598"/>
                    </a:lnTo>
                    <a:lnTo>
                      <a:pt x="260539" y="1485"/>
                    </a:lnTo>
                    <a:cubicBezTo>
                      <a:pt x="263603" y="-901"/>
                      <a:pt x="268036" y="-354"/>
                      <a:pt x="270422" y="2710"/>
                    </a:cubicBezTo>
                    <a:cubicBezTo>
                      <a:pt x="271256" y="3780"/>
                      <a:pt x="271765" y="5083"/>
                      <a:pt x="271882" y="6439"/>
                    </a:cubicBezTo>
                    <a:lnTo>
                      <a:pt x="289484" y="200710"/>
                    </a:lnTo>
                    <a:cubicBezTo>
                      <a:pt x="289745" y="202678"/>
                      <a:pt x="289067" y="204660"/>
                      <a:pt x="287659" y="206055"/>
                    </a:cubicBezTo>
                    <a:lnTo>
                      <a:pt x="119334" y="389765"/>
                    </a:lnTo>
                    <a:cubicBezTo>
                      <a:pt x="117913" y="391055"/>
                      <a:pt x="116036" y="391721"/>
                      <a:pt x="114119" y="391590"/>
                    </a:cubicBezTo>
                    <a:close/>
                    <a:moveTo>
                      <a:pt x="16332" y="178675"/>
                    </a:moveTo>
                    <a:lnTo>
                      <a:pt x="115814" y="372293"/>
                    </a:lnTo>
                    <a:lnTo>
                      <a:pt x="275142" y="198493"/>
                    </a:lnTo>
                    <a:lnTo>
                      <a:pt x="258974" y="19999"/>
                    </a:lnTo>
                    <a:lnTo>
                      <a:pt x="212558" y="54681"/>
                    </a:lnTo>
                    <a:lnTo>
                      <a:pt x="212558" y="54681"/>
                    </a:lnTo>
                    <a:close/>
                    <a:moveTo>
                      <a:pt x="208386" y="49074"/>
                    </a:moveTo>
                    <a:lnTo>
                      <a:pt x="208386" y="49074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14" name="Google Shape;814;p75"/>
              <p:cNvSpPr/>
              <p:nvPr/>
            </p:nvSpPr>
            <p:spPr>
              <a:xfrm>
                <a:off x="6312607" y="3857958"/>
                <a:ext cx="720870" cy="1274753"/>
              </a:xfrm>
              <a:custGeom>
                <a:rect b="b" l="l" r="r" t="t"/>
                <a:pathLst>
                  <a:path extrusionOk="0" h="1274753" w="720870">
                    <a:moveTo>
                      <a:pt x="0" y="279280"/>
                    </a:moveTo>
                    <a:lnTo>
                      <a:pt x="491543" y="773301"/>
                    </a:lnTo>
                    <a:cubicBezTo>
                      <a:pt x="491543" y="773301"/>
                      <a:pt x="367940" y="889863"/>
                      <a:pt x="279671" y="988823"/>
                    </a:cubicBezTo>
                    <a:cubicBezTo>
                      <a:pt x="191402" y="1087784"/>
                      <a:pt x="46677" y="1214777"/>
                      <a:pt x="46677" y="1214777"/>
                    </a:cubicBezTo>
                    <a:lnTo>
                      <a:pt x="96092" y="1274753"/>
                    </a:lnTo>
                    <a:cubicBezTo>
                      <a:pt x="96092" y="1274753"/>
                      <a:pt x="668212" y="844490"/>
                      <a:pt x="695853" y="815675"/>
                    </a:cubicBezTo>
                    <a:cubicBezTo>
                      <a:pt x="723494" y="786860"/>
                      <a:pt x="724146" y="730926"/>
                      <a:pt x="717106" y="656869"/>
                    </a:cubicBezTo>
                    <a:cubicBezTo>
                      <a:pt x="710065" y="582811"/>
                      <a:pt x="501713" y="0"/>
                      <a:pt x="50171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15" name="Google Shape;815;p75"/>
              <p:cNvSpPr/>
              <p:nvPr/>
            </p:nvSpPr>
            <p:spPr>
              <a:xfrm>
                <a:off x="6305525" y="3851195"/>
                <a:ext cx="736305" cy="1288775"/>
              </a:xfrm>
              <a:custGeom>
                <a:rect b="b" l="l" r="r" t="t"/>
                <a:pathLst>
                  <a:path extrusionOk="0" h="1288775" w="736305">
                    <a:moveTo>
                      <a:pt x="103174" y="1288688"/>
                    </a:moveTo>
                    <a:cubicBezTo>
                      <a:pt x="101049" y="1288675"/>
                      <a:pt x="99054" y="1287723"/>
                      <a:pt x="97698" y="1286080"/>
                    </a:cubicBezTo>
                    <a:lnTo>
                      <a:pt x="48283" y="1225974"/>
                    </a:lnTo>
                    <a:cubicBezTo>
                      <a:pt x="45858" y="1223040"/>
                      <a:pt x="46197" y="1218711"/>
                      <a:pt x="49065" y="1216195"/>
                    </a:cubicBezTo>
                    <a:cubicBezTo>
                      <a:pt x="50500" y="1215021"/>
                      <a:pt x="194573" y="1088289"/>
                      <a:pt x="281538" y="990893"/>
                    </a:cubicBezTo>
                    <a:cubicBezTo>
                      <a:pt x="358725" y="904449"/>
                      <a:pt x="464074" y="803403"/>
                      <a:pt x="488586" y="779934"/>
                    </a:cubicBezTo>
                    <a:lnTo>
                      <a:pt x="2128" y="290998"/>
                    </a:lnTo>
                    <a:cubicBezTo>
                      <a:pt x="576" y="289460"/>
                      <a:pt x="-193" y="287308"/>
                      <a:pt x="42" y="285131"/>
                    </a:cubicBezTo>
                    <a:cubicBezTo>
                      <a:pt x="393" y="282928"/>
                      <a:pt x="1736" y="280998"/>
                      <a:pt x="3692" y="279916"/>
                    </a:cubicBezTo>
                    <a:lnTo>
                      <a:pt x="506448" y="636"/>
                    </a:lnTo>
                    <a:cubicBezTo>
                      <a:pt x="508365" y="-212"/>
                      <a:pt x="510529" y="-212"/>
                      <a:pt x="512446" y="636"/>
                    </a:cubicBezTo>
                    <a:cubicBezTo>
                      <a:pt x="514376" y="1431"/>
                      <a:pt x="515875" y="2996"/>
                      <a:pt x="516618" y="4938"/>
                    </a:cubicBezTo>
                    <a:cubicBezTo>
                      <a:pt x="525093" y="28668"/>
                      <a:pt x="725231" y="589314"/>
                      <a:pt x="732402" y="663372"/>
                    </a:cubicBezTo>
                    <a:cubicBezTo>
                      <a:pt x="739964" y="743166"/>
                      <a:pt x="738660" y="798448"/>
                      <a:pt x="709194" y="828045"/>
                    </a:cubicBezTo>
                    <a:cubicBezTo>
                      <a:pt x="679727" y="857642"/>
                      <a:pt x="131467" y="1270173"/>
                      <a:pt x="108129" y="1287775"/>
                    </a:cubicBezTo>
                    <a:cubicBezTo>
                      <a:pt x="106630" y="1288622"/>
                      <a:pt x="104882" y="1288948"/>
                      <a:pt x="103174" y="1288688"/>
                    </a:cubicBezTo>
                    <a:close/>
                    <a:moveTo>
                      <a:pt x="64060" y="1222323"/>
                    </a:moveTo>
                    <a:lnTo>
                      <a:pt x="104869" y="1271868"/>
                    </a:lnTo>
                    <a:cubicBezTo>
                      <a:pt x="163281" y="1227799"/>
                      <a:pt x="672947" y="843561"/>
                      <a:pt x="699024" y="817484"/>
                    </a:cubicBezTo>
                    <a:cubicBezTo>
                      <a:pt x="725100" y="791407"/>
                      <a:pt x="725100" y="737690"/>
                      <a:pt x="718190" y="664284"/>
                    </a:cubicBezTo>
                    <a:cubicBezTo>
                      <a:pt x="711671" y="596485"/>
                      <a:pt x="530830" y="86688"/>
                      <a:pt x="505927" y="16933"/>
                    </a:cubicBezTo>
                    <a:lnTo>
                      <a:pt x="19208" y="287739"/>
                    </a:lnTo>
                    <a:lnTo>
                      <a:pt x="504232" y="775110"/>
                    </a:lnTo>
                    <a:cubicBezTo>
                      <a:pt x="505536" y="776492"/>
                      <a:pt x="506279" y="778304"/>
                      <a:pt x="506318" y="780195"/>
                    </a:cubicBezTo>
                    <a:cubicBezTo>
                      <a:pt x="506214" y="782098"/>
                      <a:pt x="505431" y="783911"/>
                      <a:pt x="504102" y="785279"/>
                    </a:cubicBezTo>
                    <a:cubicBezTo>
                      <a:pt x="502798" y="786453"/>
                      <a:pt x="379716" y="902624"/>
                      <a:pt x="292621" y="1000281"/>
                    </a:cubicBezTo>
                    <a:cubicBezTo>
                      <a:pt x="213869" y="1087768"/>
                      <a:pt x="90136" y="1198724"/>
                      <a:pt x="63147" y="122232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16" name="Google Shape;816;p75"/>
              <p:cNvSpPr/>
              <p:nvPr/>
            </p:nvSpPr>
            <p:spPr>
              <a:xfrm>
                <a:off x="6248718" y="4779243"/>
                <a:ext cx="445910" cy="557386"/>
              </a:xfrm>
              <a:custGeom>
                <a:rect b="b" l="l" r="r" t="t"/>
                <a:pathLst>
                  <a:path extrusionOk="0" h="557386" w="445910">
                    <a:moveTo>
                      <a:pt x="326740" y="0"/>
                    </a:moveTo>
                    <a:lnTo>
                      <a:pt x="445910" y="207961"/>
                    </a:lnTo>
                    <a:lnTo>
                      <a:pt x="204441" y="334302"/>
                    </a:lnTo>
                    <a:cubicBezTo>
                      <a:pt x="195940" y="362138"/>
                      <a:pt x="195940" y="391865"/>
                      <a:pt x="204441" y="419702"/>
                    </a:cubicBezTo>
                    <a:cubicBezTo>
                      <a:pt x="219305" y="460643"/>
                      <a:pt x="256594" y="501452"/>
                      <a:pt x="260115" y="524009"/>
                    </a:cubicBezTo>
                    <a:cubicBezTo>
                      <a:pt x="263635" y="546565"/>
                      <a:pt x="267547" y="557387"/>
                      <a:pt x="219305" y="557387"/>
                    </a:cubicBezTo>
                    <a:cubicBezTo>
                      <a:pt x="171063" y="557387"/>
                      <a:pt x="119040" y="516577"/>
                      <a:pt x="92964" y="486849"/>
                    </a:cubicBezTo>
                    <a:cubicBezTo>
                      <a:pt x="66887" y="457122"/>
                      <a:pt x="63237" y="375372"/>
                      <a:pt x="40811" y="341994"/>
                    </a:cubicBezTo>
                    <a:cubicBezTo>
                      <a:pt x="18385" y="308616"/>
                      <a:pt x="-18644" y="260244"/>
                      <a:pt x="11083" y="215653"/>
                    </a:cubicBezTo>
                    <a:cubicBezTo>
                      <a:pt x="40811" y="171062"/>
                      <a:pt x="100135" y="163500"/>
                      <a:pt x="100135" y="163500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17" name="Google Shape;817;p75"/>
              <p:cNvSpPr/>
              <p:nvPr/>
            </p:nvSpPr>
            <p:spPr>
              <a:xfrm>
                <a:off x="6241498" y="4771893"/>
                <a:ext cx="460182" cy="571516"/>
              </a:xfrm>
              <a:custGeom>
                <a:rect b="b" l="l" r="r" t="t"/>
                <a:pathLst>
                  <a:path extrusionOk="0" h="571516" w="460182">
                    <a:moveTo>
                      <a:pt x="226264" y="571517"/>
                    </a:moveTo>
                    <a:cubicBezTo>
                      <a:pt x="172807" y="571517"/>
                      <a:pt x="118438" y="525752"/>
                      <a:pt x="94708" y="498633"/>
                    </a:cubicBezTo>
                    <a:cubicBezTo>
                      <a:pt x="79584" y="481422"/>
                      <a:pt x="71761" y="449478"/>
                      <a:pt x="64198" y="418578"/>
                    </a:cubicBezTo>
                    <a:cubicBezTo>
                      <a:pt x="60078" y="395891"/>
                      <a:pt x="52660" y="373921"/>
                      <a:pt x="42164" y="353386"/>
                    </a:cubicBezTo>
                    <a:lnTo>
                      <a:pt x="37340" y="346215"/>
                    </a:lnTo>
                    <a:cubicBezTo>
                      <a:pt x="14001" y="311794"/>
                      <a:pt x="-17943" y="264726"/>
                      <a:pt x="12436" y="219222"/>
                    </a:cubicBezTo>
                    <a:cubicBezTo>
                      <a:pt x="40860" y="176457"/>
                      <a:pt x="93926" y="166156"/>
                      <a:pt x="104617" y="164461"/>
                    </a:cubicBezTo>
                    <a:lnTo>
                      <a:pt x="329788" y="2004"/>
                    </a:lnTo>
                    <a:cubicBezTo>
                      <a:pt x="331405" y="505"/>
                      <a:pt x="333595" y="-199"/>
                      <a:pt x="335786" y="49"/>
                    </a:cubicBezTo>
                    <a:cubicBezTo>
                      <a:pt x="337729" y="453"/>
                      <a:pt x="339397" y="1692"/>
                      <a:pt x="340349" y="3439"/>
                    </a:cubicBezTo>
                    <a:lnTo>
                      <a:pt x="459258" y="212051"/>
                    </a:lnTo>
                    <a:cubicBezTo>
                      <a:pt x="460197" y="213720"/>
                      <a:pt x="460432" y="215689"/>
                      <a:pt x="459910" y="217527"/>
                    </a:cubicBezTo>
                    <a:cubicBezTo>
                      <a:pt x="459389" y="219353"/>
                      <a:pt x="458111" y="220878"/>
                      <a:pt x="456390" y="221700"/>
                    </a:cubicBezTo>
                    <a:lnTo>
                      <a:pt x="217528" y="346606"/>
                    </a:lnTo>
                    <a:cubicBezTo>
                      <a:pt x="210240" y="372214"/>
                      <a:pt x="210514" y="399385"/>
                      <a:pt x="218311" y="424836"/>
                    </a:cubicBezTo>
                    <a:cubicBezTo>
                      <a:pt x="226864" y="445384"/>
                      <a:pt x="237568" y="464968"/>
                      <a:pt x="250255" y="483247"/>
                    </a:cubicBezTo>
                    <a:cubicBezTo>
                      <a:pt x="260907" y="497355"/>
                      <a:pt x="269069" y="513196"/>
                      <a:pt x="274375" y="530055"/>
                    </a:cubicBezTo>
                    <a:lnTo>
                      <a:pt x="274375" y="532402"/>
                    </a:lnTo>
                    <a:cubicBezTo>
                      <a:pt x="276201" y="543615"/>
                      <a:pt x="277896" y="553263"/>
                      <a:pt x="271377" y="560956"/>
                    </a:cubicBezTo>
                    <a:cubicBezTo>
                      <a:pt x="264858" y="568648"/>
                      <a:pt x="252341" y="571517"/>
                      <a:pt x="226264" y="571517"/>
                    </a:cubicBezTo>
                    <a:close/>
                    <a:moveTo>
                      <a:pt x="331744" y="17651"/>
                    </a:moveTo>
                    <a:lnTo>
                      <a:pt x="111527" y="176457"/>
                    </a:lnTo>
                    <a:cubicBezTo>
                      <a:pt x="110602" y="177213"/>
                      <a:pt x="109454" y="177656"/>
                      <a:pt x="108268" y="177761"/>
                    </a:cubicBezTo>
                    <a:cubicBezTo>
                      <a:pt x="108268" y="177761"/>
                      <a:pt x="51682" y="185453"/>
                      <a:pt x="24171" y="226654"/>
                    </a:cubicBezTo>
                    <a:cubicBezTo>
                      <a:pt x="-863" y="264204"/>
                      <a:pt x="26779" y="304884"/>
                      <a:pt x="48944" y="337871"/>
                    </a:cubicBezTo>
                    <a:lnTo>
                      <a:pt x="53898" y="345172"/>
                    </a:lnTo>
                    <a:cubicBezTo>
                      <a:pt x="65476" y="367142"/>
                      <a:pt x="73612" y="390754"/>
                      <a:pt x="78019" y="415188"/>
                    </a:cubicBezTo>
                    <a:cubicBezTo>
                      <a:pt x="85060" y="444393"/>
                      <a:pt x="92491" y="474642"/>
                      <a:pt x="105269" y="489245"/>
                    </a:cubicBezTo>
                    <a:cubicBezTo>
                      <a:pt x="133953" y="522102"/>
                      <a:pt x="184151" y="557435"/>
                      <a:pt x="226264" y="557435"/>
                    </a:cubicBezTo>
                    <a:cubicBezTo>
                      <a:pt x="245952" y="557435"/>
                      <a:pt x="257556" y="555480"/>
                      <a:pt x="260685" y="551698"/>
                    </a:cubicBezTo>
                    <a:cubicBezTo>
                      <a:pt x="263814" y="547917"/>
                      <a:pt x="261859" y="542702"/>
                      <a:pt x="260685" y="534618"/>
                    </a:cubicBezTo>
                    <a:lnTo>
                      <a:pt x="260685" y="532272"/>
                    </a:lnTo>
                    <a:cubicBezTo>
                      <a:pt x="255522" y="517395"/>
                      <a:pt x="248090" y="503418"/>
                      <a:pt x="238651" y="490810"/>
                    </a:cubicBezTo>
                    <a:cubicBezTo>
                      <a:pt x="225352" y="471644"/>
                      <a:pt x="214152" y="451095"/>
                      <a:pt x="205273" y="429530"/>
                    </a:cubicBezTo>
                    <a:cubicBezTo>
                      <a:pt x="196159" y="400194"/>
                      <a:pt x="196159" y="368771"/>
                      <a:pt x="205273" y="339435"/>
                    </a:cubicBezTo>
                    <a:cubicBezTo>
                      <a:pt x="205755" y="337649"/>
                      <a:pt x="206994" y="336176"/>
                      <a:pt x="208663" y="335393"/>
                    </a:cubicBezTo>
                    <a:lnTo>
                      <a:pt x="443352" y="212442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18" name="Google Shape;818;p75"/>
              <p:cNvSpPr/>
              <p:nvPr/>
            </p:nvSpPr>
            <p:spPr>
              <a:xfrm>
                <a:off x="6248347" y="4972993"/>
                <a:ext cx="251749" cy="363261"/>
              </a:xfrm>
              <a:custGeom>
                <a:rect b="b" l="l" r="r" t="t"/>
                <a:pathLst>
                  <a:path extrusionOk="0" h="363261" w="251749">
                    <a:moveTo>
                      <a:pt x="251750" y="359596"/>
                    </a:moveTo>
                    <a:cubicBezTo>
                      <a:pt x="199597" y="344602"/>
                      <a:pt x="151225" y="302879"/>
                      <a:pt x="118108" y="257376"/>
                    </a:cubicBezTo>
                    <a:cubicBezTo>
                      <a:pt x="81079" y="206526"/>
                      <a:pt x="90336" y="118518"/>
                      <a:pt x="52916" y="86183"/>
                    </a:cubicBezTo>
                    <a:cubicBezTo>
                      <a:pt x="30230" y="66234"/>
                      <a:pt x="28404" y="27119"/>
                      <a:pt x="30360" y="0"/>
                    </a:cubicBezTo>
                    <a:cubicBezTo>
                      <a:pt x="22954" y="6180"/>
                      <a:pt x="16448" y="13377"/>
                      <a:pt x="11063" y="21383"/>
                    </a:cubicBezTo>
                    <a:cubicBezTo>
                      <a:pt x="-18664" y="65974"/>
                      <a:pt x="18495" y="114346"/>
                      <a:pt x="40790" y="147724"/>
                    </a:cubicBezTo>
                    <a:cubicBezTo>
                      <a:pt x="63086" y="181102"/>
                      <a:pt x="66867" y="262851"/>
                      <a:pt x="92944" y="292579"/>
                    </a:cubicBezTo>
                    <a:cubicBezTo>
                      <a:pt x="119020" y="322306"/>
                      <a:pt x="171173" y="363116"/>
                      <a:pt x="219285" y="363116"/>
                    </a:cubicBezTo>
                    <a:cubicBezTo>
                      <a:pt x="230224" y="363703"/>
                      <a:pt x="241189" y="362516"/>
                      <a:pt x="251750" y="35959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19" name="Google Shape;819;p75"/>
              <p:cNvSpPr/>
              <p:nvPr/>
            </p:nvSpPr>
            <p:spPr>
              <a:xfrm>
                <a:off x="6241498" y="4966533"/>
                <a:ext cx="266292" cy="377116"/>
              </a:xfrm>
              <a:custGeom>
                <a:rect b="b" l="l" r="r" t="t"/>
                <a:pathLst>
                  <a:path extrusionOk="0" h="377116" w="266292">
                    <a:moveTo>
                      <a:pt x="226264" y="376877"/>
                    </a:moveTo>
                    <a:cubicBezTo>
                      <a:pt x="172807" y="376877"/>
                      <a:pt x="118438" y="331113"/>
                      <a:pt x="94708" y="303993"/>
                    </a:cubicBezTo>
                    <a:cubicBezTo>
                      <a:pt x="79584" y="286783"/>
                      <a:pt x="71761" y="254839"/>
                      <a:pt x="64198" y="223938"/>
                    </a:cubicBezTo>
                    <a:cubicBezTo>
                      <a:pt x="60078" y="201251"/>
                      <a:pt x="52660" y="179282"/>
                      <a:pt x="42164" y="158747"/>
                    </a:cubicBezTo>
                    <a:lnTo>
                      <a:pt x="37340" y="151576"/>
                    </a:lnTo>
                    <a:cubicBezTo>
                      <a:pt x="14001" y="117155"/>
                      <a:pt x="-17943" y="70086"/>
                      <a:pt x="12436" y="24583"/>
                    </a:cubicBezTo>
                    <a:cubicBezTo>
                      <a:pt x="18199" y="15964"/>
                      <a:pt x="25188" y="8246"/>
                      <a:pt x="33167" y="1635"/>
                    </a:cubicBezTo>
                    <a:cubicBezTo>
                      <a:pt x="35332" y="-151"/>
                      <a:pt x="38343" y="-503"/>
                      <a:pt x="40860" y="723"/>
                    </a:cubicBezTo>
                    <a:cubicBezTo>
                      <a:pt x="43441" y="2014"/>
                      <a:pt x="44941" y="4765"/>
                      <a:pt x="44641" y="7633"/>
                    </a:cubicBezTo>
                    <a:cubicBezTo>
                      <a:pt x="43076" y="29668"/>
                      <a:pt x="43468" y="69304"/>
                      <a:pt x="64850" y="87949"/>
                    </a:cubicBezTo>
                    <a:cubicBezTo>
                      <a:pt x="86233" y="106594"/>
                      <a:pt x="92752" y="139059"/>
                      <a:pt x="100184" y="173871"/>
                    </a:cubicBezTo>
                    <a:cubicBezTo>
                      <a:pt x="106834" y="204902"/>
                      <a:pt x="113222" y="236977"/>
                      <a:pt x="130694" y="260315"/>
                    </a:cubicBezTo>
                    <a:cubicBezTo>
                      <a:pt x="167201" y="310512"/>
                      <a:pt x="214530" y="346759"/>
                      <a:pt x="261077" y="359927"/>
                    </a:cubicBezTo>
                    <a:cubicBezTo>
                      <a:pt x="264075" y="360684"/>
                      <a:pt x="266214" y="363357"/>
                      <a:pt x="266292" y="366447"/>
                    </a:cubicBezTo>
                    <a:cubicBezTo>
                      <a:pt x="266331" y="369511"/>
                      <a:pt x="264453" y="372262"/>
                      <a:pt x="261598" y="373357"/>
                    </a:cubicBezTo>
                    <a:cubicBezTo>
                      <a:pt x="250098" y="376486"/>
                      <a:pt x="238155" y="377672"/>
                      <a:pt x="226264" y="376877"/>
                    </a:cubicBezTo>
                    <a:close/>
                    <a:moveTo>
                      <a:pt x="30690" y="24843"/>
                    </a:moveTo>
                    <a:cubicBezTo>
                      <a:pt x="28539" y="27256"/>
                      <a:pt x="26583" y="29824"/>
                      <a:pt x="24823" y="32536"/>
                    </a:cubicBezTo>
                    <a:cubicBezTo>
                      <a:pt x="-211" y="70086"/>
                      <a:pt x="27431" y="110766"/>
                      <a:pt x="49596" y="143753"/>
                    </a:cubicBezTo>
                    <a:lnTo>
                      <a:pt x="54550" y="151054"/>
                    </a:lnTo>
                    <a:cubicBezTo>
                      <a:pt x="66128" y="173024"/>
                      <a:pt x="74264" y="196636"/>
                      <a:pt x="78671" y="221070"/>
                    </a:cubicBezTo>
                    <a:cubicBezTo>
                      <a:pt x="85712" y="250275"/>
                      <a:pt x="93143" y="280524"/>
                      <a:pt x="105921" y="295127"/>
                    </a:cubicBezTo>
                    <a:cubicBezTo>
                      <a:pt x="134605" y="327984"/>
                      <a:pt x="184802" y="363318"/>
                      <a:pt x="226916" y="363318"/>
                    </a:cubicBezTo>
                    <a:lnTo>
                      <a:pt x="229785" y="363318"/>
                    </a:lnTo>
                    <a:cubicBezTo>
                      <a:pt x="185819" y="341504"/>
                      <a:pt x="148021" y="309000"/>
                      <a:pt x="119872" y="268790"/>
                    </a:cubicBezTo>
                    <a:cubicBezTo>
                      <a:pt x="101097" y="242713"/>
                      <a:pt x="93795" y="209466"/>
                      <a:pt x="87015" y="177522"/>
                    </a:cubicBezTo>
                    <a:cubicBezTo>
                      <a:pt x="80235" y="145578"/>
                      <a:pt x="73977" y="114417"/>
                      <a:pt x="56115" y="99292"/>
                    </a:cubicBezTo>
                    <a:cubicBezTo>
                      <a:pt x="35905" y="80778"/>
                      <a:pt x="30168" y="50920"/>
                      <a:pt x="30038" y="2432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20" name="Google Shape;820;p75"/>
              <p:cNvSpPr/>
              <p:nvPr/>
            </p:nvSpPr>
            <p:spPr>
              <a:xfrm>
                <a:off x="6272188" y="4079218"/>
                <a:ext cx="669815" cy="1293658"/>
              </a:xfrm>
              <a:custGeom>
                <a:rect b="b" l="l" r="r" t="t"/>
                <a:pathLst>
                  <a:path extrusionOk="0" h="1293658" w="669815">
                    <a:moveTo>
                      <a:pt x="0" y="0"/>
                    </a:moveTo>
                    <a:cubicBezTo>
                      <a:pt x="0" y="0"/>
                      <a:pt x="95310" y="175495"/>
                      <a:pt x="169498" y="277846"/>
                    </a:cubicBezTo>
                    <a:cubicBezTo>
                      <a:pt x="268328" y="414357"/>
                      <a:pt x="447213" y="622709"/>
                      <a:pt x="447213" y="622709"/>
                    </a:cubicBezTo>
                    <a:lnTo>
                      <a:pt x="419050" y="1283097"/>
                    </a:lnTo>
                    <a:lnTo>
                      <a:pt x="507319" y="1293658"/>
                    </a:lnTo>
                    <a:cubicBezTo>
                      <a:pt x="507319" y="1293658"/>
                      <a:pt x="666256" y="643961"/>
                      <a:pt x="669777" y="590895"/>
                    </a:cubicBezTo>
                    <a:cubicBezTo>
                      <a:pt x="673297" y="537829"/>
                      <a:pt x="440172" y="40028"/>
                      <a:pt x="440172" y="40028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21" name="Google Shape;821;p75"/>
              <p:cNvSpPr/>
              <p:nvPr/>
            </p:nvSpPr>
            <p:spPr>
              <a:xfrm>
                <a:off x="6265620" y="4072179"/>
                <a:ext cx="683429" cy="1307737"/>
              </a:xfrm>
              <a:custGeom>
                <a:rect b="b" l="l" r="r" t="t"/>
                <a:pathLst>
                  <a:path extrusionOk="0" h="1307737" w="683429">
                    <a:moveTo>
                      <a:pt x="513888" y="1307738"/>
                    </a:moveTo>
                    <a:lnTo>
                      <a:pt x="512975" y="1307738"/>
                    </a:lnTo>
                    <a:lnTo>
                      <a:pt x="424706" y="1297177"/>
                    </a:lnTo>
                    <a:cubicBezTo>
                      <a:pt x="421029" y="1296707"/>
                      <a:pt x="418344" y="1293448"/>
                      <a:pt x="418578" y="1289745"/>
                    </a:cubicBezTo>
                    <a:lnTo>
                      <a:pt x="446611" y="632224"/>
                    </a:lnTo>
                    <a:cubicBezTo>
                      <a:pt x="427575" y="609799"/>
                      <a:pt x="262901" y="416832"/>
                      <a:pt x="170329" y="289057"/>
                    </a:cubicBezTo>
                    <a:cubicBezTo>
                      <a:pt x="96793" y="187488"/>
                      <a:pt x="832" y="12254"/>
                      <a:pt x="832" y="10429"/>
                    </a:cubicBezTo>
                    <a:cubicBezTo>
                      <a:pt x="-994" y="7013"/>
                      <a:pt x="284" y="2749"/>
                      <a:pt x="3700" y="911"/>
                    </a:cubicBezTo>
                    <a:cubicBezTo>
                      <a:pt x="7012" y="-980"/>
                      <a:pt x="11236" y="167"/>
                      <a:pt x="13127" y="3479"/>
                    </a:cubicBezTo>
                    <a:cubicBezTo>
                      <a:pt x="13153" y="3544"/>
                      <a:pt x="13192" y="3596"/>
                      <a:pt x="13218" y="3649"/>
                    </a:cubicBezTo>
                    <a:cubicBezTo>
                      <a:pt x="14261" y="5474"/>
                      <a:pt x="109310" y="179926"/>
                      <a:pt x="182716" y="280712"/>
                    </a:cubicBezTo>
                    <a:cubicBezTo>
                      <a:pt x="280242" y="415528"/>
                      <a:pt x="458345" y="623097"/>
                      <a:pt x="460170" y="625184"/>
                    </a:cubicBezTo>
                    <a:cubicBezTo>
                      <a:pt x="461240" y="626566"/>
                      <a:pt x="461839" y="628261"/>
                      <a:pt x="461865" y="630008"/>
                    </a:cubicBezTo>
                    <a:lnTo>
                      <a:pt x="432920" y="1283878"/>
                    </a:lnTo>
                    <a:lnTo>
                      <a:pt x="508542" y="1293005"/>
                    </a:lnTo>
                    <a:cubicBezTo>
                      <a:pt x="524580" y="1226770"/>
                      <a:pt x="666045" y="646567"/>
                      <a:pt x="669304" y="597543"/>
                    </a:cubicBezTo>
                    <a:cubicBezTo>
                      <a:pt x="672042" y="555559"/>
                      <a:pt x="505022" y="188141"/>
                      <a:pt x="440352" y="49935"/>
                    </a:cubicBezTo>
                    <a:cubicBezTo>
                      <a:pt x="438762" y="46401"/>
                      <a:pt x="440261" y="42242"/>
                      <a:pt x="443742" y="40547"/>
                    </a:cubicBezTo>
                    <a:cubicBezTo>
                      <a:pt x="447262" y="38891"/>
                      <a:pt x="451461" y="40391"/>
                      <a:pt x="453117" y="43911"/>
                    </a:cubicBezTo>
                    <a:cubicBezTo>
                      <a:pt x="453117" y="43911"/>
                      <a:pt x="453130" y="43924"/>
                      <a:pt x="453130" y="43937"/>
                    </a:cubicBezTo>
                    <a:cubicBezTo>
                      <a:pt x="477120" y="95047"/>
                      <a:pt x="686906" y="545129"/>
                      <a:pt x="683386" y="598325"/>
                    </a:cubicBezTo>
                    <a:cubicBezTo>
                      <a:pt x="679866" y="651521"/>
                      <a:pt x="526926" y="1275664"/>
                      <a:pt x="520668" y="1302392"/>
                    </a:cubicBezTo>
                    <a:cubicBezTo>
                      <a:pt x="519938" y="1305534"/>
                      <a:pt x="517122" y="1307764"/>
                      <a:pt x="513888" y="130773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22" name="Google Shape;822;p75"/>
              <p:cNvSpPr/>
              <p:nvPr/>
            </p:nvSpPr>
            <p:spPr>
              <a:xfrm>
                <a:off x="6756658" y="4074009"/>
                <a:ext cx="191564" cy="632741"/>
              </a:xfrm>
              <a:custGeom>
                <a:rect b="b" l="l" r="r" t="t"/>
                <a:pathLst>
                  <a:path extrusionOk="0" h="632741" w="191564">
                    <a:moveTo>
                      <a:pt x="183742" y="632741"/>
                    </a:moveTo>
                    <a:cubicBezTo>
                      <a:pt x="179831" y="632741"/>
                      <a:pt x="176636" y="629612"/>
                      <a:pt x="176571" y="625700"/>
                    </a:cubicBezTo>
                    <a:cubicBezTo>
                      <a:pt x="175789" y="439514"/>
                      <a:pt x="98341" y="291138"/>
                      <a:pt x="15939" y="134027"/>
                    </a:cubicBezTo>
                    <a:lnTo>
                      <a:pt x="684" y="104821"/>
                    </a:lnTo>
                    <a:cubicBezTo>
                      <a:pt x="-228" y="102878"/>
                      <a:pt x="-228" y="100636"/>
                      <a:pt x="684" y="98693"/>
                    </a:cubicBezTo>
                    <a:lnTo>
                      <a:pt x="42277" y="4296"/>
                    </a:lnTo>
                    <a:cubicBezTo>
                      <a:pt x="43828" y="697"/>
                      <a:pt x="48000" y="-972"/>
                      <a:pt x="51599" y="580"/>
                    </a:cubicBezTo>
                    <a:cubicBezTo>
                      <a:pt x="55197" y="2132"/>
                      <a:pt x="56866" y="6304"/>
                      <a:pt x="55315" y="9903"/>
                    </a:cubicBezTo>
                    <a:lnTo>
                      <a:pt x="16200" y="101171"/>
                    </a:lnTo>
                    <a:lnTo>
                      <a:pt x="29238" y="127247"/>
                    </a:lnTo>
                    <a:cubicBezTo>
                      <a:pt x="112292" y="285923"/>
                      <a:pt x="190652" y="435733"/>
                      <a:pt x="191565" y="625309"/>
                    </a:cubicBezTo>
                    <a:cubicBezTo>
                      <a:pt x="191565" y="629221"/>
                      <a:pt x="188436" y="632415"/>
                      <a:pt x="184524" y="63248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23" name="Google Shape;823;p75"/>
              <p:cNvSpPr/>
              <p:nvPr/>
            </p:nvSpPr>
            <p:spPr>
              <a:xfrm>
                <a:off x="6762524" y="4950762"/>
                <a:ext cx="18874" cy="55869"/>
              </a:xfrm>
              <a:custGeom>
                <a:rect b="b" l="l" r="r" t="t"/>
                <a:pathLst>
                  <a:path extrusionOk="0" h="55869" w="18874">
                    <a:moveTo>
                      <a:pt x="7075" y="55869"/>
                    </a:moveTo>
                    <a:lnTo>
                      <a:pt x="6293" y="55869"/>
                    </a:lnTo>
                    <a:cubicBezTo>
                      <a:pt x="2446" y="55452"/>
                      <a:pt x="-344" y="52023"/>
                      <a:pt x="34" y="48177"/>
                    </a:cubicBezTo>
                    <a:cubicBezTo>
                      <a:pt x="34" y="48177"/>
                      <a:pt x="1729" y="30836"/>
                      <a:pt x="4858" y="6193"/>
                    </a:cubicBezTo>
                    <a:cubicBezTo>
                      <a:pt x="5250" y="2399"/>
                      <a:pt x="8653" y="-365"/>
                      <a:pt x="12447" y="39"/>
                    </a:cubicBezTo>
                    <a:cubicBezTo>
                      <a:pt x="12525" y="39"/>
                      <a:pt x="12603" y="52"/>
                      <a:pt x="12681" y="65"/>
                    </a:cubicBezTo>
                    <a:cubicBezTo>
                      <a:pt x="16475" y="457"/>
                      <a:pt x="19240" y="3859"/>
                      <a:pt x="18835" y="7654"/>
                    </a:cubicBezTo>
                    <a:cubicBezTo>
                      <a:pt x="18835" y="7732"/>
                      <a:pt x="18822" y="7810"/>
                      <a:pt x="18809" y="7889"/>
                    </a:cubicBezTo>
                    <a:cubicBezTo>
                      <a:pt x="15811" y="32401"/>
                      <a:pt x="14115" y="49481"/>
                      <a:pt x="14115" y="49611"/>
                    </a:cubicBezTo>
                    <a:cubicBezTo>
                      <a:pt x="13659" y="53157"/>
                      <a:pt x="10660" y="55830"/>
                      <a:pt x="7075" y="5586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24" name="Google Shape;824;p75"/>
              <p:cNvSpPr/>
              <p:nvPr/>
            </p:nvSpPr>
            <p:spPr>
              <a:xfrm>
                <a:off x="6433155" y="4186452"/>
                <a:ext cx="404505" cy="730606"/>
              </a:xfrm>
              <a:custGeom>
                <a:rect b="b" l="l" r="r" t="t"/>
                <a:pathLst>
                  <a:path extrusionOk="0" h="730606" w="404505">
                    <a:moveTo>
                      <a:pt x="347396" y="730606"/>
                    </a:moveTo>
                    <a:lnTo>
                      <a:pt x="346484" y="730606"/>
                    </a:lnTo>
                    <a:cubicBezTo>
                      <a:pt x="342690" y="730150"/>
                      <a:pt x="339991" y="726708"/>
                      <a:pt x="340447" y="722914"/>
                    </a:cubicBezTo>
                    <a:cubicBezTo>
                      <a:pt x="340460" y="722835"/>
                      <a:pt x="340473" y="722744"/>
                      <a:pt x="340486" y="722653"/>
                    </a:cubicBezTo>
                    <a:cubicBezTo>
                      <a:pt x="349352" y="659417"/>
                      <a:pt x="357697" y="619520"/>
                      <a:pt x="365389" y="604135"/>
                    </a:cubicBezTo>
                    <a:cubicBezTo>
                      <a:pt x="370044" y="597355"/>
                      <a:pt x="371647" y="588945"/>
                      <a:pt x="369822" y="580927"/>
                    </a:cubicBezTo>
                    <a:cubicBezTo>
                      <a:pt x="366302" y="573495"/>
                      <a:pt x="353263" y="570235"/>
                      <a:pt x="340616" y="567106"/>
                    </a:cubicBezTo>
                    <a:cubicBezTo>
                      <a:pt x="335623" y="566363"/>
                      <a:pt x="331516" y="562804"/>
                      <a:pt x="330055" y="557980"/>
                    </a:cubicBezTo>
                    <a:cubicBezTo>
                      <a:pt x="327448" y="547809"/>
                      <a:pt x="339182" y="537118"/>
                      <a:pt x="356132" y="520950"/>
                    </a:cubicBezTo>
                    <a:cubicBezTo>
                      <a:pt x="368427" y="510676"/>
                      <a:pt x="379379" y="498890"/>
                      <a:pt x="388728" y="485877"/>
                    </a:cubicBezTo>
                    <a:cubicBezTo>
                      <a:pt x="390683" y="482618"/>
                      <a:pt x="390162" y="481053"/>
                      <a:pt x="389901" y="480532"/>
                    </a:cubicBezTo>
                    <a:cubicBezTo>
                      <a:pt x="387554" y="473361"/>
                      <a:pt x="368779" y="465538"/>
                      <a:pt x="350786" y="458106"/>
                    </a:cubicBezTo>
                    <a:cubicBezTo>
                      <a:pt x="324736" y="448797"/>
                      <a:pt x="300354" y="435367"/>
                      <a:pt x="278554" y="418339"/>
                    </a:cubicBezTo>
                    <a:cubicBezTo>
                      <a:pt x="240743" y="385222"/>
                      <a:pt x="71897" y="122370"/>
                      <a:pt x="1099" y="10893"/>
                    </a:cubicBezTo>
                    <a:cubicBezTo>
                      <a:pt x="-961" y="7607"/>
                      <a:pt x="-48" y="3266"/>
                      <a:pt x="3186" y="1114"/>
                    </a:cubicBezTo>
                    <a:cubicBezTo>
                      <a:pt x="6458" y="-985"/>
                      <a:pt x="10813" y="-33"/>
                      <a:pt x="12912" y="3252"/>
                    </a:cubicBezTo>
                    <a:cubicBezTo>
                      <a:pt x="12925" y="3279"/>
                      <a:pt x="12951" y="3305"/>
                      <a:pt x="12964" y="3331"/>
                    </a:cubicBezTo>
                    <a:cubicBezTo>
                      <a:pt x="159775" y="234369"/>
                      <a:pt x="262517" y="385613"/>
                      <a:pt x="287811" y="407518"/>
                    </a:cubicBezTo>
                    <a:cubicBezTo>
                      <a:pt x="308412" y="423568"/>
                      <a:pt x="331490" y="436163"/>
                      <a:pt x="356132" y="444807"/>
                    </a:cubicBezTo>
                    <a:cubicBezTo>
                      <a:pt x="381165" y="455238"/>
                      <a:pt x="399289" y="462669"/>
                      <a:pt x="403591" y="475969"/>
                    </a:cubicBezTo>
                    <a:cubicBezTo>
                      <a:pt x="405404" y="481744"/>
                      <a:pt x="404491" y="488029"/>
                      <a:pt x="401114" y="493049"/>
                    </a:cubicBezTo>
                    <a:cubicBezTo>
                      <a:pt x="391140" y="507221"/>
                      <a:pt x="379353" y="520025"/>
                      <a:pt x="366041" y="531120"/>
                    </a:cubicBezTo>
                    <a:cubicBezTo>
                      <a:pt x="358114" y="537822"/>
                      <a:pt x="350865" y="545293"/>
                      <a:pt x="344397" y="553416"/>
                    </a:cubicBezTo>
                    <a:cubicBezTo>
                      <a:pt x="360043" y="557327"/>
                      <a:pt x="376211" y="561500"/>
                      <a:pt x="382339" y="574929"/>
                    </a:cubicBezTo>
                    <a:cubicBezTo>
                      <a:pt x="386368" y="586820"/>
                      <a:pt x="384686" y="599910"/>
                      <a:pt x="377775" y="610393"/>
                    </a:cubicBezTo>
                    <a:cubicBezTo>
                      <a:pt x="372951" y="619911"/>
                      <a:pt x="364737" y="647552"/>
                      <a:pt x="354176" y="724478"/>
                    </a:cubicBezTo>
                    <a:cubicBezTo>
                      <a:pt x="353681" y="727881"/>
                      <a:pt x="350838" y="730450"/>
                      <a:pt x="347396" y="73060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25" name="Google Shape;825;p75"/>
              <p:cNvSpPr/>
              <p:nvPr/>
            </p:nvSpPr>
            <p:spPr>
              <a:xfrm>
                <a:off x="6403136" y="4138039"/>
                <a:ext cx="30439" cy="40531"/>
              </a:xfrm>
              <a:custGeom>
                <a:rect b="b" l="l" r="r" t="t"/>
                <a:pathLst>
                  <a:path extrusionOk="0" h="40531" w="30439">
                    <a:moveTo>
                      <a:pt x="23425" y="40531"/>
                    </a:moveTo>
                    <a:cubicBezTo>
                      <a:pt x="20961" y="40544"/>
                      <a:pt x="18679" y="39253"/>
                      <a:pt x="17427" y="37141"/>
                    </a:cubicBezTo>
                    <a:lnTo>
                      <a:pt x="1260" y="11065"/>
                    </a:lnTo>
                    <a:cubicBezTo>
                      <a:pt x="-956" y="7870"/>
                      <a:pt x="-174" y="3489"/>
                      <a:pt x="3020" y="1260"/>
                    </a:cubicBezTo>
                    <a:cubicBezTo>
                      <a:pt x="6214" y="-956"/>
                      <a:pt x="10595" y="-174"/>
                      <a:pt x="12825" y="3020"/>
                    </a:cubicBezTo>
                    <a:cubicBezTo>
                      <a:pt x="12929" y="3177"/>
                      <a:pt x="13034" y="3333"/>
                      <a:pt x="13125" y="3502"/>
                    </a:cubicBezTo>
                    <a:lnTo>
                      <a:pt x="29292" y="29579"/>
                    </a:lnTo>
                    <a:cubicBezTo>
                      <a:pt x="31417" y="32839"/>
                      <a:pt x="30505" y="37194"/>
                      <a:pt x="27258" y="39332"/>
                    </a:cubicBezTo>
                    <a:cubicBezTo>
                      <a:pt x="27245" y="39332"/>
                      <a:pt x="27219" y="39345"/>
                      <a:pt x="27206" y="39358"/>
                    </a:cubicBezTo>
                    <a:cubicBezTo>
                      <a:pt x="26085" y="40114"/>
                      <a:pt x="24768" y="40531"/>
                      <a:pt x="23425" y="405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26" name="Google Shape;826;p75"/>
              <p:cNvSpPr/>
              <p:nvPr/>
            </p:nvSpPr>
            <p:spPr>
              <a:xfrm>
                <a:off x="6615678" y="5014715"/>
                <a:ext cx="416120" cy="539502"/>
              </a:xfrm>
              <a:custGeom>
                <a:rect b="b" l="l" r="r" t="t"/>
                <a:pathLst>
                  <a:path extrusionOk="0" h="539502" w="416120">
                    <a:moveTo>
                      <a:pt x="62914" y="0"/>
                    </a:moveTo>
                    <a:lnTo>
                      <a:pt x="294473" y="19557"/>
                    </a:lnTo>
                    <a:lnTo>
                      <a:pt x="231629" y="345514"/>
                    </a:lnTo>
                    <a:cubicBezTo>
                      <a:pt x="249257" y="383247"/>
                      <a:pt x="282113" y="411697"/>
                      <a:pt x="321984" y="423744"/>
                    </a:cubicBezTo>
                    <a:cubicBezTo>
                      <a:pt x="388610" y="443302"/>
                      <a:pt x="416121" y="455036"/>
                      <a:pt x="416121" y="486458"/>
                    </a:cubicBezTo>
                    <a:cubicBezTo>
                      <a:pt x="416121" y="517881"/>
                      <a:pt x="388610" y="525573"/>
                      <a:pt x="278828" y="537438"/>
                    </a:cubicBezTo>
                    <a:cubicBezTo>
                      <a:pt x="169045" y="549303"/>
                      <a:pt x="55091" y="506146"/>
                      <a:pt x="55091" y="506146"/>
                    </a:cubicBezTo>
                    <a:cubicBezTo>
                      <a:pt x="55091" y="506146"/>
                      <a:pt x="4111" y="498193"/>
                      <a:pt x="200" y="462990"/>
                    </a:cubicBezTo>
                    <a:cubicBezTo>
                      <a:pt x="-3712" y="427786"/>
                      <a:pt x="51179" y="329478"/>
                      <a:pt x="51179" y="329478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27" name="Google Shape;827;p75"/>
              <p:cNvSpPr/>
              <p:nvPr/>
            </p:nvSpPr>
            <p:spPr>
              <a:xfrm>
                <a:off x="6608211" y="5008164"/>
                <a:ext cx="430627" cy="553115"/>
              </a:xfrm>
              <a:custGeom>
                <a:rect b="b" l="l" r="r" t="t"/>
                <a:pathLst>
                  <a:path extrusionOk="0" h="553115" w="430627">
                    <a:moveTo>
                      <a:pt x="246266" y="553116"/>
                    </a:moveTo>
                    <a:cubicBezTo>
                      <a:pt x="182913" y="552190"/>
                      <a:pt x="120121" y="541003"/>
                      <a:pt x="60341" y="519998"/>
                    </a:cubicBezTo>
                    <a:cubicBezTo>
                      <a:pt x="53300" y="518825"/>
                      <a:pt x="4537" y="508916"/>
                      <a:pt x="234" y="470844"/>
                    </a:cubicBezTo>
                    <a:cubicBezTo>
                      <a:pt x="-3677" y="435641"/>
                      <a:pt x="42608" y="350240"/>
                      <a:pt x="51214" y="334725"/>
                    </a:cubicBezTo>
                    <a:lnTo>
                      <a:pt x="62948" y="6812"/>
                    </a:lnTo>
                    <a:cubicBezTo>
                      <a:pt x="63026" y="4843"/>
                      <a:pt x="63926" y="3004"/>
                      <a:pt x="65425" y="1727"/>
                    </a:cubicBezTo>
                    <a:cubicBezTo>
                      <a:pt x="66860" y="462"/>
                      <a:pt x="68737" y="-151"/>
                      <a:pt x="70641" y="32"/>
                    </a:cubicBezTo>
                    <a:lnTo>
                      <a:pt x="302201" y="19589"/>
                    </a:lnTo>
                    <a:cubicBezTo>
                      <a:pt x="304170" y="19733"/>
                      <a:pt x="305982" y="20737"/>
                      <a:pt x="307155" y="22327"/>
                    </a:cubicBezTo>
                    <a:cubicBezTo>
                      <a:pt x="308342" y="23944"/>
                      <a:pt x="308811" y="25965"/>
                      <a:pt x="308459" y="27934"/>
                    </a:cubicBezTo>
                    <a:lnTo>
                      <a:pt x="246527" y="350501"/>
                    </a:lnTo>
                    <a:cubicBezTo>
                      <a:pt x="263568" y="385391"/>
                      <a:pt x="294300" y="411676"/>
                      <a:pt x="331406" y="423124"/>
                    </a:cubicBezTo>
                    <a:cubicBezTo>
                      <a:pt x="394772" y="441769"/>
                      <a:pt x="430628" y="454155"/>
                      <a:pt x="430628" y="492618"/>
                    </a:cubicBezTo>
                    <a:cubicBezTo>
                      <a:pt x="430628" y="531081"/>
                      <a:pt x="393338" y="539295"/>
                      <a:pt x="287207" y="550638"/>
                    </a:cubicBezTo>
                    <a:cubicBezTo>
                      <a:pt x="273608" y="552190"/>
                      <a:pt x="259944" y="553012"/>
                      <a:pt x="246266" y="553116"/>
                    </a:cubicBezTo>
                    <a:close/>
                    <a:moveTo>
                      <a:pt x="76769" y="14113"/>
                    </a:moveTo>
                    <a:lnTo>
                      <a:pt x="65165" y="336289"/>
                    </a:lnTo>
                    <a:cubicBezTo>
                      <a:pt x="65191" y="337436"/>
                      <a:pt x="64865" y="338571"/>
                      <a:pt x="64252" y="339549"/>
                    </a:cubicBezTo>
                    <a:cubicBezTo>
                      <a:pt x="49388" y="365625"/>
                      <a:pt x="11186" y="441638"/>
                      <a:pt x="14185" y="468758"/>
                    </a:cubicBezTo>
                    <a:cubicBezTo>
                      <a:pt x="17445" y="498224"/>
                      <a:pt x="62687" y="505656"/>
                      <a:pt x="63209" y="505656"/>
                    </a:cubicBezTo>
                    <a:lnTo>
                      <a:pt x="64513" y="505656"/>
                    </a:lnTo>
                    <a:cubicBezTo>
                      <a:pt x="65686" y="505656"/>
                      <a:pt x="178076" y="548031"/>
                      <a:pt x="284990" y="536557"/>
                    </a:cubicBezTo>
                    <a:cubicBezTo>
                      <a:pt x="393990" y="524953"/>
                      <a:pt x="415373" y="517521"/>
                      <a:pt x="415373" y="492618"/>
                    </a:cubicBezTo>
                    <a:cubicBezTo>
                      <a:pt x="415373" y="467715"/>
                      <a:pt x="393078" y="456372"/>
                      <a:pt x="326191" y="436684"/>
                    </a:cubicBezTo>
                    <a:cubicBezTo>
                      <a:pt x="284182" y="424037"/>
                      <a:pt x="249643" y="393918"/>
                      <a:pt x="231403" y="354021"/>
                    </a:cubicBezTo>
                    <a:cubicBezTo>
                      <a:pt x="231025" y="352743"/>
                      <a:pt x="231025" y="351387"/>
                      <a:pt x="231403" y="350110"/>
                    </a:cubicBezTo>
                    <a:lnTo>
                      <a:pt x="292683" y="32106"/>
                    </a:lnTo>
                    <a:close/>
                    <a:moveTo>
                      <a:pt x="58124" y="336028"/>
                    </a:moveTo>
                    <a:lnTo>
                      <a:pt x="58124" y="336028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28" name="Google Shape;828;p75"/>
              <p:cNvSpPr/>
              <p:nvPr/>
            </p:nvSpPr>
            <p:spPr>
              <a:xfrm>
                <a:off x="6615772" y="5452410"/>
                <a:ext cx="415765" cy="101806"/>
              </a:xfrm>
              <a:custGeom>
                <a:rect b="b" l="l" r="r" t="t"/>
                <a:pathLst>
                  <a:path extrusionOk="0" h="101806" w="415765">
                    <a:moveTo>
                      <a:pt x="278733" y="99743"/>
                    </a:moveTo>
                    <a:cubicBezTo>
                      <a:pt x="383039" y="88660"/>
                      <a:pt x="413027" y="80968"/>
                      <a:pt x="415765" y="53196"/>
                    </a:cubicBezTo>
                    <a:cubicBezTo>
                      <a:pt x="352504" y="67851"/>
                      <a:pt x="287260" y="71906"/>
                      <a:pt x="222668" y="65191"/>
                    </a:cubicBezTo>
                    <a:cubicBezTo>
                      <a:pt x="146486" y="55661"/>
                      <a:pt x="72389" y="33626"/>
                      <a:pt x="3365" y="0"/>
                    </a:cubicBezTo>
                    <a:cubicBezTo>
                      <a:pt x="744" y="8162"/>
                      <a:pt x="-365" y="16741"/>
                      <a:pt x="105" y="25294"/>
                    </a:cubicBezTo>
                    <a:cubicBezTo>
                      <a:pt x="4016" y="60497"/>
                      <a:pt x="54996" y="68451"/>
                      <a:pt x="54996" y="68451"/>
                    </a:cubicBezTo>
                    <a:cubicBezTo>
                      <a:pt x="54996" y="68451"/>
                      <a:pt x="168820" y="111608"/>
                      <a:pt x="278733" y="997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29" name="Google Shape;829;p75"/>
              <p:cNvSpPr/>
              <p:nvPr/>
            </p:nvSpPr>
            <p:spPr>
              <a:xfrm>
                <a:off x="6608328" y="5445809"/>
                <a:ext cx="429883" cy="115488"/>
              </a:xfrm>
              <a:custGeom>
                <a:rect b="b" l="l" r="r" t="t"/>
                <a:pathLst>
                  <a:path extrusionOk="0" h="115488" w="429883">
                    <a:moveTo>
                      <a:pt x="246150" y="115470"/>
                    </a:moveTo>
                    <a:cubicBezTo>
                      <a:pt x="182797" y="114544"/>
                      <a:pt x="120004" y="103358"/>
                      <a:pt x="60224" y="82353"/>
                    </a:cubicBezTo>
                    <a:cubicBezTo>
                      <a:pt x="53183" y="81180"/>
                      <a:pt x="4420" y="71270"/>
                      <a:pt x="117" y="33199"/>
                    </a:cubicBezTo>
                    <a:cubicBezTo>
                      <a:pt x="-391" y="23772"/>
                      <a:pt x="756" y="14332"/>
                      <a:pt x="3507" y="5297"/>
                    </a:cubicBezTo>
                    <a:cubicBezTo>
                      <a:pt x="4081" y="3276"/>
                      <a:pt x="5515" y="1607"/>
                      <a:pt x="7419" y="733"/>
                    </a:cubicBezTo>
                    <a:cubicBezTo>
                      <a:pt x="9349" y="-244"/>
                      <a:pt x="11617" y="-244"/>
                      <a:pt x="13547" y="733"/>
                    </a:cubicBezTo>
                    <a:cubicBezTo>
                      <a:pt x="81906" y="33929"/>
                      <a:pt x="155234" y="55690"/>
                      <a:pt x="230634" y="65142"/>
                    </a:cubicBezTo>
                    <a:cubicBezTo>
                      <a:pt x="294391" y="71987"/>
                      <a:pt x="358840" y="67985"/>
                      <a:pt x="421254" y="53277"/>
                    </a:cubicBezTo>
                    <a:cubicBezTo>
                      <a:pt x="423496" y="52769"/>
                      <a:pt x="425843" y="53408"/>
                      <a:pt x="427512" y="54973"/>
                    </a:cubicBezTo>
                    <a:cubicBezTo>
                      <a:pt x="429181" y="56446"/>
                      <a:pt x="430042" y="58623"/>
                      <a:pt x="429859" y="60840"/>
                    </a:cubicBezTo>
                    <a:cubicBezTo>
                      <a:pt x="426469" y="95522"/>
                      <a:pt x="387876" y="102953"/>
                      <a:pt x="286438" y="113775"/>
                    </a:cubicBezTo>
                    <a:cubicBezTo>
                      <a:pt x="273048" y="115040"/>
                      <a:pt x="259605" y="115600"/>
                      <a:pt x="246150" y="115470"/>
                    </a:cubicBezTo>
                    <a:close/>
                    <a:moveTo>
                      <a:pt x="15633" y="17162"/>
                    </a:moveTo>
                    <a:cubicBezTo>
                      <a:pt x="14577" y="21816"/>
                      <a:pt x="14225" y="26614"/>
                      <a:pt x="14590" y="31373"/>
                    </a:cubicBezTo>
                    <a:cubicBezTo>
                      <a:pt x="17849" y="60840"/>
                      <a:pt x="63092" y="68272"/>
                      <a:pt x="63614" y="68272"/>
                    </a:cubicBezTo>
                    <a:lnTo>
                      <a:pt x="64918" y="68272"/>
                    </a:lnTo>
                    <a:cubicBezTo>
                      <a:pt x="66091" y="68272"/>
                      <a:pt x="178481" y="110646"/>
                      <a:pt x="285395" y="99172"/>
                    </a:cubicBezTo>
                    <a:lnTo>
                      <a:pt x="285395" y="99172"/>
                    </a:lnTo>
                    <a:cubicBezTo>
                      <a:pt x="371448" y="90046"/>
                      <a:pt x="402740" y="83266"/>
                      <a:pt x="412779" y="69054"/>
                    </a:cubicBezTo>
                    <a:cubicBezTo>
                      <a:pt x="352516" y="82183"/>
                      <a:pt x="290506" y="85391"/>
                      <a:pt x="229200" y="78572"/>
                    </a:cubicBezTo>
                    <a:cubicBezTo>
                      <a:pt x="155208" y="69523"/>
                      <a:pt x="83132" y="48792"/>
                      <a:pt x="15633" y="1716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30" name="Google Shape;830;p75"/>
              <p:cNvSpPr/>
              <p:nvPr/>
            </p:nvSpPr>
            <p:spPr>
              <a:xfrm>
                <a:off x="5909685" y="3155683"/>
                <a:ext cx="922758" cy="985080"/>
              </a:xfrm>
              <a:custGeom>
                <a:rect b="b" l="l" r="r" t="t"/>
                <a:pathLst>
                  <a:path extrusionOk="0" h="985080" w="922758">
                    <a:moveTo>
                      <a:pt x="359635" y="92475"/>
                    </a:moveTo>
                    <a:cubicBezTo>
                      <a:pt x="359635" y="92475"/>
                      <a:pt x="91699" y="229117"/>
                      <a:pt x="30028" y="296133"/>
                    </a:cubicBezTo>
                    <a:cubicBezTo>
                      <a:pt x="-31644" y="363150"/>
                      <a:pt x="16989" y="424691"/>
                      <a:pt x="40719" y="494315"/>
                    </a:cubicBezTo>
                    <a:cubicBezTo>
                      <a:pt x="64449" y="563940"/>
                      <a:pt x="378802" y="962781"/>
                      <a:pt x="402922" y="981556"/>
                    </a:cubicBezTo>
                    <a:cubicBezTo>
                      <a:pt x="427043" y="1000331"/>
                      <a:pt x="550255" y="941398"/>
                      <a:pt x="716493" y="869035"/>
                    </a:cubicBezTo>
                    <a:cubicBezTo>
                      <a:pt x="882731" y="796673"/>
                      <a:pt x="922759" y="767207"/>
                      <a:pt x="922759" y="727048"/>
                    </a:cubicBezTo>
                    <a:cubicBezTo>
                      <a:pt x="922759" y="686891"/>
                      <a:pt x="707888" y="36020"/>
                      <a:pt x="694589" y="6683"/>
                    </a:cubicBezTo>
                    <a:cubicBezTo>
                      <a:pt x="681290" y="-22653"/>
                      <a:pt x="429260" y="51665"/>
                      <a:pt x="359635" y="9247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31" name="Google Shape;831;p75"/>
              <p:cNvSpPr/>
              <p:nvPr/>
            </p:nvSpPr>
            <p:spPr>
              <a:xfrm>
                <a:off x="5902152" y="3148608"/>
                <a:ext cx="936810" cy="999252"/>
              </a:xfrm>
              <a:custGeom>
                <a:rect b="b" l="l" r="r" t="t"/>
                <a:pathLst>
                  <a:path extrusionOk="0" h="999252" w="936810">
                    <a:moveTo>
                      <a:pt x="424406" y="999192"/>
                    </a:moveTo>
                    <a:cubicBezTo>
                      <a:pt x="417939" y="999609"/>
                      <a:pt x="411524" y="997862"/>
                      <a:pt x="406152" y="994237"/>
                    </a:cubicBezTo>
                    <a:cubicBezTo>
                      <a:pt x="387247" y="979504"/>
                      <a:pt x="67157" y="577012"/>
                      <a:pt x="41080" y="503737"/>
                    </a:cubicBezTo>
                    <a:cubicBezTo>
                      <a:pt x="36386" y="490699"/>
                      <a:pt x="30650" y="476878"/>
                      <a:pt x="25173" y="463840"/>
                    </a:cubicBezTo>
                    <a:cubicBezTo>
                      <a:pt x="2617" y="410643"/>
                      <a:pt x="-20721" y="355492"/>
                      <a:pt x="31823" y="298384"/>
                    </a:cubicBezTo>
                    <a:cubicBezTo>
                      <a:pt x="93364" y="231498"/>
                      <a:pt x="350088" y="99941"/>
                      <a:pt x="363256" y="93292"/>
                    </a:cubicBezTo>
                    <a:cubicBezTo>
                      <a:pt x="429230" y="55350"/>
                      <a:pt x="650881" y="-12579"/>
                      <a:pt x="697036" y="2024"/>
                    </a:cubicBezTo>
                    <a:cubicBezTo>
                      <a:pt x="701795" y="3171"/>
                      <a:pt x="705811" y="6366"/>
                      <a:pt x="707988" y="10760"/>
                    </a:cubicBezTo>
                    <a:cubicBezTo>
                      <a:pt x="722852" y="43355"/>
                      <a:pt x="936810" y="693444"/>
                      <a:pt x="936810" y="733993"/>
                    </a:cubicBezTo>
                    <a:cubicBezTo>
                      <a:pt x="936810" y="779105"/>
                      <a:pt x="893523" y="809615"/>
                      <a:pt x="726242" y="882499"/>
                    </a:cubicBezTo>
                    <a:cubicBezTo>
                      <a:pt x="703295" y="892408"/>
                      <a:pt x="681130" y="902187"/>
                      <a:pt x="660007" y="911574"/>
                    </a:cubicBezTo>
                    <a:cubicBezTo>
                      <a:pt x="533536" y="967509"/>
                      <a:pt x="459739" y="999061"/>
                      <a:pt x="424406" y="999192"/>
                    </a:cubicBezTo>
                    <a:close/>
                    <a:moveTo>
                      <a:pt x="680999" y="13367"/>
                    </a:moveTo>
                    <a:cubicBezTo>
                      <a:pt x="625586" y="13367"/>
                      <a:pt x="436922" y="67346"/>
                      <a:pt x="370688" y="105678"/>
                    </a:cubicBezTo>
                    <a:lnTo>
                      <a:pt x="370688" y="105678"/>
                    </a:lnTo>
                    <a:cubicBezTo>
                      <a:pt x="368080" y="106982"/>
                      <a:pt x="103142" y="242450"/>
                      <a:pt x="43166" y="307772"/>
                    </a:cubicBezTo>
                    <a:cubicBezTo>
                      <a:pt x="-3250" y="358230"/>
                      <a:pt x="16307" y="404515"/>
                      <a:pt x="39124" y="458234"/>
                    </a:cubicBezTo>
                    <a:cubicBezTo>
                      <a:pt x="44731" y="471272"/>
                      <a:pt x="50468" y="485092"/>
                      <a:pt x="55292" y="499043"/>
                    </a:cubicBezTo>
                    <a:cubicBezTo>
                      <a:pt x="80456" y="571797"/>
                      <a:pt x="396504" y="968421"/>
                      <a:pt x="415148" y="982894"/>
                    </a:cubicBezTo>
                    <a:cubicBezTo>
                      <a:pt x="433793" y="997366"/>
                      <a:pt x="540707" y="948994"/>
                      <a:pt x="655183" y="898536"/>
                    </a:cubicBezTo>
                    <a:lnTo>
                      <a:pt x="721548" y="869461"/>
                    </a:lnTo>
                    <a:cubicBezTo>
                      <a:pt x="878007" y="801271"/>
                      <a:pt x="923641" y="770761"/>
                      <a:pt x="923641" y="733993"/>
                    </a:cubicBezTo>
                    <a:cubicBezTo>
                      <a:pt x="923641" y="699572"/>
                      <a:pt x="713856" y="56002"/>
                      <a:pt x="695993" y="16887"/>
                    </a:cubicBezTo>
                    <a:cubicBezTo>
                      <a:pt x="693776" y="14410"/>
                      <a:pt x="688170" y="13367"/>
                      <a:pt x="680999" y="13367"/>
                    </a:cubicBezTo>
                    <a:close/>
                    <a:moveTo>
                      <a:pt x="367168" y="99550"/>
                    </a:moveTo>
                    <a:lnTo>
                      <a:pt x="367168" y="9955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832" name="Google Shape;832;p75"/>
              <p:cNvGrpSpPr/>
              <p:nvPr/>
            </p:nvGrpSpPr>
            <p:grpSpPr>
              <a:xfrm>
                <a:off x="5909424" y="3227297"/>
                <a:ext cx="721708" cy="913466"/>
                <a:chOff x="5909424" y="3227297"/>
                <a:chExt cx="721708" cy="913466"/>
              </a:xfrm>
            </p:grpSpPr>
            <p:sp>
              <p:nvSpPr>
                <p:cNvPr id="833" name="Google Shape;833;p75"/>
                <p:cNvSpPr/>
                <p:nvPr/>
              </p:nvSpPr>
              <p:spPr>
                <a:xfrm>
                  <a:off x="5909424" y="3227297"/>
                  <a:ext cx="721708" cy="913466"/>
                </a:xfrm>
                <a:custGeom>
                  <a:rect b="b" l="l" r="r" t="t"/>
                  <a:pathLst>
                    <a:path extrusionOk="0" h="913466" w="721708">
                      <a:moveTo>
                        <a:pt x="286230" y="553736"/>
                      </a:moveTo>
                      <a:lnTo>
                        <a:pt x="465767" y="560907"/>
                      </a:lnTo>
                      <a:lnTo>
                        <a:pt x="224559" y="513708"/>
                      </a:lnTo>
                      <a:cubicBezTo>
                        <a:pt x="224559" y="513708"/>
                        <a:pt x="55713" y="438217"/>
                        <a:pt x="55713" y="348383"/>
                      </a:cubicBezTo>
                      <a:cubicBezTo>
                        <a:pt x="55713" y="258549"/>
                        <a:pt x="160019" y="226345"/>
                        <a:pt x="160019" y="226345"/>
                      </a:cubicBezTo>
                      <a:lnTo>
                        <a:pt x="415178" y="158024"/>
                      </a:lnTo>
                      <a:lnTo>
                        <a:pt x="433171" y="0"/>
                      </a:lnTo>
                      <a:cubicBezTo>
                        <a:pt x="429129" y="0"/>
                        <a:pt x="417525" y="0"/>
                        <a:pt x="401358" y="1043"/>
                      </a:cubicBezTo>
                      <a:cubicBezTo>
                        <a:pt x="387055" y="6767"/>
                        <a:pt x="373117" y="13390"/>
                        <a:pt x="359635" y="20861"/>
                      </a:cubicBezTo>
                      <a:cubicBezTo>
                        <a:pt x="359635" y="20861"/>
                        <a:pt x="91698" y="157502"/>
                        <a:pt x="30027" y="224519"/>
                      </a:cubicBezTo>
                      <a:cubicBezTo>
                        <a:pt x="-31644" y="291536"/>
                        <a:pt x="16989" y="353077"/>
                        <a:pt x="40719" y="422701"/>
                      </a:cubicBezTo>
                      <a:cubicBezTo>
                        <a:pt x="64448" y="492326"/>
                        <a:pt x="378801" y="891167"/>
                        <a:pt x="402922" y="909942"/>
                      </a:cubicBezTo>
                      <a:cubicBezTo>
                        <a:pt x="427043" y="928717"/>
                        <a:pt x="550255" y="869784"/>
                        <a:pt x="716493" y="797421"/>
                      </a:cubicBezTo>
                      <a:lnTo>
                        <a:pt x="721708" y="795075"/>
                      </a:lnTo>
                      <a:cubicBezTo>
                        <a:pt x="673988" y="804723"/>
                        <a:pt x="520788" y="842273"/>
                        <a:pt x="472677" y="801072"/>
                      </a:cubicBezTo>
                      <a:cubicBezTo>
                        <a:pt x="422480" y="757915"/>
                        <a:pt x="318304" y="650219"/>
                        <a:pt x="318304" y="650219"/>
                      </a:cubicBezTo>
                      <a:lnTo>
                        <a:pt x="706193" y="653740"/>
                      </a:ln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834" name="Google Shape;834;p75"/>
                <p:cNvSpPr/>
                <p:nvPr/>
              </p:nvSpPr>
              <p:spPr>
                <a:xfrm>
                  <a:off x="5909424" y="3227297"/>
                  <a:ext cx="721708" cy="913466"/>
                </a:xfrm>
                <a:custGeom>
                  <a:rect b="b" l="l" r="r" t="t"/>
                  <a:pathLst>
                    <a:path extrusionOk="0" h="913466" w="721708">
                      <a:moveTo>
                        <a:pt x="286230" y="553736"/>
                      </a:moveTo>
                      <a:lnTo>
                        <a:pt x="465767" y="560907"/>
                      </a:lnTo>
                      <a:lnTo>
                        <a:pt x="224559" y="513708"/>
                      </a:lnTo>
                      <a:cubicBezTo>
                        <a:pt x="224559" y="513708"/>
                        <a:pt x="55713" y="438217"/>
                        <a:pt x="55713" y="348383"/>
                      </a:cubicBezTo>
                      <a:cubicBezTo>
                        <a:pt x="55713" y="258549"/>
                        <a:pt x="160019" y="226345"/>
                        <a:pt x="160019" y="226345"/>
                      </a:cubicBezTo>
                      <a:lnTo>
                        <a:pt x="415178" y="158024"/>
                      </a:lnTo>
                      <a:lnTo>
                        <a:pt x="433171" y="0"/>
                      </a:lnTo>
                      <a:cubicBezTo>
                        <a:pt x="429129" y="0"/>
                        <a:pt x="417525" y="0"/>
                        <a:pt x="401358" y="1043"/>
                      </a:cubicBezTo>
                      <a:cubicBezTo>
                        <a:pt x="387055" y="6767"/>
                        <a:pt x="373117" y="13390"/>
                        <a:pt x="359635" y="20861"/>
                      </a:cubicBezTo>
                      <a:cubicBezTo>
                        <a:pt x="359635" y="20861"/>
                        <a:pt x="91698" y="157502"/>
                        <a:pt x="30027" y="224519"/>
                      </a:cubicBezTo>
                      <a:cubicBezTo>
                        <a:pt x="-31644" y="291536"/>
                        <a:pt x="16989" y="353077"/>
                        <a:pt x="40719" y="422701"/>
                      </a:cubicBezTo>
                      <a:cubicBezTo>
                        <a:pt x="64448" y="492326"/>
                        <a:pt x="378801" y="891167"/>
                        <a:pt x="402922" y="909942"/>
                      </a:cubicBezTo>
                      <a:cubicBezTo>
                        <a:pt x="427043" y="928717"/>
                        <a:pt x="550255" y="869784"/>
                        <a:pt x="716493" y="797421"/>
                      </a:cubicBezTo>
                      <a:lnTo>
                        <a:pt x="721708" y="795075"/>
                      </a:lnTo>
                      <a:cubicBezTo>
                        <a:pt x="673988" y="804723"/>
                        <a:pt x="520788" y="842273"/>
                        <a:pt x="472677" y="801072"/>
                      </a:cubicBezTo>
                      <a:cubicBezTo>
                        <a:pt x="422480" y="757915"/>
                        <a:pt x="318304" y="650219"/>
                        <a:pt x="318304" y="650219"/>
                      </a:cubicBezTo>
                      <a:lnTo>
                        <a:pt x="706193" y="653740"/>
                      </a:lnTo>
                      <a:close/>
                    </a:path>
                  </a:pathLst>
                </a:custGeom>
                <a:solidFill>
                  <a:srgbClr val="FFFFFF">
                    <a:alpha val="48235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835" name="Google Shape;835;p75"/>
              <p:cNvSpPr/>
              <p:nvPr/>
            </p:nvSpPr>
            <p:spPr>
              <a:xfrm>
                <a:off x="6194350" y="3178664"/>
                <a:ext cx="302407" cy="265486"/>
              </a:xfrm>
              <a:custGeom>
                <a:rect b="b" l="l" r="r" t="t"/>
                <a:pathLst>
                  <a:path extrusionOk="0" h="265486" w="302407">
                    <a:moveTo>
                      <a:pt x="0" y="109130"/>
                    </a:moveTo>
                    <a:cubicBezTo>
                      <a:pt x="32374" y="157489"/>
                      <a:pt x="74305" y="198716"/>
                      <a:pt x="123212" y="230256"/>
                    </a:cubicBezTo>
                    <a:cubicBezTo>
                      <a:pt x="208873" y="283843"/>
                      <a:pt x="265199" y="273152"/>
                      <a:pt x="294665" y="219434"/>
                    </a:cubicBezTo>
                    <a:cubicBezTo>
                      <a:pt x="318786" y="175626"/>
                      <a:pt x="280193" y="45764"/>
                      <a:pt x="265329" y="0"/>
                    </a:cubicBezTo>
                    <a:cubicBezTo>
                      <a:pt x="191402" y="20079"/>
                      <a:pt x="110043" y="49154"/>
                      <a:pt x="74970" y="69494"/>
                    </a:cubicBezTo>
                    <a:cubicBezTo>
                      <a:pt x="74970" y="69494"/>
                      <a:pt x="43939" y="85401"/>
                      <a:pt x="0" y="10913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36" name="Google Shape;836;p75"/>
              <p:cNvSpPr/>
              <p:nvPr/>
            </p:nvSpPr>
            <p:spPr>
              <a:xfrm>
                <a:off x="6187227" y="3171522"/>
                <a:ext cx="316442" cy="279644"/>
              </a:xfrm>
              <a:custGeom>
                <a:rect b="b" l="l" r="r" t="t"/>
                <a:pathLst>
                  <a:path extrusionOk="0" h="279644" w="316442">
                    <a:moveTo>
                      <a:pt x="228513" y="279642"/>
                    </a:moveTo>
                    <a:cubicBezTo>
                      <a:pt x="199307" y="279642"/>
                      <a:pt x="165147" y="267517"/>
                      <a:pt x="126554" y="243396"/>
                    </a:cubicBezTo>
                    <a:cubicBezTo>
                      <a:pt x="76904" y="211191"/>
                      <a:pt x="34295" y="169273"/>
                      <a:pt x="1256" y="120184"/>
                    </a:cubicBezTo>
                    <a:cubicBezTo>
                      <a:pt x="96" y="118554"/>
                      <a:pt x="-283" y="116507"/>
                      <a:pt x="213" y="114577"/>
                    </a:cubicBezTo>
                    <a:cubicBezTo>
                      <a:pt x="708" y="112635"/>
                      <a:pt x="1986" y="110992"/>
                      <a:pt x="3733" y="110014"/>
                    </a:cubicBezTo>
                    <a:cubicBezTo>
                      <a:pt x="47020" y="86545"/>
                      <a:pt x="78573" y="70899"/>
                      <a:pt x="78834" y="70247"/>
                    </a:cubicBezTo>
                    <a:cubicBezTo>
                      <a:pt x="112994" y="50560"/>
                      <a:pt x="192006" y="21745"/>
                      <a:pt x="270496" y="232"/>
                    </a:cubicBezTo>
                    <a:cubicBezTo>
                      <a:pt x="274147" y="-720"/>
                      <a:pt x="277915" y="1340"/>
                      <a:pt x="279102" y="4926"/>
                    </a:cubicBezTo>
                    <a:cubicBezTo>
                      <a:pt x="296182" y="57079"/>
                      <a:pt x="333080" y="184463"/>
                      <a:pt x="307916" y="230097"/>
                    </a:cubicBezTo>
                    <a:cubicBezTo>
                      <a:pt x="296703" y="252901"/>
                      <a:pt x="276312" y="269877"/>
                      <a:pt x="251852" y="276774"/>
                    </a:cubicBezTo>
                    <a:cubicBezTo>
                      <a:pt x="244224" y="278730"/>
                      <a:pt x="236388" y="279694"/>
                      <a:pt x="228513" y="279642"/>
                    </a:cubicBezTo>
                    <a:close/>
                    <a:moveTo>
                      <a:pt x="17293" y="118750"/>
                    </a:moveTo>
                    <a:cubicBezTo>
                      <a:pt x="48767" y="163523"/>
                      <a:pt x="88612" y="201777"/>
                      <a:pt x="134638" y="231401"/>
                    </a:cubicBezTo>
                    <a:cubicBezTo>
                      <a:pt x="180793" y="260215"/>
                      <a:pt x="219256" y="270515"/>
                      <a:pt x="248983" y="263083"/>
                    </a:cubicBezTo>
                    <a:cubicBezTo>
                      <a:pt x="269662" y="257086"/>
                      <a:pt x="286820" y="242574"/>
                      <a:pt x="296182" y="223186"/>
                    </a:cubicBezTo>
                    <a:cubicBezTo>
                      <a:pt x="318217" y="183420"/>
                      <a:pt x="283144" y="61642"/>
                      <a:pt x="268410" y="15747"/>
                    </a:cubicBezTo>
                    <a:cubicBezTo>
                      <a:pt x="194092" y="36348"/>
                      <a:pt x="118340" y="64119"/>
                      <a:pt x="85874" y="82764"/>
                    </a:cubicBezTo>
                    <a:cubicBezTo>
                      <a:pt x="84962" y="83025"/>
                      <a:pt x="56799" y="97367"/>
                      <a:pt x="17293" y="11875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37" name="Google Shape;837;p75"/>
              <p:cNvSpPr/>
              <p:nvPr/>
            </p:nvSpPr>
            <p:spPr>
              <a:xfrm>
                <a:off x="6175444" y="3103042"/>
                <a:ext cx="276215" cy="290553"/>
              </a:xfrm>
              <a:custGeom>
                <a:rect b="b" l="l" r="r" t="t"/>
                <a:pathLst>
                  <a:path extrusionOk="0" h="290553" w="276215">
                    <a:moveTo>
                      <a:pt x="262591" y="43287"/>
                    </a:moveTo>
                    <a:cubicBezTo>
                      <a:pt x="250439" y="57290"/>
                      <a:pt x="244637" y="75700"/>
                      <a:pt x="246554" y="94136"/>
                    </a:cubicBezTo>
                    <a:cubicBezTo>
                      <a:pt x="251900" y="120995"/>
                      <a:pt x="278759" y="225432"/>
                      <a:pt x="276021" y="260244"/>
                    </a:cubicBezTo>
                    <a:cubicBezTo>
                      <a:pt x="273282" y="295056"/>
                      <a:pt x="241208" y="300532"/>
                      <a:pt x="174191" y="273282"/>
                    </a:cubicBezTo>
                    <a:cubicBezTo>
                      <a:pt x="107175" y="246032"/>
                      <a:pt x="64409" y="168976"/>
                      <a:pt x="53587" y="150071"/>
                    </a:cubicBezTo>
                    <a:cubicBezTo>
                      <a:pt x="42766" y="131165"/>
                      <a:pt x="0" y="18775"/>
                      <a:pt x="0" y="18775"/>
                    </a:cubicBezTo>
                    <a:lnTo>
                      <a:pt x="29467" y="0"/>
                    </a:lnTo>
                    <a:cubicBezTo>
                      <a:pt x="29467" y="0"/>
                      <a:pt x="59064" y="45504"/>
                      <a:pt x="131296" y="45504"/>
                    </a:cubicBezTo>
                    <a:cubicBezTo>
                      <a:pt x="203528" y="45504"/>
                      <a:pt x="254638" y="7953"/>
                      <a:pt x="262591" y="24121"/>
                    </a:cubicBezTo>
                    <a:cubicBezTo>
                      <a:pt x="270544" y="40288"/>
                      <a:pt x="262591" y="43287"/>
                      <a:pt x="262591" y="4328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38" name="Google Shape;838;p75"/>
              <p:cNvSpPr/>
              <p:nvPr/>
            </p:nvSpPr>
            <p:spPr>
              <a:xfrm>
                <a:off x="6168474" y="3096336"/>
                <a:ext cx="289997" cy="304531"/>
              </a:xfrm>
              <a:custGeom>
                <a:rect b="b" l="l" r="r" t="t"/>
                <a:pathLst>
                  <a:path extrusionOk="0" h="304531" w="289997">
                    <a:moveTo>
                      <a:pt x="247918" y="304500"/>
                    </a:moveTo>
                    <a:cubicBezTo>
                      <a:pt x="223928" y="302844"/>
                      <a:pt x="200433" y="296886"/>
                      <a:pt x="178554" y="286899"/>
                    </a:cubicBezTo>
                    <a:cubicBezTo>
                      <a:pt x="133703" y="269036"/>
                      <a:pt x="92371" y="227053"/>
                      <a:pt x="55343" y="162253"/>
                    </a:cubicBezTo>
                    <a:lnTo>
                      <a:pt x="54430" y="160688"/>
                    </a:lnTo>
                    <a:cubicBezTo>
                      <a:pt x="43608" y="141652"/>
                      <a:pt x="2277" y="32913"/>
                      <a:pt x="451" y="28350"/>
                    </a:cubicBezTo>
                    <a:cubicBezTo>
                      <a:pt x="-709" y="25233"/>
                      <a:pt x="425" y="21726"/>
                      <a:pt x="3190" y="19875"/>
                    </a:cubicBezTo>
                    <a:lnTo>
                      <a:pt x="32656" y="1100"/>
                    </a:lnTo>
                    <a:cubicBezTo>
                      <a:pt x="35942" y="-961"/>
                      <a:pt x="40283" y="-48"/>
                      <a:pt x="42435" y="3186"/>
                    </a:cubicBezTo>
                    <a:cubicBezTo>
                      <a:pt x="43608" y="4881"/>
                      <a:pt x="70989" y="45560"/>
                      <a:pt x="138266" y="45560"/>
                    </a:cubicBezTo>
                    <a:cubicBezTo>
                      <a:pt x="169441" y="44660"/>
                      <a:pt x="200263" y="38715"/>
                      <a:pt x="229534" y="27958"/>
                    </a:cubicBezTo>
                    <a:cubicBezTo>
                      <a:pt x="252481" y="20396"/>
                      <a:pt x="268649" y="14920"/>
                      <a:pt x="275690" y="27958"/>
                    </a:cubicBezTo>
                    <a:cubicBezTo>
                      <a:pt x="279771" y="34295"/>
                      <a:pt x="280918" y="42092"/>
                      <a:pt x="278819" y="49341"/>
                    </a:cubicBezTo>
                    <a:cubicBezTo>
                      <a:pt x="277854" y="51779"/>
                      <a:pt x="276172" y="53865"/>
                      <a:pt x="273995" y="55339"/>
                    </a:cubicBezTo>
                    <a:cubicBezTo>
                      <a:pt x="263603" y="67490"/>
                      <a:pt x="258609" y="83358"/>
                      <a:pt x="260174" y="99278"/>
                    </a:cubicBezTo>
                    <a:cubicBezTo>
                      <a:pt x="261348" y="105014"/>
                      <a:pt x="263434" y="114141"/>
                      <a:pt x="266041" y="125354"/>
                    </a:cubicBezTo>
                    <a:cubicBezTo>
                      <a:pt x="275690" y="167859"/>
                      <a:pt x="292118" y="238918"/>
                      <a:pt x="289771" y="267341"/>
                    </a:cubicBezTo>
                    <a:cubicBezTo>
                      <a:pt x="289797" y="279662"/>
                      <a:pt x="283630" y="291188"/>
                      <a:pt x="273343" y="297981"/>
                    </a:cubicBezTo>
                    <a:cubicBezTo>
                      <a:pt x="265676" y="302558"/>
                      <a:pt x="256849" y="304826"/>
                      <a:pt x="247918" y="304500"/>
                    </a:cubicBezTo>
                    <a:close/>
                    <a:moveTo>
                      <a:pt x="15706" y="28741"/>
                    </a:moveTo>
                    <a:cubicBezTo>
                      <a:pt x="24312" y="51297"/>
                      <a:pt x="57690" y="137871"/>
                      <a:pt x="66686" y="153647"/>
                    </a:cubicBezTo>
                    <a:lnTo>
                      <a:pt x="67599" y="155212"/>
                    </a:lnTo>
                    <a:cubicBezTo>
                      <a:pt x="102932" y="217274"/>
                      <a:pt x="142047" y="257171"/>
                      <a:pt x="183770" y="273860"/>
                    </a:cubicBezTo>
                    <a:cubicBezTo>
                      <a:pt x="235271" y="294330"/>
                      <a:pt x="256915" y="291853"/>
                      <a:pt x="266172" y="286116"/>
                    </a:cubicBezTo>
                    <a:cubicBezTo>
                      <a:pt x="272547" y="281631"/>
                      <a:pt x="276224" y="274225"/>
                      <a:pt x="275950" y="266428"/>
                    </a:cubicBezTo>
                    <a:cubicBezTo>
                      <a:pt x="278037" y="240352"/>
                      <a:pt x="261348" y="167598"/>
                      <a:pt x="252481" y="128614"/>
                    </a:cubicBezTo>
                    <a:cubicBezTo>
                      <a:pt x="249874" y="117270"/>
                      <a:pt x="247788" y="108013"/>
                      <a:pt x="246614" y="102537"/>
                    </a:cubicBezTo>
                    <a:cubicBezTo>
                      <a:pt x="244202" y="81898"/>
                      <a:pt x="250643" y="61193"/>
                      <a:pt x="264346" y="45560"/>
                    </a:cubicBezTo>
                    <a:cubicBezTo>
                      <a:pt x="264816" y="44973"/>
                      <a:pt x="265389" y="44491"/>
                      <a:pt x="266041" y="44126"/>
                    </a:cubicBezTo>
                    <a:cubicBezTo>
                      <a:pt x="266106" y="40749"/>
                      <a:pt x="265155" y="37437"/>
                      <a:pt x="263303" y="34608"/>
                    </a:cubicBezTo>
                    <a:cubicBezTo>
                      <a:pt x="253238" y="35312"/>
                      <a:pt x="243368" y="37685"/>
                      <a:pt x="234098" y="41648"/>
                    </a:cubicBezTo>
                    <a:cubicBezTo>
                      <a:pt x="203353" y="52888"/>
                      <a:pt x="170992" y="59055"/>
                      <a:pt x="138266" y="59902"/>
                    </a:cubicBezTo>
                    <a:cubicBezTo>
                      <a:pt x="99086" y="61701"/>
                      <a:pt x="61145" y="45873"/>
                      <a:pt x="34873" y="1674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839" name="Google Shape;839;p75"/>
              <p:cNvGrpSpPr/>
              <p:nvPr/>
            </p:nvGrpSpPr>
            <p:grpSpPr>
              <a:xfrm>
                <a:off x="6175444" y="3103172"/>
                <a:ext cx="262591" cy="280323"/>
                <a:chOff x="6175444" y="3103172"/>
                <a:chExt cx="262591" cy="280323"/>
              </a:xfrm>
            </p:grpSpPr>
            <p:sp>
              <p:nvSpPr>
                <p:cNvPr id="840" name="Google Shape;840;p75"/>
                <p:cNvSpPr/>
                <p:nvPr/>
              </p:nvSpPr>
              <p:spPr>
                <a:xfrm>
                  <a:off x="6175444" y="3103172"/>
                  <a:ext cx="262591" cy="280323"/>
                </a:xfrm>
                <a:custGeom>
                  <a:rect b="b" l="l" r="r" t="t"/>
                  <a:pathLst>
                    <a:path extrusionOk="0" h="280323" w="262591">
                      <a:moveTo>
                        <a:pt x="139249" y="160241"/>
                      </a:moveTo>
                      <a:lnTo>
                        <a:pt x="262591" y="42896"/>
                      </a:lnTo>
                      <a:lnTo>
                        <a:pt x="258680" y="20861"/>
                      </a:lnTo>
                      <a:cubicBezTo>
                        <a:pt x="243816" y="15516"/>
                        <a:pt x="196226" y="45504"/>
                        <a:pt x="131296" y="45504"/>
                      </a:cubicBezTo>
                      <a:cubicBezTo>
                        <a:pt x="59064" y="45504"/>
                        <a:pt x="29467" y="0"/>
                        <a:pt x="29467" y="0"/>
                      </a:cubicBezTo>
                      <a:lnTo>
                        <a:pt x="0" y="18775"/>
                      </a:lnTo>
                      <a:cubicBezTo>
                        <a:pt x="0" y="18775"/>
                        <a:pt x="42896" y="131296"/>
                        <a:pt x="53587" y="150071"/>
                      </a:cubicBezTo>
                      <a:cubicBezTo>
                        <a:pt x="64279" y="168846"/>
                        <a:pt x="107175" y="246554"/>
                        <a:pt x="174191" y="273282"/>
                      </a:cubicBezTo>
                      <a:cubicBezTo>
                        <a:pt x="180971" y="276020"/>
                        <a:pt x="187230" y="278367"/>
                        <a:pt x="193488" y="280323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841" name="Google Shape;841;p75"/>
                <p:cNvSpPr/>
                <p:nvPr/>
              </p:nvSpPr>
              <p:spPr>
                <a:xfrm>
                  <a:off x="6175444" y="3103172"/>
                  <a:ext cx="262591" cy="280323"/>
                </a:xfrm>
                <a:custGeom>
                  <a:rect b="b" l="l" r="r" t="t"/>
                  <a:pathLst>
                    <a:path extrusionOk="0" h="280323" w="262591">
                      <a:moveTo>
                        <a:pt x="139249" y="160241"/>
                      </a:moveTo>
                      <a:lnTo>
                        <a:pt x="262591" y="42896"/>
                      </a:lnTo>
                      <a:lnTo>
                        <a:pt x="258680" y="20861"/>
                      </a:lnTo>
                      <a:cubicBezTo>
                        <a:pt x="243816" y="15516"/>
                        <a:pt x="196226" y="45504"/>
                        <a:pt x="131296" y="45504"/>
                      </a:cubicBezTo>
                      <a:cubicBezTo>
                        <a:pt x="59064" y="45504"/>
                        <a:pt x="29467" y="0"/>
                        <a:pt x="29467" y="0"/>
                      </a:cubicBezTo>
                      <a:lnTo>
                        <a:pt x="0" y="18775"/>
                      </a:lnTo>
                      <a:cubicBezTo>
                        <a:pt x="0" y="18775"/>
                        <a:pt x="42896" y="131296"/>
                        <a:pt x="53587" y="150071"/>
                      </a:cubicBezTo>
                      <a:cubicBezTo>
                        <a:pt x="64279" y="168846"/>
                        <a:pt x="107175" y="246554"/>
                        <a:pt x="174191" y="273282"/>
                      </a:cubicBezTo>
                      <a:cubicBezTo>
                        <a:pt x="180971" y="276020"/>
                        <a:pt x="187230" y="278367"/>
                        <a:pt x="193488" y="280323"/>
                      </a:cubicBezTo>
                      <a:close/>
                    </a:path>
                  </a:pathLst>
                </a:custGeom>
                <a:solidFill>
                  <a:srgbClr val="FFFFFF">
                    <a:alpha val="48235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842" name="Google Shape;842;p75"/>
              <p:cNvSpPr/>
              <p:nvPr/>
            </p:nvSpPr>
            <p:spPr>
              <a:xfrm>
                <a:off x="6065662" y="2977483"/>
                <a:ext cx="128557" cy="128557"/>
              </a:xfrm>
              <a:custGeom>
                <a:rect b="b" l="l" r="r" t="t"/>
                <a:pathLst>
                  <a:path extrusionOk="0" h="128557" w="128557">
                    <a:moveTo>
                      <a:pt x="0" y="56195"/>
                    </a:moveTo>
                    <a:lnTo>
                      <a:pt x="56195" y="128557"/>
                    </a:lnTo>
                    <a:lnTo>
                      <a:pt x="128557" y="99091"/>
                    </a:lnTo>
                    <a:lnTo>
                      <a:pt x="74970" y="0"/>
                    </a:lnTo>
                    <a:lnTo>
                      <a:pt x="0" y="56195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43" name="Google Shape;843;p75"/>
              <p:cNvSpPr/>
              <p:nvPr/>
            </p:nvSpPr>
            <p:spPr>
              <a:xfrm>
                <a:off x="6058555" y="2970151"/>
                <a:ext cx="142499" cy="142930"/>
              </a:xfrm>
              <a:custGeom>
                <a:rect b="b" l="l" r="r" t="t"/>
                <a:pathLst>
                  <a:path extrusionOk="0" h="142930" w="142499">
                    <a:moveTo>
                      <a:pt x="63302" y="142930"/>
                    </a:moveTo>
                    <a:cubicBezTo>
                      <a:pt x="61176" y="142957"/>
                      <a:pt x="59155" y="141992"/>
                      <a:pt x="57825" y="140323"/>
                    </a:cubicBezTo>
                    <a:lnTo>
                      <a:pt x="1500" y="67700"/>
                    </a:lnTo>
                    <a:cubicBezTo>
                      <a:pt x="327" y="66187"/>
                      <a:pt x="-195" y="64257"/>
                      <a:pt x="66" y="62354"/>
                    </a:cubicBezTo>
                    <a:cubicBezTo>
                      <a:pt x="366" y="60502"/>
                      <a:pt x="1343" y="58834"/>
                      <a:pt x="2804" y="57660"/>
                    </a:cubicBezTo>
                    <a:lnTo>
                      <a:pt x="77904" y="1465"/>
                    </a:lnTo>
                    <a:cubicBezTo>
                      <a:pt x="79521" y="200"/>
                      <a:pt x="81633" y="-282"/>
                      <a:pt x="83641" y="161"/>
                    </a:cubicBezTo>
                    <a:cubicBezTo>
                      <a:pt x="85649" y="591"/>
                      <a:pt x="87357" y="1882"/>
                      <a:pt x="88335" y="3682"/>
                    </a:cubicBezTo>
                    <a:lnTo>
                      <a:pt x="141922" y="102773"/>
                    </a:lnTo>
                    <a:cubicBezTo>
                      <a:pt x="142692" y="104650"/>
                      <a:pt x="142692" y="106762"/>
                      <a:pt x="141922" y="108640"/>
                    </a:cubicBezTo>
                    <a:cubicBezTo>
                      <a:pt x="141283" y="110504"/>
                      <a:pt x="139849" y="111977"/>
                      <a:pt x="138011" y="112682"/>
                    </a:cubicBezTo>
                    <a:lnTo>
                      <a:pt x="65648" y="142148"/>
                    </a:lnTo>
                    <a:cubicBezTo>
                      <a:pt x="64918" y="142552"/>
                      <a:pt x="64123" y="142813"/>
                      <a:pt x="63302" y="142930"/>
                    </a:cubicBezTo>
                    <a:close/>
                    <a:moveTo>
                      <a:pt x="17016" y="64701"/>
                    </a:moveTo>
                    <a:lnTo>
                      <a:pt x="65648" y="127154"/>
                    </a:lnTo>
                    <a:lnTo>
                      <a:pt x="125755" y="102642"/>
                    </a:lnTo>
                    <a:lnTo>
                      <a:pt x="79730" y="17633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44" name="Google Shape;844;p75"/>
              <p:cNvSpPr/>
              <p:nvPr/>
            </p:nvSpPr>
            <p:spPr>
              <a:xfrm>
                <a:off x="6083871" y="2778266"/>
                <a:ext cx="421712" cy="401488"/>
              </a:xfrm>
              <a:custGeom>
                <a:rect b="b" l="l" r="r" t="t"/>
                <a:pathLst>
                  <a:path extrusionOk="0" h="401488" w="421712">
                    <a:moveTo>
                      <a:pt x="78275" y="285662"/>
                    </a:moveTo>
                    <a:cubicBezTo>
                      <a:pt x="78275" y="285662"/>
                      <a:pt x="-2172" y="178357"/>
                      <a:pt x="45" y="146282"/>
                    </a:cubicBezTo>
                    <a:cubicBezTo>
                      <a:pt x="2261" y="114208"/>
                      <a:pt x="170195" y="-7700"/>
                      <a:pt x="215829" y="384"/>
                    </a:cubicBezTo>
                    <a:cubicBezTo>
                      <a:pt x="261463" y="8468"/>
                      <a:pt x="333173" y="144848"/>
                      <a:pt x="333173" y="144848"/>
                    </a:cubicBezTo>
                    <a:lnTo>
                      <a:pt x="373461" y="185136"/>
                    </a:lnTo>
                    <a:lnTo>
                      <a:pt x="360423" y="222687"/>
                    </a:lnTo>
                    <a:cubicBezTo>
                      <a:pt x="360423" y="222687"/>
                      <a:pt x="429135" y="317736"/>
                      <a:pt x="421051" y="331165"/>
                    </a:cubicBezTo>
                    <a:cubicBezTo>
                      <a:pt x="412967" y="344595"/>
                      <a:pt x="351427" y="382014"/>
                      <a:pt x="276326" y="398182"/>
                    </a:cubicBezTo>
                    <a:cubicBezTo>
                      <a:pt x="201226" y="414349"/>
                      <a:pt x="128994" y="365977"/>
                      <a:pt x="128994" y="365977"/>
                    </a:cubicBezTo>
                    <a:cubicBezTo>
                      <a:pt x="128994" y="365977"/>
                      <a:pt x="78144" y="387360"/>
                      <a:pt x="56631" y="374061"/>
                    </a:cubicBezTo>
                    <a:cubicBezTo>
                      <a:pt x="35118" y="360762"/>
                      <a:pt x="5782" y="312390"/>
                      <a:pt x="11127" y="301699"/>
                    </a:cubicBezTo>
                    <a:cubicBezTo>
                      <a:pt x="16473" y="291007"/>
                      <a:pt x="78275" y="285662"/>
                      <a:pt x="78275" y="28566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45" name="Google Shape;845;p75"/>
              <p:cNvSpPr/>
              <p:nvPr/>
            </p:nvSpPr>
            <p:spPr>
              <a:xfrm>
                <a:off x="6077313" y="2770815"/>
                <a:ext cx="435145" cy="415280"/>
              </a:xfrm>
              <a:custGeom>
                <a:rect b="b" l="l" r="r" t="t"/>
                <a:pathLst>
                  <a:path extrusionOk="0" h="415280" w="435145">
                    <a:moveTo>
                      <a:pt x="251070" y="415280"/>
                    </a:moveTo>
                    <a:cubicBezTo>
                      <a:pt x="210065" y="413951"/>
                      <a:pt x="170090" y="402047"/>
                      <a:pt x="135030" y="380729"/>
                    </a:cubicBezTo>
                    <a:cubicBezTo>
                      <a:pt x="121991" y="385684"/>
                      <a:pt x="80790" y="400026"/>
                      <a:pt x="59668" y="386857"/>
                    </a:cubicBezTo>
                    <a:cubicBezTo>
                      <a:pt x="38546" y="373688"/>
                      <a:pt x="3082" y="321666"/>
                      <a:pt x="11427" y="305368"/>
                    </a:cubicBezTo>
                    <a:cubicBezTo>
                      <a:pt x="16512" y="295068"/>
                      <a:pt x="44805" y="289591"/>
                      <a:pt x="71794" y="286593"/>
                    </a:cubicBezTo>
                    <a:cubicBezTo>
                      <a:pt x="50933" y="257909"/>
                      <a:pt x="-2394" y="181374"/>
                      <a:pt x="83" y="152429"/>
                    </a:cubicBezTo>
                    <a:cubicBezTo>
                      <a:pt x="1648" y="132871"/>
                      <a:pt x="43501" y="97929"/>
                      <a:pt x="68274" y="78762"/>
                    </a:cubicBezTo>
                    <a:cubicBezTo>
                      <a:pt x="107388" y="48905"/>
                      <a:pt x="189399" y="-5986"/>
                      <a:pt x="224733" y="533"/>
                    </a:cubicBezTo>
                    <a:cubicBezTo>
                      <a:pt x="271410" y="8747"/>
                      <a:pt x="336993" y="129612"/>
                      <a:pt x="346511" y="147735"/>
                    </a:cubicBezTo>
                    <a:lnTo>
                      <a:pt x="385625" y="186850"/>
                    </a:lnTo>
                    <a:cubicBezTo>
                      <a:pt x="387620" y="188780"/>
                      <a:pt x="388233" y="191713"/>
                      <a:pt x="387190" y="194282"/>
                    </a:cubicBezTo>
                    <a:lnTo>
                      <a:pt x="375064" y="228312"/>
                    </a:lnTo>
                    <a:cubicBezTo>
                      <a:pt x="420959" y="292069"/>
                      <a:pt x="440256" y="330141"/>
                      <a:pt x="433997" y="341484"/>
                    </a:cubicBezTo>
                    <a:cubicBezTo>
                      <a:pt x="424610" y="356999"/>
                      <a:pt x="360983" y="395332"/>
                      <a:pt x="284709" y="411760"/>
                    </a:cubicBezTo>
                    <a:cubicBezTo>
                      <a:pt x="273653" y="414081"/>
                      <a:pt x="262374" y="415268"/>
                      <a:pt x="251070" y="415280"/>
                    </a:cubicBezTo>
                    <a:close/>
                    <a:moveTo>
                      <a:pt x="135682" y="365735"/>
                    </a:moveTo>
                    <a:cubicBezTo>
                      <a:pt x="137077" y="365722"/>
                      <a:pt x="138433" y="366126"/>
                      <a:pt x="139593" y="366909"/>
                    </a:cubicBezTo>
                    <a:cubicBezTo>
                      <a:pt x="140375" y="366909"/>
                      <a:pt x="210391" y="413325"/>
                      <a:pt x="281580" y="398070"/>
                    </a:cubicBezTo>
                    <a:cubicBezTo>
                      <a:pt x="358375" y="381642"/>
                      <a:pt x="415744" y="344222"/>
                      <a:pt x="421741" y="334313"/>
                    </a:cubicBezTo>
                    <a:cubicBezTo>
                      <a:pt x="422654" y="325447"/>
                      <a:pt x="391232" y="274858"/>
                      <a:pt x="361374" y="233657"/>
                    </a:cubicBezTo>
                    <a:cubicBezTo>
                      <a:pt x="359992" y="231780"/>
                      <a:pt x="359640" y="229329"/>
                      <a:pt x="360462" y="227138"/>
                    </a:cubicBezTo>
                    <a:lnTo>
                      <a:pt x="372326" y="193760"/>
                    </a:lnTo>
                    <a:lnTo>
                      <a:pt x="335167" y="156731"/>
                    </a:lnTo>
                    <a:cubicBezTo>
                      <a:pt x="334659" y="156184"/>
                      <a:pt x="334228" y="155571"/>
                      <a:pt x="333863" y="154906"/>
                    </a:cubicBezTo>
                    <a:cubicBezTo>
                      <a:pt x="314436" y="117877"/>
                      <a:pt x="255634" y="20221"/>
                      <a:pt x="221604" y="14093"/>
                    </a:cubicBezTo>
                    <a:cubicBezTo>
                      <a:pt x="200482" y="10442"/>
                      <a:pt x="136855" y="43689"/>
                      <a:pt x="76879" y="89975"/>
                    </a:cubicBezTo>
                    <a:cubicBezTo>
                      <a:pt x="34635" y="122441"/>
                      <a:pt x="14817" y="145779"/>
                      <a:pt x="14165" y="153602"/>
                    </a:cubicBezTo>
                    <a:cubicBezTo>
                      <a:pt x="12339" y="175115"/>
                      <a:pt x="59929" y="247608"/>
                      <a:pt x="90439" y="288157"/>
                    </a:cubicBezTo>
                    <a:cubicBezTo>
                      <a:pt x="91964" y="290230"/>
                      <a:pt x="92264" y="292968"/>
                      <a:pt x="91221" y="295328"/>
                    </a:cubicBezTo>
                    <a:cubicBezTo>
                      <a:pt x="90191" y="297675"/>
                      <a:pt x="87922" y="299240"/>
                      <a:pt x="85354" y="299370"/>
                    </a:cubicBezTo>
                    <a:cubicBezTo>
                      <a:pt x="56018" y="301978"/>
                      <a:pt x="27725" y="307715"/>
                      <a:pt x="23813" y="312408"/>
                    </a:cubicBezTo>
                    <a:cubicBezTo>
                      <a:pt x="22509" y="319971"/>
                      <a:pt x="46630" y="362476"/>
                      <a:pt x="67100" y="375253"/>
                    </a:cubicBezTo>
                    <a:cubicBezTo>
                      <a:pt x="82094" y="384641"/>
                      <a:pt x="120688" y="371863"/>
                      <a:pt x="132292" y="366648"/>
                    </a:cubicBezTo>
                    <a:cubicBezTo>
                      <a:pt x="133322" y="366048"/>
                      <a:pt x="134495" y="365735"/>
                      <a:pt x="135682" y="3657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846" name="Google Shape;846;p75"/>
              <p:cNvGrpSpPr/>
              <p:nvPr/>
            </p:nvGrpSpPr>
            <p:grpSpPr>
              <a:xfrm>
                <a:off x="6084245" y="2777613"/>
                <a:ext cx="361352" cy="401447"/>
                <a:chOff x="6084245" y="2777613"/>
                <a:chExt cx="361352" cy="401447"/>
              </a:xfrm>
            </p:grpSpPr>
            <p:sp>
              <p:nvSpPr>
                <p:cNvPr id="847" name="Google Shape;847;p75"/>
                <p:cNvSpPr/>
                <p:nvPr/>
              </p:nvSpPr>
              <p:spPr>
                <a:xfrm>
                  <a:off x="6084245" y="2777613"/>
                  <a:ext cx="361352" cy="401447"/>
                </a:xfrm>
                <a:custGeom>
                  <a:rect b="b" l="l" r="r" t="t"/>
                  <a:pathLst>
                    <a:path extrusionOk="0" h="401447" w="361352">
                      <a:moveTo>
                        <a:pt x="276082" y="398182"/>
                      </a:moveTo>
                      <a:cubicBezTo>
                        <a:pt x="305458" y="391728"/>
                        <a:pt x="334050" y="382119"/>
                        <a:pt x="361352" y="369498"/>
                      </a:cubicBezTo>
                      <a:cubicBezTo>
                        <a:pt x="358823" y="369381"/>
                        <a:pt x="356294" y="369120"/>
                        <a:pt x="353790" y="368716"/>
                      </a:cubicBezTo>
                      <a:cubicBezTo>
                        <a:pt x="322107" y="362327"/>
                        <a:pt x="230448" y="341726"/>
                        <a:pt x="194984" y="297396"/>
                      </a:cubicBezTo>
                      <a:cubicBezTo>
                        <a:pt x="179351" y="276313"/>
                        <a:pt x="161515" y="256952"/>
                        <a:pt x="141788" y="239637"/>
                      </a:cubicBezTo>
                      <a:lnTo>
                        <a:pt x="340231" y="151889"/>
                      </a:lnTo>
                      <a:lnTo>
                        <a:pt x="333190" y="144848"/>
                      </a:lnTo>
                      <a:cubicBezTo>
                        <a:pt x="333190" y="144848"/>
                        <a:pt x="261479" y="8468"/>
                        <a:pt x="215845" y="384"/>
                      </a:cubicBezTo>
                      <a:cubicBezTo>
                        <a:pt x="170211" y="-7700"/>
                        <a:pt x="2669" y="114078"/>
                        <a:pt x="62" y="146283"/>
                      </a:cubicBezTo>
                      <a:cubicBezTo>
                        <a:pt x="-2546" y="178487"/>
                        <a:pt x="78291" y="285531"/>
                        <a:pt x="78291" y="285531"/>
                      </a:cubicBezTo>
                      <a:cubicBezTo>
                        <a:pt x="78291" y="285531"/>
                        <a:pt x="16620" y="291008"/>
                        <a:pt x="11275" y="301699"/>
                      </a:cubicBezTo>
                      <a:cubicBezTo>
                        <a:pt x="5929" y="312390"/>
                        <a:pt x="35395" y="360632"/>
                        <a:pt x="56778" y="374061"/>
                      </a:cubicBezTo>
                      <a:cubicBezTo>
                        <a:pt x="78161" y="387491"/>
                        <a:pt x="129141" y="365978"/>
                        <a:pt x="129141" y="365978"/>
                      </a:cubicBezTo>
                      <a:cubicBezTo>
                        <a:pt x="129141" y="365978"/>
                        <a:pt x="201112" y="414219"/>
                        <a:pt x="276082" y="398182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848" name="Google Shape;848;p75"/>
                <p:cNvSpPr/>
                <p:nvPr/>
              </p:nvSpPr>
              <p:spPr>
                <a:xfrm>
                  <a:off x="6084245" y="2777613"/>
                  <a:ext cx="361352" cy="401447"/>
                </a:xfrm>
                <a:custGeom>
                  <a:rect b="b" l="l" r="r" t="t"/>
                  <a:pathLst>
                    <a:path extrusionOk="0" h="401447" w="361352">
                      <a:moveTo>
                        <a:pt x="276082" y="398182"/>
                      </a:moveTo>
                      <a:cubicBezTo>
                        <a:pt x="305458" y="391728"/>
                        <a:pt x="334050" y="382119"/>
                        <a:pt x="361352" y="369498"/>
                      </a:cubicBezTo>
                      <a:cubicBezTo>
                        <a:pt x="358823" y="369381"/>
                        <a:pt x="356294" y="369120"/>
                        <a:pt x="353790" y="368716"/>
                      </a:cubicBezTo>
                      <a:cubicBezTo>
                        <a:pt x="322107" y="362327"/>
                        <a:pt x="230448" y="341726"/>
                        <a:pt x="194984" y="297396"/>
                      </a:cubicBezTo>
                      <a:cubicBezTo>
                        <a:pt x="179351" y="276313"/>
                        <a:pt x="161515" y="256952"/>
                        <a:pt x="141788" y="239637"/>
                      </a:cubicBezTo>
                      <a:lnTo>
                        <a:pt x="340231" y="151889"/>
                      </a:lnTo>
                      <a:lnTo>
                        <a:pt x="333190" y="144848"/>
                      </a:lnTo>
                      <a:cubicBezTo>
                        <a:pt x="333190" y="144848"/>
                        <a:pt x="261479" y="8468"/>
                        <a:pt x="215845" y="384"/>
                      </a:cubicBezTo>
                      <a:cubicBezTo>
                        <a:pt x="170211" y="-7700"/>
                        <a:pt x="2669" y="114078"/>
                        <a:pt x="62" y="146283"/>
                      </a:cubicBezTo>
                      <a:cubicBezTo>
                        <a:pt x="-2546" y="178487"/>
                        <a:pt x="78291" y="285531"/>
                        <a:pt x="78291" y="285531"/>
                      </a:cubicBezTo>
                      <a:cubicBezTo>
                        <a:pt x="78291" y="285531"/>
                        <a:pt x="16620" y="291008"/>
                        <a:pt x="11275" y="301699"/>
                      </a:cubicBezTo>
                      <a:cubicBezTo>
                        <a:pt x="5929" y="312390"/>
                        <a:pt x="35395" y="360632"/>
                        <a:pt x="56778" y="374061"/>
                      </a:cubicBezTo>
                      <a:cubicBezTo>
                        <a:pt x="78161" y="387491"/>
                        <a:pt x="129141" y="365978"/>
                        <a:pt x="129141" y="365978"/>
                      </a:cubicBezTo>
                      <a:cubicBezTo>
                        <a:pt x="129141" y="365978"/>
                        <a:pt x="201112" y="414219"/>
                        <a:pt x="276082" y="398182"/>
                      </a:cubicBezTo>
                      <a:close/>
                    </a:path>
                  </a:pathLst>
                </a:custGeom>
                <a:solidFill>
                  <a:srgbClr val="FFFFFF">
                    <a:alpha val="48235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849" name="Google Shape;849;p75"/>
              <p:cNvSpPr/>
              <p:nvPr/>
            </p:nvSpPr>
            <p:spPr>
              <a:xfrm>
                <a:off x="7083821" y="3078912"/>
                <a:ext cx="334953" cy="1959141"/>
              </a:xfrm>
              <a:custGeom>
                <a:rect b="b" l="l" r="r" t="t"/>
                <a:pathLst>
                  <a:path extrusionOk="0" h="1959141" w="334953">
                    <a:moveTo>
                      <a:pt x="0" y="5746"/>
                    </a:moveTo>
                    <a:lnTo>
                      <a:pt x="297534" y="1959141"/>
                    </a:lnTo>
                    <a:lnTo>
                      <a:pt x="334953" y="1953795"/>
                    </a:lnTo>
                    <a:lnTo>
                      <a:pt x="48111" y="3008"/>
                    </a:lnTo>
                    <a:cubicBezTo>
                      <a:pt x="32257" y="-1791"/>
                      <a:pt x="15216" y="-826"/>
                      <a:pt x="0" y="574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50" name="Google Shape;850;p75"/>
              <p:cNvSpPr/>
              <p:nvPr/>
            </p:nvSpPr>
            <p:spPr>
              <a:xfrm>
                <a:off x="7076844" y="3071818"/>
                <a:ext cx="349190" cy="1973928"/>
              </a:xfrm>
              <a:custGeom>
                <a:rect b="b" l="l" r="r" t="t"/>
                <a:pathLst>
                  <a:path extrusionOk="0" h="1973928" w="349190">
                    <a:moveTo>
                      <a:pt x="304511" y="1973928"/>
                    </a:moveTo>
                    <a:cubicBezTo>
                      <a:pt x="300991" y="1973967"/>
                      <a:pt x="297992" y="1971411"/>
                      <a:pt x="297471" y="1967930"/>
                    </a:cubicBezTo>
                    <a:lnTo>
                      <a:pt x="68" y="13883"/>
                    </a:lnTo>
                    <a:cubicBezTo>
                      <a:pt x="-389" y="10571"/>
                      <a:pt x="1502" y="7377"/>
                      <a:pt x="4631" y="6190"/>
                    </a:cubicBezTo>
                    <a:cubicBezTo>
                      <a:pt x="21555" y="-1098"/>
                      <a:pt x="40564" y="-1985"/>
                      <a:pt x="58088" y="3713"/>
                    </a:cubicBezTo>
                    <a:cubicBezTo>
                      <a:pt x="60343" y="4691"/>
                      <a:pt x="61921" y="6764"/>
                      <a:pt x="62260" y="9189"/>
                    </a:cubicBezTo>
                    <a:lnTo>
                      <a:pt x="349102" y="1959846"/>
                    </a:lnTo>
                    <a:cubicBezTo>
                      <a:pt x="349402" y="1961737"/>
                      <a:pt x="348933" y="1963654"/>
                      <a:pt x="347799" y="1965192"/>
                    </a:cubicBezTo>
                    <a:cubicBezTo>
                      <a:pt x="346625" y="1966652"/>
                      <a:pt x="344956" y="1967630"/>
                      <a:pt x="343105" y="1967930"/>
                    </a:cubicBezTo>
                    <a:lnTo>
                      <a:pt x="305554" y="1973276"/>
                    </a:lnTo>
                    <a:close/>
                    <a:moveTo>
                      <a:pt x="14931" y="18185"/>
                    </a:moveTo>
                    <a:lnTo>
                      <a:pt x="310379" y="1958282"/>
                    </a:lnTo>
                    <a:lnTo>
                      <a:pt x="333978" y="1954892"/>
                    </a:lnTo>
                    <a:lnTo>
                      <a:pt x="48961" y="15578"/>
                    </a:lnTo>
                    <a:cubicBezTo>
                      <a:pt x="37579" y="13465"/>
                      <a:pt x="25857" y="14365"/>
                      <a:pt x="14931" y="1818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51" name="Google Shape;851;p75"/>
              <p:cNvSpPr/>
              <p:nvPr/>
            </p:nvSpPr>
            <p:spPr>
              <a:xfrm>
                <a:off x="7032378" y="3323444"/>
                <a:ext cx="68639" cy="137851"/>
              </a:xfrm>
              <a:custGeom>
                <a:rect b="b" l="l" r="r" t="t"/>
                <a:pathLst>
                  <a:path extrusionOk="0" h="137851" w="68639">
                    <a:moveTo>
                      <a:pt x="59527" y="2422"/>
                    </a:moveTo>
                    <a:cubicBezTo>
                      <a:pt x="59527" y="2422"/>
                      <a:pt x="594" y="-10616"/>
                      <a:pt x="594" y="23805"/>
                    </a:cubicBezTo>
                    <a:cubicBezTo>
                      <a:pt x="594" y="58226"/>
                      <a:pt x="-4752" y="117550"/>
                      <a:pt x="16631" y="130980"/>
                    </a:cubicBezTo>
                    <a:cubicBezTo>
                      <a:pt x="38014" y="144409"/>
                      <a:pt x="64873" y="139064"/>
                      <a:pt x="67611" y="106859"/>
                    </a:cubicBezTo>
                    <a:cubicBezTo>
                      <a:pt x="70349" y="74655"/>
                      <a:pt x="67611" y="-5661"/>
                      <a:pt x="59527" y="2422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52" name="Google Shape;852;p75"/>
              <p:cNvSpPr/>
              <p:nvPr/>
            </p:nvSpPr>
            <p:spPr>
              <a:xfrm>
                <a:off x="7025042" y="3315838"/>
                <a:ext cx="82255" cy="152276"/>
              </a:xfrm>
              <a:custGeom>
                <a:rect b="b" l="l" r="r" t="t"/>
                <a:pathLst>
                  <a:path extrusionOk="0" h="152276" w="82255">
                    <a:moveTo>
                      <a:pt x="46133" y="152276"/>
                    </a:moveTo>
                    <a:cubicBezTo>
                      <a:pt x="36862" y="152133"/>
                      <a:pt x="27827" y="149369"/>
                      <a:pt x="20056" y="144323"/>
                    </a:cubicBezTo>
                    <a:cubicBezTo>
                      <a:pt x="-1457" y="131285"/>
                      <a:pt x="-544" y="87346"/>
                      <a:pt x="368" y="49013"/>
                    </a:cubicBezTo>
                    <a:cubicBezTo>
                      <a:pt x="368" y="42624"/>
                      <a:pt x="368" y="36627"/>
                      <a:pt x="368" y="31151"/>
                    </a:cubicBezTo>
                    <a:cubicBezTo>
                      <a:pt x="55" y="22532"/>
                      <a:pt x="3823" y="14266"/>
                      <a:pt x="10538" y="8855"/>
                    </a:cubicBezTo>
                    <a:cubicBezTo>
                      <a:pt x="26575" y="-4183"/>
                      <a:pt x="56303" y="511"/>
                      <a:pt x="65560" y="2336"/>
                    </a:cubicBezTo>
                    <a:cubicBezTo>
                      <a:pt x="67294" y="1762"/>
                      <a:pt x="69171" y="1762"/>
                      <a:pt x="70905" y="2336"/>
                    </a:cubicBezTo>
                    <a:cubicBezTo>
                      <a:pt x="86551" y="9507"/>
                      <a:pt x="81466" y="113292"/>
                      <a:pt x="81466" y="114335"/>
                    </a:cubicBezTo>
                    <a:cubicBezTo>
                      <a:pt x="81349" y="128351"/>
                      <a:pt x="73735" y="141233"/>
                      <a:pt x="61518" y="148104"/>
                    </a:cubicBezTo>
                    <a:cubicBezTo>
                      <a:pt x="56785" y="150660"/>
                      <a:pt x="51517" y="152094"/>
                      <a:pt x="46133" y="152276"/>
                    </a:cubicBezTo>
                    <a:close/>
                    <a:moveTo>
                      <a:pt x="43134" y="14201"/>
                    </a:moveTo>
                    <a:cubicBezTo>
                      <a:pt x="34959" y="13575"/>
                      <a:pt x="26797" y="15544"/>
                      <a:pt x="19795" y="19807"/>
                    </a:cubicBezTo>
                    <a:cubicBezTo>
                      <a:pt x="16392" y="22545"/>
                      <a:pt x="14580" y="26796"/>
                      <a:pt x="14971" y="31151"/>
                    </a:cubicBezTo>
                    <a:cubicBezTo>
                      <a:pt x="14971" y="36627"/>
                      <a:pt x="14971" y="42885"/>
                      <a:pt x="14971" y="49274"/>
                    </a:cubicBezTo>
                    <a:cubicBezTo>
                      <a:pt x="14319" y="78740"/>
                      <a:pt x="13406" y="123201"/>
                      <a:pt x="28009" y="132328"/>
                    </a:cubicBezTo>
                    <a:cubicBezTo>
                      <a:pt x="36119" y="138234"/>
                      <a:pt x="46680" y="139616"/>
                      <a:pt x="56042" y="135978"/>
                    </a:cubicBezTo>
                    <a:cubicBezTo>
                      <a:pt x="63786" y="131258"/>
                      <a:pt x="68415" y="122757"/>
                      <a:pt x="68167" y="113683"/>
                    </a:cubicBezTo>
                    <a:cubicBezTo>
                      <a:pt x="70384" y="81231"/>
                      <a:pt x="69210" y="48622"/>
                      <a:pt x="64647" y="16417"/>
                    </a:cubicBezTo>
                    <a:cubicBezTo>
                      <a:pt x="57567" y="15035"/>
                      <a:pt x="50357" y="14383"/>
                      <a:pt x="43134" y="1446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53" name="Google Shape;853;p75"/>
              <p:cNvSpPr/>
              <p:nvPr/>
            </p:nvSpPr>
            <p:spPr>
              <a:xfrm>
                <a:off x="7126215" y="3460018"/>
                <a:ext cx="128490" cy="59009"/>
              </a:xfrm>
              <a:custGeom>
                <a:rect b="b" l="l" r="r" t="t"/>
                <a:pathLst>
                  <a:path extrusionOk="0" h="59009" w="128490">
                    <a:moveTo>
                      <a:pt x="242" y="11617"/>
                    </a:moveTo>
                    <a:cubicBezTo>
                      <a:pt x="242" y="11617"/>
                      <a:pt x="-1844" y="53730"/>
                      <a:pt x="6239" y="57903"/>
                    </a:cubicBezTo>
                    <a:cubicBezTo>
                      <a:pt x="14323" y="62075"/>
                      <a:pt x="122411" y="53730"/>
                      <a:pt x="126452" y="44864"/>
                    </a:cubicBezTo>
                    <a:cubicBezTo>
                      <a:pt x="130494" y="35998"/>
                      <a:pt x="128539" y="2750"/>
                      <a:pt x="120455" y="664"/>
                    </a:cubicBezTo>
                    <a:cubicBezTo>
                      <a:pt x="112371" y="-1422"/>
                      <a:pt x="10281" y="1186"/>
                      <a:pt x="242" y="1161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54" name="Google Shape;854;p75"/>
              <p:cNvSpPr/>
              <p:nvPr/>
            </p:nvSpPr>
            <p:spPr>
              <a:xfrm>
                <a:off x="7119044" y="3453381"/>
                <a:ext cx="142681" cy="72881"/>
              </a:xfrm>
              <a:custGeom>
                <a:rect b="b" l="l" r="r" t="t"/>
                <a:pathLst>
                  <a:path extrusionOk="0" h="72881" w="142681">
                    <a:moveTo>
                      <a:pt x="28795" y="72753"/>
                    </a:moveTo>
                    <a:cubicBezTo>
                      <a:pt x="22511" y="73183"/>
                      <a:pt x="16201" y="72531"/>
                      <a:pt x="10151" y="70797"/>
                    </a:cubicBezTo>
                    <a:cubicBezTo>
                      <a:pt x="2197" y="66625"/>
                      <a:pt x="-1192" y="48893"/>
                      <a:pt x="372" y="17992"/>
                    </a:cubicBezTo>
                    <a:cubicBezTo>
                      <a:pt x="385" y="16297"/>
                      <a:pt x="1037" y="14667"/>
                      <a:pt x="2197" y="13429"/>
                    </a:cubicBezTo>
                    <a:cubicBezTo>
                      <a:pt x="16018" y="-1044"/>
                      <a:pt x="123845" y="-522"/>
                      <a:pt x="129451" y="390"/>
                    </a:cubicBezTo>
                    <a:cubicBezTo>
                      <a:pt x="133441" y="1720"/>
                      <a:pt x="136609" y="4784"/>
                      <a:pt x="138056" y="8735"/>
                    </a:cubicBezTo>
                    <a:cubicBezTo>
                      <a:pt x="143467" y="23416"/>
                      <a:pt x="144145" y="39414"/>
                      <a:pt x="140012" y="54499"/>
                    </a:cubicBezTo>
                    <a:cubicBezTo>
                      <a:pt x="137939" y="57759"/>
                      <a:pt x="134653" y="60066"/>
                      <a:pt x="130885" y="60888"/>
                    </a:cubicBezTo>
                    <a:cubicBezTo>
                      <a:pt x="97351" y="68307"/>
                      <a:pt x="63138" y="72283"/>
                      <a:pt x="28795" y="72753"/>
                    </a:cubicBezTo>
                    <a:close/>
                    <a:moveTo>
                      <a:pt x="17191" y="58280"/>
                    </a:moveTo>
                    <a:cubicBezTo>
                      <a:pt x="54325" y="58893"/>
                      <a:pt x="91405" y="55347"/>
                      <a:pt x="127756" y="47719"/>
                    </a:cubicBezTo>
                    <a:cubicBezTo>
                      <a:pt x="129568" y="36572"/>
                      <a:pt x="128591" y="25150"/>
                      <a:pt x="124888" y="14472"/>
                    </a:cubicBezTo>
                    <a:cubicBezTo>
                      <a:pt x="111849" y="12777"/>
                      <a:pt x="30490" y="15776"/>
                      <a:pt x="14323" y="22295"/>
                    </a:cubicBezTo>
                    <a:cubicBezTo>
                      <a:pt x="13358" y="34368"/>
                      <a:pt x="14323" y="46520"/>
                      <a:pt x="17191" y="5828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55" name="Google Shape;855;p75"/>
              <p:cNvSpPr/>
              <p:nvPr/>
            </p:nvSpPr>
            <p:spPr>
              <a:xfrm>
                <a:off x="7094343" y="3402669"/>
                <a:ext cx="163717" cy="74559"/>
              </a:xfrm>
              <a:custGeom>
                <a:rect b="b" l="l" r="r" t="t"/>
                <a:pathLst>
                  <a:path extrusionOk="0" h="74559" w="163717">
                    <a:moveTo>
                      <a:pt x="300" y="14205"/>
                    </a:moveTo>
                    <a:cubicBezTo>
                      <a:pt x="300" y="14205"/>
                      <a:pt x="-2308" y="67792"/>
                      <a:pt x="7862" y="73138"/>
                    </a:cubicBezTo>
                    <a:cubicBezTo>
                      <a:pt x="18032" y="78483"/>
                      <a:pt x="156107" y="67792"/>
                      <a:pt x="161192" y="57101"/>
                    </a:cubicBezTo>
                    <a:cubicBezTo>
                      <a:pt x="166277" y="46409"/>
                      <a:pt x="163669" y="3513"/>
                      <a:pt x="153499" y="906"/>
                    </a:cubicBezTo>
                    <a:cubicBezTo>
                      <a:pt x="143330" y="-1702"/>
                      <a:pt x="13077" y="906"/>
                      <a:pt x="300" y="14205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56" name="Google Shape;856;p75"/>
              <p:cNvSpPr/>
              <p:nvPr/>
            </p:nvSpPr>
            <p:spPr>
              <a:xfrm>
                <a:off x="7086936" y="3396120"/>
                <a:ext cx="178088" cy="88334"/>
              </a:xfrm>
              <a:custGeom>
                <a:rect b="b" l="l" r="r" t="t"/>
                <a:pathLst>
                  <a:path extrusionOk="0" h="88334" w="178088">
                    <a:moveTo>
                      <a:pt x="34045" y="88161"/>
                    </a:moveTo>
                    <a:cubicBezTo>
                      <a:pt x="26626" y="88709"/>
                      <a:pt x="19168" y="87953"/>
                      <a:pt x="12010" y="85945"/>
                    </a:cubicBezTo>
                    <a:cubicBezTo>
                      <a:pt x="276" y="79817"/>
                      <a:pt x="-1028" y="46830"/>
                      <a:pt x="536" y="20753"/>
                    </a:cubicBezTo>
                    <a:cubicBezTo>
                      <a:pt x="641" y="19045"/>
                      <a:pt x="1332" y="17442"/>
                      <a:pt x="2492" y="16190"/>
                    </a:cubicBezTo>
                    <a:cubicBezTo>
                      <a:pt x="19051" y="-1151"/>
                      <a:pt x="155692" y="-1021"/>
                      <a:pt x="162733" y="805"/>
                    </a:cubicBezTo>
                    <a:cubicBezTo>
                      <a:pt x="167244" y="2317"/>
                      <a:pt x="170816" y="5825"/>
                      <a:pt x="172381" y="10323"/>
                    </a:cubicBezTo>
                    <a:cubicBezTo>
                      <a:pt x="178965" y="28485"/>
                      <a:pt x="179878" y="48212"/>
                      <a:pt x="174988" y="66909"/>
                    </a:cubicBezTo>
                    <a:cubicBezTo>
                      <a:pt x="172576" y="70638"/>
                      <a:pt x="168769" y="73272"/>
                      <a:pt x="164427" y="74210"/>
                    </a:cubicBezTo>
                    <a:cubicBezTo>
                      <a:pt x="121518" y="83089"/>
                      <a:pt x="77853" y="87770"/>
                      <a:pt x="34045" y="88161"/>
                    </a:cubicBezTo>
                    <a:close/>
                    <a:moveTo>
                      <a:pt x="14618" y="24534"/>
                    </a:moveTo>
                    <a:cubicBezTo>
                      <a:pt x="12883" y="41093"/>
                      <a:pt x="14383" y="57834"/>
                      <a:pt x="19051" y="73819"/>
                    </a:cubicBezTo>
                    <a:cubicBezTo>
                      <a:pt x="30655" y="77209"/>
                      <a:pt x="147347" y="68082"/>
                      <a:pt x="162472" y="59607"/>
                    </a:cubicBezTo>
                    <a:cubicBezTo>
                      <a:pt x="165992" y="49568"/>
                      <a:pt x="163124" y="18276"/>
                      <a:pt x="158169" y="13843"/>
                    </a:cubicBezTo>
                    <a:cubicBezTo>
                      <a:pt x="145652" y="11235"/>
                      <a:pt x="33523" y="15408"/>
                      <a:pt x="14618" y="2453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57" name="Google Shape;857;p75"/>
              <p:cNvSpPr/>
              <p:nvPr/>
            </p:nvSpPr>
            <p:spPr>
              <a:xfrm>
                <a:off x="7088983" y="3343554"/>
                <a:ext cx="171719" cy="74741"/>
              </a:xfrm>
              <a:custGeom>
                <a:rect b="b" l="l" r="r" t="t"/>
                <a:pathLst>
                  <a:path extrusionOk="0" h="74741" w="171719">
                    <a:moveTo>
                      <a:pt x="314" y="14387"/>
                    </a:moveTo>
                    <a:cubicBezTo>
                      <a:pt x="314" y="14387"/>
                      <a:pt x="-2424" y="67974"/>
                      <a:pt x="8267" y="73320"/>
                    </a:cubicBezTo>
                    <a:cubicBezTo>
                      <a:pt x="18959" y="78665"/>
                      <a:pt x="163684" y="67974"/>
                      <a:pt x="169030" y="57282"/>
                    </a:cubicBezTo>
                    <a:cubicBezTo>
                      <a:pt x="174375" y="46591"/>
                      <a:pt x="171767" y="3695"/>
                      <a:pt x="161076" y="957"/>
                    </a:cubicBezTo>
                    <a:cubicBezTo>
                      <a:pt x="150385" y="-1781"/>
                      <a:pt x="13613" y="957"/>
                      <a:pt x="314" y="1438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58" name="Google Shape;858;p75"/>
              <p:cNvSpPr/>
              <p:nvPr/>
            </p:nvSpPr>
            <p:spPr>
              <a:xfrm>
                <a:off x="7081796" y="3337297"/>
                <a:ext cx="185946" cy="87537"/>
              </a:xfrm>
              <a:custGeom>
                <a:rect b="b" l="l" r="r" t="t"/>
                <a:pathLst>
                  <a:path extrusionOk="0" h="87537" w="185946">
                    <a:moveTo>
                      <a:pt x="34882" y="87399"/>
                    </a:moveTo>
                    <a:cubicBezTo>
                      <a:pt x="27333" y="87804"/>
                      <a:pt x="19758" y="87321"/>
                      <a:pt x="12326" y="85965"/>
                    </a:cubicBezTo>
                    <a:cubicBezTo>
                      <a:pt x="70" y="79837"/>
                      <a:pt x="-712" y="46850"/>
                      <a:pt x="331" y="20774"/>
                    </a:cubicBezTo>
                    <a:cubicBezTo>
                      <a:pt x="448" y="19014"/>
                      <a:pt x="1191" y="17345"/>
                      <a:pt x="2417" y="16080"/>
                    </a:cubicBezTo>
                    <a:cubicBezTo>
                      <a:pt x="19758" y="-1261"/>
                      <a:pt x="162657" y="-1000"/>
                      <a:pt x="169959" y="825"/>
                    </a:cubicBezTo>
                    <a:cubicBezTo>
                      <a:pt x="174770" y="2377"/>
                      <a:pt x="178590" y="6093"/>
                      <a:pt x="180259" y="10865"/>
                    </a:cubicBezTo>
                    <a:cubicBezTo>
                      <a:pt x="186935" y="28884"/>
                      <a:pt x="187756" y="48545"/>
                      <a:pt x="182606" y="67060"/>
                    </a:cubicBezTo>
                    <a:cubicBezTo>
                      <a:pt x="175696" y="80620"/>
                      <a:pt x="79864" y="87399"/>
                      <a:pt x="34882" y="87399"/>
                    </a:cubicBezTo>
                    <a:close/>
                    <a:moveTo>
                      <a:pt x="14282" y="24555"/>
                    </a:moveTo>
                    <a:cubicBezTo>
                      <a:pt x="13499" y="47633"/>
                      <a:pt x="15585" y="70059"/>
                      <a:pt x="19106" y="73579"/>
                    </a:cubicBezTo>
                    <a:cubicBezTo>
                      <a:pt x="30710" y="77099"/>
                      <a:pt x="154834" y="67712"/>
                      <a:pt x="170350" y="59367"/>
                    </a:cubicBezTo>
                    <a:cubicBezTo>
                      <a:pt x="173870" y="49589"/>
                      <a:pt x="171002" y="17905"/>
                      <a:pt x="165787" y="13864"/>
                    </a:cubicBezTo>
                    <a:cubicBezTo>
                      <a:pt x="154704" y="11517"/>
                      <a:pt x="34361" y="15167"/>
                      <a:pt x="14282" y="2455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59" name="Google Shape;859;p75"/>
              <p:cNvSpPr/>
              <p:nvPr/>
            </p:nvSpPr>
            <p:spPr>
              <a:xfrm>
                <a:off x="7080905" y="3284274"/>
                <a:ext cx="171810" cy="74696"/>
              </a:xfrm>
              <a:custGeom>
                <a:rect b="b" l="l" r="r" t="t"/>
                <a:pathLst>
                  <a:path extrusionOk="0" h="74696" w="171810">
                    <a:moveTo>
                      <a:pt x="309" y="14342"/>
                    </a:moveTo>
                    <a:cubicBezTo>
                      <a:pt x="309" y="14342"/>
                      <a:pt x="-2429" y="67929"/>
                      <a:pt x="8393" y="73275"/>
                    </a:cubicBezTo>
                    <a:cubicBezTo>
                      <a:pt x="19215" y="78620"/>
                      <a:pt x="163809" y="67929"/>
                      <a:pt x="169155" y="57238"/>
                    </a:cubicBezTo>
                    <a:cubicBezTo>
                      <a:pt x="174501" y="46546"/>
                      <a:pt x="171763" y="3650"/>
                      <a:pt x="161071" y="912"/>
                    </a:cubicBezTo>
                    <a:cubicBezTo>
                      <a:pt x="150380" y="-1826"/>
                      <a:pt x="13738" y="1303"/>
                      <a:pt x="309" y="14342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60" name="Google Shape;860;p75"/>
              <p:cNvSpPr/>
              <p:nvPr/>
            </p:nvSpPr>
            <p:spPr>
              <a:xfrm>
                <a:off x="7073519" y="3277973"/>
                <a:ext cx="185878" cy="87837"/>
              </a:xfrm>
              <a:custGeom>
                <a:rect b="b" l="l" r="r" t="t"/>
                <a:pathLst>
                  <a:path extrusionOk="0" h="87837" w="185878">
                    <a:moveTo>
                      <a:pt x="35075" y="87791"/>
                    </a:moveTo>
                    <a:cubicBezTo>
                      <a:pt x="27422" y="88025"/>
                      <a:pt x="19768" y="87373"/>
                      <a:pt x="12258" y="85835"/>
                    </a:cubicBezTo>
                    <a:cubicBezTo>
                      <a:pt x="2" y="79707"/>
                      <a:pt x="-780" y="46720"/>
                      <a:pt x="393" y="20644"/>
                    </a:cubicBezTo>
                    <a:cubicBezTo>
                      <a:pt x="485" y="18909"/>
                      <a:pt x="1228" y="17280"/>
                      <a:pt x="2479" y="16080"/>
                    </a:cubicBezTo>
                    <a:cubicBezTo>
                      <a:pt x="19690" y="-1261"/>
                      <a:pt x="162590" y="-1000"/>
                      <a:pt x="169891" y="825"/>
                    </a:cubicBezTo>
                    <a:cubicBezTo>
                      <a:pt x="174702" y="2377"/>
                      <a:pt x="178522" y="6093"/>
                      <a:pt x="180191" y="10865"/>
                    </a:cubicBezTo>
                    <a:cubicBezTo>
                      <a:pt x="186867" y="28884"/>
                      <a:pt x="187688" y="48545"/>
                      <a:pt x="182538" y="67060"/>
                    </a:cubicBezTo>
                    <a:cubicBezTo>
                      <a:pt x="175889" y="80880"/>
                      <a:pt x="80057" y="87791"/>
                      <a:pt x="35075" y="87791"/>
                    </a:cubicBezTo>
                    <a:close/>
                    <a:moveTo>
                      <a:pt x="14605" y="24946"/>
                    </a:moveTo>
                    <a:cubicBezTo>
                      <a:pt x="12832" y="41440"/>
                      <a:pt x="14422" y="58115"/>
                      <a:pt x="19299" y="73970"/>
                    </a:cubicBezTo>
                    <a:cubicBezTo>
                      <a:pt x="31033" y="77490"/>
                      <a:pt x="155158" y="67973"/>
                      <a:pt x="170673" y="59758"/>
                    </a:cubicBezTo>
                    <a:cubicBezTo>
                      <a:pt x="174194" y="49980"/>
                      <a:pt x="170673" y="18297"/>
                      <a:pt x="166110" y="14255"/>
                    </a:cubicBezTo>
                    <a:cubicBezTo>
                      <a:pt x="155679" y="11908"/>
                      <a:pt x="34684" y="15428"/>
                      <a:pt x="14605" y="2494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61" name="Google Shape;861;p75"/>
              <p:cNvSpPr/>
              <p:nvPr/>
            </p:nvSpPr>
            <p:spPr>
              <a:xfrm>
                <a:off x="5914287" y="3433562"/>
                <a:ext cx="962877" cy="299112"/>
              </a:xfrm>
              <a:custGeom>
                <a:rect b="b" l="l" r="r" t="t"/>
                <a:pathLst>
                  <a:path extrusionOk="0" h="299112" w="962877">
                    <a:moveTo>
                      <a:pt x="0" y="113694"/>
                    </a:moveTo>
                    <a:cubicBezTo>
                      <a:pt x="3651" y="194531"/>
                      <a:pt x="73666" y="252030"/>
                      <a:pt x="117345" y="280062"/>
                    </a:cubicBezTo>
                    <a:cubicBezTo>
                      <a:pt x="137189" y="292840"/>
                      <a:pt x="160371" y="299463"/>
                      <a:pt x="183970" y="299098"/>
                    </a:cubicBezTo>
                    <a:lnTo>
                      <a:pt x="962877" y="288798"/>
                    </a:lnTo>
                    <a:lnTo>
                      <a:pt x="962877" y="117345"/>
                    </a:lnTo>
                    <a:lnTo>
                      <a:pt x="121517" y="0"/>
                    </a:lnTo>
                    <a:cubicBezTo>
                      <a:pt x="121517" y="0"/>
                      <a:pt x="54630" y="2608"/>
                      <a:pt x="36638" y="5293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62" name="Google Shape;862;p75"/>
              <p:cNvSpPr/>
              <p:nvPr/>
            </p:nvSpPr>
            <p:spPr>
              <a:xfrm>
                <a:off x="5907242" y="3425739"/>
                <a:ext cx="977354" cy="313962"/>
              </a:xfrm>
              <a:custGeom>
                <a:rect b="b" l="l" r="r" t="t"/>
                <a:pathLst>
                  <a:path extrusionOk="0" h="313962" w="977354">
                    <a:moveTo>
                      <a:pt x="189190" y="313962"/>
                    </a:moveTo>
                    <a:cubicBezTo>
                      <a:pt x="164770" y="314040"/>
                      <a:pt x="140857" y="307012"/>
                      <a:pt x="120348" y="293752"/>
                    </a:cubicBezTo>
                    <a:cubicBezTo>
                      <a:pt x="77061" y="265851"/>
                      <a:pt x="3916" y="206396"/>
                      <a:pt x="5" y="121778"/>
                    </a:cubicBezTo>
                    <a:cubicBezTo>
                      <a:pt x="-139" y="117866"/>
                      <a:pt x="2873" y="114554"/>
                      <a:pt x="6785" y="114346"/>
                    </a:cubicBezTo>
                    <a:cubicBezTo>
                      <a:pt x="10592" y="114124"/>
                      <a:pt x="13865" y="117045"/>
                      <a:pt x="14073" y="120852"/>
                    </a:cubicBezTo>
                    <a:cubicBezTo>
                      <a:pt x="14086" y="120943"/>
                      <a:pt x="14086" y="121034"/>
                      <a:pt x="14086" y="121126"/>
                    </a:cubicBezTo>
                    <a:cubicBezTo>
                      <a:pt x="17737" y="199355"/>
                      <a:pt x="86970" y="255550"/>
                      <a:pt x="128041" y="281888"/>
                    </a:cubicBezTo>
                    <a:cubicBezTo>
                      <a:pt x="146633" y="294130"/>
                      <a:pt x="168512" y="300402"/>
                      <a:pt x="190755" y="299881"/>
                    </a:cubicBezTo>
                    <a:lnTo>
                      <a:pt x="963273" y="289711"/>
                    </a:lnTo>
                    <a:lnTo>
                      <a:pt x="963273" y="131296"/>
                    </a:lnTo>
                    <a:lnTo>
                      <a:pt x="127910" y="13951"/>
                    </a:lnTo>
                    <a:cubicBezTo>
                      <a:pt x="128562" y="13951"/>
                      <a:pt x="66891" y="17211"/>
                      <a:pt x="50724" y="62323"/>
                    </a:cubicBezTo>
                    <a:cubicBezTo>
                      <a:pt x="49433" y="65987"/>
                      <a:pt x="45417" y="67916"/>
                      <a:pt x="41753" y="66639"/>
                    </a:cubicBezTo>
                    <a:cubicBezTo>
                      <a:pt x="41741" y="66626"/>
                      <a:pt x="41741" y="66626"/>
                      <a:pt x="41727" y="66626"/>
                    </a:cubicBezTo>
                    <a:cubicBezTo>
                      <a:pt x="38090" y="65217"/>
                      <a:pt x="36186" y="61202"/>
                      <a:pt x="37425" y="57499"/>
                    </a:cubicBezTo>
                    <a:cubicBezTo>
                      <a:pt x="56722" y="3390"/>
                      <a:pt x="125694" y="0"/>
                      <a:pt x="128693" y="0"/>
                    </a:cubicBezTo>
                    <a:lnTo>
                      <a:pt x="971227" y="117345"/>
                    </a:lnTo>
                    <a:cubicBezTo>
                      <a:pt x="974721" y="117853"/>
                      <a:pt x="977328" y="120852"/>
                      <a:pt x="977355" y="124385"/>
                    </a:cubicBezTo>
                    <a:lnTo>
                      <a:pt x="977355" y="296621"/>
                    </a:lnTo>
                    <a:cubicBezTo>
                      <a:pt x="977355" y="300454"/>
                      <a:pt x="974278" y="303596"/>
                      <a:pt x="970444" y="303662"/>
                    </a:cubicBezTo>
                    <a:lnTo>
                      <a:pt x="190885" y="313962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863" name="Google Shape;863;p75"/>
              <p:cNvGrpSpPr/>
              <p:nvPr/>
            </p:nvGrpSpPr>
            <p:grpSpPr>
              <a:xfrm>
                <a:off x="5914287" y="3433041"/>
                <a:ext cx="962877" cy="299634"/>
                <a:chOff x="5914287" y="3433041"/>
                <a:chExt cx="962877" cy="299634"/>
              </a:xfrm>
            </p:grpSpPr>
            <p:sp>
              <p:nvSpPr>
                <p:cNvPr id="864" name="Google Shape;864;p75"/>
                <p:cNvSpPr/>
                <p:nvPr/>
              </p:nvSpPr>
              <p:spPr>
                <a:xfrm>
                  <a:off x="5914287" y="3433041"/>
                  <a:ext cx="962877" cy="299634"/>
                </a:xfrm>
                <a:custGeom>
                  <a:rect b="b" l="l" r="r" t="t"/>
                  <a:pathLst>
                    <a:path extrusionOk="0" h="299634" w="962877">
                      <a:moveTo>
                        <a:pt x="121908" y="0"/>
                      </a:moveTo>
                      <a:cubicBezTo>
                        <a:pt x="121908" y="0"/>
                        <a:pt x="55022" y="2608"/>
                        <a:pt x="37029" y="52935"/>
                      </a:cubicBezTo>
                      <a:lnTo>
                        <a:pt x="0" y="114215"/>
                      </a:lnTo>
                      <a:cubicBezTo>
                        <a:pt x="3651" y="195053"/>
                        <a:pt x="73666" y="252551"/>
                        <a:pt x="117345" y="280584"/>
                      </a:cubicBezTo>
                      <a:cubicBezTo>
                        <a:pt x="137189" y="293361"/>
                        <a:pt x="160371" y="299985"/>
                        <a:pt x="183970" y="299620"/>
                      </a:cubicBezTo>
                      <a:lnTo>
                        <a:pt x="962877" y="289320"/>
                      </a:lnTo>
                      <a:lnTo>
                        <a:pt x="962877" y="158937"/>
                      </a:lnTo>
                      <a:cubicBezTo>
                        <a:pt x="946710" y="140422"/>
                        <a:pt x="931325" y="123473"/>
                        <a:pt x="920764" y="111869"/>
                      </a:cubicBezTo>
                      <a:lnTo>
                        <a:pt x="902901" y="109261"/>
                      </a:lnTo>
                      <a:lnTo>
                        <a:pt x="862874" y="246684"/>
                      </a:lnTo>
                      <a:cubicBezTo>
                        <a:pt x="862874" y="246684"/>
                        <a:pt x="395842" y="235993"/>
                        <a:pt x="255811" y="210829"/>
                      </a:cubicBezTo>
                      <a:cubicBezTo>
                        <a:pt x="115780" y="185665"/>
                        <a:pt x="72623" y="156981"/>
                        <a:pt x="68973" y="92311"/>
                      </a:cubicBezTo>
                      <a:cubicBezTo>
                        <a:pt x="67460" y="53939"/>
                        <a:pt x="88022" y="18071"/>
                        <a:pt x="121908" y="0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865" name="Google Shape;865;p75"/>
                <p:cNvSpPr/>
                <p:nvPr/>
              </p:nvSpPr>
              <p:spPr>
                <a:xfrm>
                  <a:off x="5914287" y="3433041"/>
                  <a:ext cx="962877" cy="299634"/>
                </a:xfrm>
                <a:custGeom>
                  <a:rect b="b" l="l" r="r" t="t"/>
                  <a:pathLst>
                    <a:path extrusionOk="0" h="299634" w="962877">
                      <a:moveTo>
                        <a:pt x="121908" y="0"/>
                      </a:moveTo>
                      <a:cubicBezTo>
                        <a:pt x="121908" y="0"/>
                        <a:pt x="55022" y="2608"/>
                        <a:pt x="37029" y="52935"/>
                      </a:cubicBezTo>
                      <a:lnTo>
                        <a:pt x="0" y="114215"/>
                      </a:lnTo>
                      <a:cubicBezTo>
                        <a:pt x="3651" y="195053"/>
                        <a:pt x="73666" y="252551"/>
                        <a:pt x="117345" y="280584"/>
                      </a:cubicBezTo>
                      <a:cubicBezTo>
                        <a:pt x="137189" y="293361"/>
                        <a:pt x="160371" y="299985"/>
                        <a:pt x="183970" y="299620"/>
                      </a:cubicBezTo>
                      <a:lnTo>
                        <a:pt x="962877" y="289320"/>
                      </a:lnTo>
                      <a:lnTo>
                        <a:pt x="962877" y="158937"/>
                      </a:lnTo>
                      <a:cubicBezTo>
                        <a:pt x="946710" y="140422"/>
                        <a:pt x="931325" y="123473"/>
                        <a:pt x="920764" y="111869"/>
                      </a:cubicBezTo>
                      <a:lnTo>
                        <a:pt x="902901" y="109261"/>
                      </a:lnTo>
                      <a:lnTo>
                        <a:pt x="862874" y="246684"/>
                      </a:lnTo>
                      <a:cubicBezTo>
                        <a:pt x="862874" y="246684"/>
                        <a:pt x="395842" y="235993"/>
                        <a:pt x="255811" y="210829"/>
                      </a:cubicBezTo>
                      <a:cubicBezTo>
                        <a:pt x="115780" y="185665"/>
                        <a:pt x="72623" y="156981"/>
                        <a:pt x="68973" y="92311"/>
                      </a:cubicBezTo>
                      <a:cubicBezTo>
                        <a:pt x="67460" y="53939"/>
                        <a:pt x="88022" y="18071"/>
                        <a:pt x="121908" y="0"/>
                      </a:cubicBezTo>
                      <a:close/>
                    </a:path>
                  </a:pathLst>
                </a:custGeom>
                <a:solidFill>
                  <a:srgbClr val="FFFFFF">
                    <a:alpha val="48235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866" name="Google Shape;866;p75"/>
              <p:cNvSpPr/>
              <p:nvPr/>
            </p:nvSpPr>
            <p:spPr>
              <a:xfrm>
                <a:off x="6815885" y="3528007"/>
                <a:ext cx="489979" cy="253025"/>
              </a:xfrm>
              <a:custGeom>
                <a:rect b="b" l="l" r="r" t="t"/>
                <a:pathLst>
                  <a:path extrusionOk="0" h="253025" w="489979">
                    <a:moveTo>
                      <a:pt x="5346" y="1517"/>
                    </a:moveTo>
                    <a:lnTo>
                      <a:pt x="0" y="253025"/>
                    </a:lnTo>
                    <a:lnTo>
                      <a:pt x="256854" y="199829"/>
                    </a:lnTo>
                    <a:cubicBezTo>
                      <a:pt x="256854" y="199829"/>
                      <a:pt x="388150" y="210521"/>
                      <a:pt x="417616" y="207913"/>
                    </a:cubicBezTo>
                    <a:cubicBezTo>
                      <a:pt x="447083" y="205305"/>
                      <a:pt x="471204" y="162279"/>
                      <a:pt x="471204" y="140896"/>
                    </a:cubicBezTo>
                    <a:lnTo>
                      <a:pt x="471204" y="92655"/>
                    </a:lnTo>
                    <a:cubicBezTo>
                      <a:pt x="483094" y="83841"/>
                      <a:pt x="490057" y="69903"/>
                      <a:pt x="489979" y="55104"/>
                    </a:cubicBezTo>
                    <a:cubicBezTo>
                      <a:pt x="487371" y="33721"/>
                      <a:pt x="444475" y="20292"/>
                      <a:pt x="444475" y="20292"/>
                    </a:cubicBezTo>
                    <a:cubicBezTo>
                      <a:pt x="444475" y="20292"/>
                      <a:pt x="321263" y="-6567"/>
                      <a:pt x="286321" y="1517"/>
                    </a:cubicBezTo>
                    <a:cubicBezTo>
                      <a:pt x="251378" y="9601"/>
                      <a:pt x="5346" y="1517"/>
                      <a:pt x="5346" y="151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67" name="Google Shape;867;p75"/>
              <p:cNvSpPr/>
              <p:nvPr/>
            </p:nvSpPr>
            <p:spPr>
              <a:xfrm>
                <a:off x="6808844" y="3520839"/>
                <a:ext cx="504530" cy="268146"/>
              </a:xfrm>
              <a:custGeom>
                <a:rect b="b" l="l" r="r" t="t"/>
                <a:pathLst>
                  <a:path extrusionOk="0" h="268146" w="504530">
                    <a:moveTo>
                      <a:pt x="7041" y="267625"/>
                    </a:moveTo>
                    <a:cubicBezTo>
                      <a:pt x="5424" y="267651"/>
                      <a:pt x="3846" y="267091"/>
                      <a:pt x="2608" y="266061"/>
                    </a:cubicBezTo>
                    <a:cubicBezTo>
                      <a:pt x="965" y="264665"/>
                      <a:pt x="13" y="262619"/>
                      <a:pt x="0" y="260454"/>
                    </a:cubicBezTo>
                    <a:lnTo>
                      <a:pt x="5346" y="8555"/>
                    </a:lnTo>
                    <a:cubicBezTo>
                      <a:pt x="5450" y="6690"/>
                      <a:pt x="6232" y="4917"/>
                      <a:pt x="7562" y="3600"/>
                    </a:cubicBezTo>
                    <a:cubicBezTo>
                      <a:pt x="8840" y="2166"/>
                      <a:pt x="10730" y="1449"/>
                      <a:pt x="12647" y="1644"/>
                    </a:cubicBezTo>
                    <a:cubicBezTo>
                      <a:pt x="97657" y="4382"/>
                      <a:pt x="265329" y="8033"/>
                      <a:pt x="292188" y="1644"/>
                    </a:cubicBezTo>
                    <a:cubicBezTo>
                      <a:pt x="328174" y="-6700"/>
                      <a:pt x="448647" y="19376"/>
                      <a:pt x="453341" y="20419"/>
                    </a:cubicBezTo>
                    <a:cubicBezTo>
                      <a:pt x="458035" y="21462"/>
                      <a:pt x="501322" y="36065"/>
                      <a:pt x="504451" y="61229"/>
                    </a:cubicBezTo>
                    <a:cubicBezTo>
                      <a:pt x="505364" y="77618"/>
                      <a:pt x="498323" y="93434"/>
                      <a:pt x="485546" y="103734"/>
                    </a:cubicBezTo>
                    <a:lnTo>
                      <a:pt x="485546" y="148716"/>
                    </a:lnTo>
                    <a:cubicBezTo>
                      <a:pt x="485546" y="172185"/>
                      <a:pt x="459469" y="219514"/>
                      <a:pt x="425439" y="222774"/>
                    </a:cubicBezTo>
                    <a:cubicBezTo>
                      <a:pt x="396885" y="225381"/>
                      <a:pt x="277715" y="215863"/>
                      <a:pt x="264547" y="214820"/>
                    </a:cubicBezTo>
                    <a:lnTo>
                      <a:pt x="8214" y="268147"/>
                    </a:lnTo>
                    <a:close/>
                    <a:moveTo>
                      <a:pt x="19297" y="15986"/>
                    </a:moveTo>
                    <a:lnTo>
                      <a:pt x="14342" y="251849"/>
                    </a:lnTo>
                    <a:lnTo>
                      <a:pt x="262852" y="199696"/>
                    </a:lnTo>
                    <a:lnTo>
                      <a:pt x="264938" y="199696"/>
                    </a:lnTo>
                    <a:cubicBezTo>
                      <a:pt x="266242" y="199696"/>
                      <a:pt x="395321" y="210257"/>
                      <a:pt x="424396" y="207780"/>
                    </a:cubicBezTo>
                    <a:cubicBezTo>
                      <a:pt x="449821" y="205432"/>
                      <a:pt x="471595" y="166057"/>
                      <a:pt x="471595" y="147803"/>
                    </a:cubicBezTo>
                    <a:lnTo>
                      <a:pt x="471595" y="99562"/>
                    </a:lnTo>
                    <a:cubicBezTo>
                      <a:pt x="471595" y="97345"/>
                      <a:pt x="472664" y="95259"/>
                      <a:pt x="474463" y="93955"/>
                    </a:cubicBezTo>
                    <a:cubicBezTo>
                      <a:pt x="474463" y="93955"/>
                      <a:pt x="492586" y="79874"/>
                      <a:pt x="490500" y="62924"/>
                    </a:cubicBezTo>
                    <a:cubicBezTo>
                      <a:pt x="488805" y="49886"/>
                      <a:pt x="462338" y="37891"/>
                      <a:pt x="449821" y="33979"/>
                    </a:cubicBezTo>
                    <a:cubicBezTo>
                      <a:pt x="416573" y="26808"/>
                      <a:pt x="322697" y="8946"/>
                      <a:pt x="295448" y="15334"/>
                    </a:cubicBezTo>
                    <a:cubicBezTo>
                      <a:pt x="262982" y="23027"/>
                      <a:pt x="60889" y="17290"/>
                      <a:pt x="19297" y="1598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68" name="Google Shape;868;p75"/>
              <p:cNvSpPr/>
              <p:nvPr/>
            </p:nvSpPr>
            <p:spPr>
              <a:xfrm>
                <a:off x="5996317" y="2708886"/>
                <a:ext cx="490509" cy="356996"/>
              </a:xfrm>
              <a:custGeom>
                <a:rect b="b" l="l" r="r" t="t"/>
                <a:pathLst>
                  <a:path extrusionOk="0" h="356996" w="490509">
                    <a:moveTo>
                      <a:pt x="34533" y="356997"/>
                    </a:moveTo>
                    <a:lnTo>
                      <a:pt x="484615" y="150731"/>
                    </a:lnTo>
                    <a:cubicBezTo>
                      <a:pt x="484615" y="150731"/>
                      <a:pt x="503390" y="137693"/>
                      <a:pt x="473923" y="134564"/>
                    </a:cubicBezTo>
                    <a:cubicBezTo>
                      <a:pt x="444261" y="134459"/>
                      <a:pt x="414664" y="137158"/>
                      <a:pt x="385524" y="142647"/>
                    </a:cubicBezTo>
                    <a:cubicBezTo>
                      <a:pt x="385524" y="142647"/>
                      <a:pt x="290475" y="7440"/>
                      <a:pt x="271699" y="2095"/>
                    </a:cubicBezTo>
                    <a:cubicBezTo>
                      <a:pt x="252924" y="-3251"/>
                      <a:pt x="242233" y="2095"/>
                      <a:pt x="239625" y="12916"/>
                    </a:cubicBezTo>
                    <a:lnTo>
                      <a:pt x="236887" y="23608"/>
                    </a:lnTo>
                    <a:cubicBezTo>
                      <a:pt x="236887" y="23608"/>
                      <a:pt x="82775" y="67547"/>
                      <a:pt x="23711" y="145255"/>
                    </a:cubicBezTo>
                    <a:cubicBezTo>
                      <a:pt x="-35352" y="222963"/>
                      <a:pt x="34533" y="356997"/>
                      <a:pt x="34533" y="35699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69" name="Google Shape;869;p75"/>
              <p:cNvSpPr/>
              <p:nvPr/>
            </p:nvSpPr>
            <p:spPr>
              <a:xfrm>
                <a:off x="5989189" y="2701775"/>
                <a:ext cx="504812" cy="371148"/>
              </a:xfrm>
              <a:custGeom>
                <a:rect b="b" l="l" r="r" t="t"/>
                <a:pathLst>
                  <a:path extrusionOk="0" h="371148" w="504812">
                    <a:moveTo>
                      <a:pt x="41660" y="371148"/>
                    </a:moveTo>
                    <a:cubicBezTo>
                      <a:pt x="39027" y="371161"/>
                      <a:pt x="36615" y="369701"/>
                      <a:pt x="35402" y="367367"/>
                    </a:cubicBezTo>
                    <a:cubicBezTo>
                      <a:pt x="32403" y="361761"/>
                      <a:pt x="-35656" y="228509"/>
                      <a:pt x="25232" y="148194"/>
                    </a:cubicBezTo>
                    <a:cubicBezTo>
                      <a:pt x="80384" y="75570"/>
                      <a:pt x="212983" y="32674"/>
                      <a:pt x="238147" y="25112"/>
                    </a:cubicBezTo>
                    <a:lnTo>
                      <a:pt x="239842" y="18202"/>
                    </a:lnTo>
                    <a:cubicBezTo>
                      <a:pt x="241250" y="12100"/>
                      <a:pt x="245123" y="6859"/>
                      <a:pt x="250534" y="3729"/>
                    </a:cubicBezTo>
                    <a:cubicBezTo>
                      <a:pt x="260039" y="-743"/>
                      <a:pt x="270939" y="-1212"/>
                      <a:pt x="280782" y="2426"/>
                    </a:cubicBezTo>
                    <a:cubicBezTo>
                      <a:pt x="299688" y="7902"/>
                      <a:pt x="370486" y="106732"/>
                      <a:pt x="395780" y="142066"/>
                    </a:cubicBezTo>
                    <a:cubicBezTo>
                      <a:pt x="424099" y="136694"/>
                      <a:pt x="452888" y="134217"/>
                      <a:pt x="481702" y="134634"/>
                    </a:cubicBezTo>
                    <a:cubicBezTo>
                      <a:pt x="490308" y="135416"/>
                      <a:pt x="501912" y="137502"/>
                      <a:pt x="504389" y="146499"/>
                    </a:cubicBezTo>
                    <a:cubicBezTo>
                      <a:pt x="506866" y="155495"/>
                      <a:pt x="497740" y="162275"/>
                      <a:pt x="495914" y="163579"/>
                    </a:cubicBezTo>
                    <a:lnTo>
                      <a:pt x="494741" y="163579"/>
                    </a:lnTo>
                    <a:lnTo>
                      <a:pt x="44529" y="369844"/>
                    </a:lnTo>
                    <a:cubicBezTo>
                      <a:pt x="43707" y="370535"/>
                      <a:pt x="42717" y="370992"/>
                      <a:pt x="41660" y="371148"/>
                    </a:cubicBezTo>
                    <a:close/>
                    <a:moveTo>
                      <a:pt x="265528" y="14160"/>
                    </a:moveTo>
                    <a:cubicBezTo>
                      <a:pt x="262803" y="14056"/>
                      <a:pt x="260104" y="14682"/>
                      <a:pt x="257705" y="15985"/>
                    </a:cubicBezTo>
                    <a:cubicBezTo>
                      <a:pt x="255541" y="17198"/>
                      <a:pt x="254015" y="19297"/>
                      <a:pt x="253533" y="21722"/>
                    </a:cubicBezTo>
                    <a:lnTo>
                      <a:pt x="250925" y="32414"/>
                    </a:lnTo>
                    <a:cubicBezTo>
                      <a:pt x="250286" y="34865"/>
                      <a:pt x="248409" y="36795"/>
                      <a:pt x="245970" y="37499"/>
                    </a:cubicBezTo>
                    <a:cubicBezTo>
                      <a:pt x="244406" y="37499"/>
                      <a:pt x="93292" y="81829"/>
                      <a:pt x="36576" y="156669"/>
                    </a:cubicBezTo>
                    <a:cubicBezTo>
                      <a:pt x="-12188" y="220947"/>
                      <a:pt x="32664" y="328252"/>
                      <a:pt x="44920" y="354850"/>
                    </a:cubicBezTo>
                    <a:lnTo>
                      <a:pt x="488222" y="151714"/>
                    </a:lnTo>
                    <a:lnTo>
                      <a:pt x="489656" y="150410"/>
                    </a:lnTo>
                    <a:cubicBezTo>
                      <a:pt x="486683" y="149536"/>
                      <a:pt x="483619" y="148963"/>
                      <a:pt x="480529" y="148715"/>
                    </a:cubicBezTo>
                    <a:cubicBezTo>
                      <a:pt x="451532" y="148663"/>
                      <a:pt x="422587" y="151323"/>
                      <a:pt x="394085" y="156669"/>
                    </a:cubicBezTo>
                    <a:cubicBezTo>
                      <a:pt x="391373" y="157164"/>
                      <a:pt x="388635" y="156056"/>
                      <a:pt x="387045" y="153800"/>
                    </a:cubicBezTo>
                    <a:cubicBezTo>
                      <a:pt x="341541" y="88609"/>
                      <a:pt x="287954" y="20027"/>
                      <a:pt x="277001" y="15985"/>
                    </a:cubicBezTo>
                    <a:cubicBezTo>
                      <a:pt x="273273" y="14877"/>
                      <a:pt x="269413" y="14264"/>
                      <a:pt x="265528" y="1416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70" name="Google Shape;870;p75"/>
              <p:cNvSpPr/>
              <p:nvPr/>
            </p:nvSpPr>
            <p:spPr>
              <a:xfrm>
                <a:off x="6201260" y="2739601"/>
                <a:ext cx="65478" cy="193944"/>
              </a:xfrm>
              <a:custGeom>
                <a:rect b="b" l="l" r="r" t="t"/>
                <a:pathLst>
                  <a:path extrusionOk="0" h="193944" w="65478">
                    <a:moveTo>
                      <a:pt x="46938" y="193943"/>
                    </a:moveTo>
                    <a:cubicBezTo>
                      <a:pt x="44526" y="193917"/>
                      <a:pt x="42283" y="192692"/>
                      <a:pt x="40940" y="190684"/>
                    </a:cubicBezTo>
                    <a:cubicBezTo>
                      <a:pt x="36768" y="184165"/>
                      <a:pt x="0" y="125492"/>
                      <a:pt x="0" y="98112"/>
                    </a:cubicBezTo>
                    <a:cubicBezTo>
                      <a:pt x="0" y="73209"/>
                      <a:pt x="33769" y="52087"/>
                      <a:pt x="48633" y="44003"/>
                    </a:cubicBezTo>
                    <a:lnTo>
                      <a:pt x="31813" y="10364"/>
                    </a:lnTo>
                    <a:cubicBezTo>
                      <a:pt x="30079" y="6766"/>
                      <a:pt x="31605" y="2450"/>
                      <a:pt x="35203" y="716"/>
                    </a:cubicBezTo>
                    <a:cubicBezTo>
                      <a:pt x="38802" y="-1018"/>
                      <a:pt x="43117" y="507"/>
                      <a:pt x="44852" y="4106"/>
                    </a:cubicBezTo>
                    <a:lnTo>
                      <a:pt x="64931" y="44003"/>
                    </a:lnTo>
                    <a:cubicBezTo>
                      <a:pt x="65661" y="45750"/>
                      <a:pt x="65661" y="47732"/>
                      <a:pt x="64931" y="49479"/>
                    </a:cubicBezTo>
                    <a:cubicBezTo>
                      <a:pt x="64357" y="51292"/>
                      <a:pt x="63027" y="52765"/>
                      <a:pt x="61280" y="53521"/>
                    </a:cubicBezTo>
                    <a:cubicBezTo>
                      <a:pt x="49154" y="59388"/>
                      <a:pt x="14342" y="79598"/>
                      <a:pt x="14342" y="98112"/>
                    </a:cubicBezTo>
                    <a:cubicBezTo>
                      <a:pt x="14342" y="118191"/>
                      <a:pt x="42374" y="166172"/>
                      <a:pt x="53457" y="182991"/>
                    </a:cubicBezTo>
                    <a:cubicBezTo>
                      <a:pt x="55504" y="186316"/>
                      <a:pt x="54513" y="190658"/>
                      <a:pt x="51240" y="192770"/>
                    </a:cubicBezTo>
                    <a:cubicBezTo>
                      <a:pt x="49950" y="193552"/>
                      <a:pt x="48450" y="193969"/>
                      <a:pt x="46938" y="1939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71" name="Google Shape;871;p75"/>
              <p:cNvSpPr/>
              <p:nvPr/>
            </p:nvSpPr>
            <p:spPr>
              <a:xfrm>
                <a:off x="6059404" y="2824336"/>
                <a:ext cx="48897" cy="171277"/>
              </a:xfrm>
              <a:custGeom>
                <a:rect b="b" l="l" r="r" t="t"/>
                <a:pathLst>
                  <a:path extrusionOk="0" h="171277" w="48897">
                    <a:moveTo>
                      <a:pt x="42505" y="171271"/>
                    </a:moveTo>
                    <a:cubicBezTo>
                      <a:pt x="39923" y="171219"/>
                      <a:pt x="37563" y="169837"/>
                      <a:pt x="36246" y="167620"/>
                    </a:cubicBezTo>
                    <a:cubicBezTo>
                      <a:pt x="34812" y="164882"/>
                      <a:pt x="0" y="101255"/>
                      <a:pt x="0" y="66573"/>
                    </a:cubicBezTo>
                    <a:cubicBezTo>
                      <a:pt x="1187" y="42739"/>
                      <a:pt x="10379" y="20001"/>
                      <a:pt x="26077" y="2034"/>
                    </a:cubicBezTo>
                    <a:cubicBezTo>
                      <a:pt x="28815" y="-678"/>
                      <a:pt x="33248" y="-678"/>
                      <a:pt x="35986" y="2034"/>
                    </a:cubicBezTo>
                    <a:cubicBezTo>
                      <a:pt x="38724" y="4824"/>
                      <a:pt x="38724" y="9283"/>
                      <a:pt x="35986" y="12073"/>
                    </a:cubicBezTo>
                    <a:cubicBezTo>
                      <a:pt x="22635" y="27446"/>
                      <a:pt x="14707" y="46781"/>
                      <a:pt x="13429" y="67095"/>
                    </a:cubicBezTo>
                    <a:cubicBezTo>
                      <a:pt x="13429" y="98126"/>
                      <a:pt x="47720" y="160579"/>
                      <a:pt x="47981" y="161231"/>
                    </a:cubicBezTo>
                    <a:cubicBezTo>
                      <a:pt x="49897" y="164608"/>
                      <a:pt x="48711" y="168911"/>
                      <a:pt x="45334" y="170827"/>
                    </a:cubicBezTo>
                    <a:cubicBezTo>
                      <a:pt x="45308" y="170841"/>
                      <a:pt x="45269" y="170867"/>
                      <a:pt x="45243" y="170880"/>
                    </a:cubicBezTo>
                    <a:cubicBezTo>
                      <a:pt x="44356" y="171180"/>
                      <a:pt x="43430" y="171310"/>
                      <a:pt x="42505" y="17127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72" name="Google Shape;872;p75"/>
              <p:cNvSpPr/>
              <p:nvPr/>
            </p:nvSpPr>
            <p:spPr>
              <a:xfrm>
                <a:off x="6029008" y="2899900"/>
                <a:ext cx="272913" cy="133598"/>
              </a:xfrm>
              <a:custGeom>
                <a:rect b="b" l="l" r="r" t="t"/>
                <a:pathLst>
                  <a:path extrusionOk="0" h="133598" w="272913">
                    <a:moveTo>
                      <a:pt x="6405" y="133388"/>
                    </a:moveTo>
                    <a:cubicBezTo>
                      <a:pt x="2533" y="133036"/>
                      <a:pt x="-323" y="129607"/>
                      <a:pt x="29" y="125734"/>
                    </a:cubicBezTo>
                    <a:cubicBezTo>
                      <a:pt x="238" y="123505"/>
                      <a:pt x="1490" y="121510"/>
                      <a:pt x="3406" y="120349"/>
                    </a:cubicBezTo>
                    <a:lnTo>
                      <a:pt x="262738" y="658"/>
                    </a:lnTo>
                    <a:cubicBezTo>
                      <a:pt x="266336" y="-998"/>
                      <a:pt x="270600" y="580"/>
                      <a:pt x="272256" y="4178"/>
                    </a:cubicBezTo>
                    <a:cubicBezTo>
                      <a:pt x="273911" y="7777"/>
                      <a:pt x="272334" y="12040"/>
                      <a:pt x="268735" y="13696"/>
                    </a:cubicBezTo>
                    <a:lnTo>
                      <a:pt x="9274" y="133518"/>
                    </a:lnTo>
                    <a:cubicBezTo>
                      <a:pt x="8322" y="133662"/>
                      <a:pt x="7344" y="133609"/>
                      <a:pt x="6405" y="13338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73" name="Google Shape;873;p75"/>
              <p:cNvSpPr/>
              <p:nvPr/>
            </p:nvSpPr>
            <p:spPr>
              <a:xfrm>
                <a:off x="7044315" y="4966343"/>
                <a:ext cx="766259" cy="353207"/>
              </a:xfrm>
              <a:custGeom>
                <a:rect b="b" l="l" r="r" t="t"/>
                <a:pathLst>
                  <a:path extrusionOk="0" h="353207" w="766259">
                    <a:moveTo>
                      <a:pt x="765347" y="353207"/>
                    </a:moveTo>
                    <a:cubicBezTo>
                      <a:pt x="765347" y="345645"/>
                      <a:pt x="766260" y="337952"/>
                      <a:pt x="766260" y="330260"/>
                    </a:cubicBezTo>
                    <a:cubicBezTo>
                      <a:pt x="766260" y="147724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260"/>
                    </a:cubicBezTo>
                    <a:cubicBezTo>
                      <a:pt x="0" y="337952"/>
                      <a:pt x="0" y="345645"/>
                      <a:pt x="1043" y="3532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74" name="Google Shape;874;p75"/>
              <p:cNvSpPr/>
              <p:nvPr/>
            </p:nvSpPr>
            <p:spPr>
              <a:xfrm>
                <a:off x="7037275" y="4959693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9"/>
                    </a:moveTo>
                    <a:lnTo>
                      <a:pt x="8084" y="367289"/>
                    </a:lnTo>
                    <a:cubicBezTo>
                      <a:pt x="4394" y="367302"/>
                      <a:pt x="1317" y="364459"/>
                      <a:pt x="1043" y="360769"/>
                    </a:cubicBezTo>
                    <a:cubicBezTo>
                      <a:pt x="391" y="351904"/>
                      <a:pt x="0" y="344472"/>
                      <a:pt x="0" y="337300"/>
                    </a:cubicBezTo>
                    <a:cubicBezTo>
                      <a:pt x="0" y="151375"/>
                      <a:pt x="175104" y="0"/>
                      <a:pt x="390236" y="0"/>
                    </a:cubicBezTo>
                    <a:cubicBezTo>
                      <a:pt x="605367" y="0"/>
                      <a:pt x="780472" y="151375"/>
                      <a:pt x="780472" y="337300"/>
                    </a:cubicBezTo>
                    <a:cubicBezTo>
                      <a:pt x="780472" y="344341"/>
                      <a:pt x="780472" y="351904"/>
                      <a:pt x="779429" y="360769"/>
                    </a:cubicBezTo>
                    <a:cubicBezTo>
                      <a:pt x="779090" y="364420"/>
                      <a:pt x="776052" y="367236"/>
                      <a:pt x="772388" y="367289"/>
                    </a:cubicBezTo>
                    <a:close/>
                    <a:moveTo>
                      <a:pt x="14603" y="353207"/>
                    </a:moveTo>
                    <a:lnTo>
                      <a:pt x="765608" y="353207"/>
                    </a:lnTo>
                    <a:cubicBezTo>
                      <a:pt x="765608" y="347340"/>
                      <a:pt x="765608" y="342255"/>
                      <a:pt x="765608" y="337300"/>
                    </a:cubicBezTo>
                    <a:cubicBezTo>
                      <a:pt x="765608" y="159067"/>
                      <a:pt x="596893" y="14212"/>
                      <a:pt x="389584" y="14212"/>
                    </a:cubicBezTo>
                    <a:cubicBezTo>
                      <a:pt x="182275" y="14212"/>
                      <a:pt x="13429" y="159067"/>
                      <a:pt x="13429" y="337300"/>
                    </a:cubicBezTo>
                    <a:cubicBezTo>
                      <a:pt x="14081" y="342255"/>
                      <a:pt x="14342" y="347470"/>
                      <a:pt x="14603" y="35320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75" name="Google Shape;875;p75"/>
              <p:cNvSpPr/>
              <p:nvPr/>
            </p:nvSpPr>
            <p:spPr>
              <a:xfrm>
                <a:off x="7044315" y="4998156"/>
                <a:ext cx="766259" cy="353207"/>
              </a:xfrm>
              <a:custGeom>
                <a:rect b="b" l="l" r="r" t="t"/>
                <a:pathLst>
                  <a:path extrusionOk="0" h="353207" w="766259">
                    <a:moveTo>
                      <a:pt x="765347" y="353207"/>
                    </a:moveTo>
                    <a:cubicBezTo>
                      <a:pt x="765347" y="345514"/>
                      <a:pt x="766260" y="337952"/>
                      <a:pt x="766260" y="330260"/>
                    </a:cubicBezTo>
                    <a:cubicBezTo>
                      <a:pt x="766260" y="147724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260"/>
                    </a:cubicBezTo>
                    <a:cubicBezTo>
                      <a:pt x="0" y="337952"/>
                      <a:pt x="0" y="345514"/>
                      <a:pt x="1043" y="3532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76" name="Google Shape;876;p75"/>
              <p:cNvSpPr/>
              <p:nvPr/>
            </p:nvSpPr>
            <p:spPr>
              <a:xfrm>
                <a:off x="7037275" y="4991376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9"/>
                    </a:moveTo>
                    <a:lnTo>
                      <a:pt x="8084" y="367289"/>
                    </a:lnTo>
                    <a:cubicBezTo>
                      <a:pt x="4394" y="367302"/>
                      <a:pt x="1317" y="364459"/>
                      <a:pt x="1043" y="360769"/>
                    </a:cubicBezTo>
                    <a:cubicBezTo>
                      <a:pt x="391" y="351904"/>
                      <a:pt x="0" y="344341"/>
                      <a:pt x="0" y="337301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301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20"/>
                      <a:pt x="776052" y="367236"/>
                      <a:pt x="772388" y="367289"/>
                    </a:cubicBezTo>
                    <a:close/>
                    <a:moveTo>
                      <a:pt x="14603" y="353077"/>
                    </a:moveTo>
                    <a:lnTo>
                      <a:pt x="765608" y="353077"/>
                    </a:lnTo>
                    <a:cubicBezTo>
                      <a:pt x="765608" y="347340"/>
                      <a:pt x="765608" y="342125"/>
                      <a:pt x="765608" y="337301"/>
                    </a:cubicBezTo>
                    <a:cubicBezTo>
                      <a:pt x="765608" y="159067"/>
                      <a:pt x="596893" y="14082"/>
                      <a:pt x="389584" y="14082"/>
                    </a:cubicBezTo>
                    <a:cubicBezTo>
                      <a:pt x="182275" y="14082"/>
                      <a:pt x="14081" y="158676"/>
                      <a:pt x="14081" y="337040"/>
                    </a:cubicBezTo>
                    <a:cubicBezTo>
                      <a:pt x="14081" y="341994"/>
                      <a:pt x="14342" y="347079"/>
                      <a:pt x="14603" y="35281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77" name="Google Shape;877;p75"/>
              <p:cNvSpPr/>
              <p:nvPr/>
            </p:nvSpPr>
            <p:spPr>
              <a:xfrm>
                <a:off x="7112766" y="4998156"/>
                <a:ext cx="634572" cy="212914"/>
              </a:xfrm>
              <a:custGeom>
                <a:rect b="b" l="l" r="r" t="t"/>
                <a:pathLst>
                  <a:path extrusionOk="0" h="212914" w="634572">
                    <a:moveTo>
                      <a:pt x="314744" y="0"/>
                    </a:moveTo>
                    <a:cubicBezTo>
                      <a:pt x="184361" y="0"/>
                      <a:pt x="69233" y="56195"/>
                      <a:pt x="0" y="141987"/>
                    </a:cubicBezTo>
                    <a:lnTo>
                      <a:pt x="89834" y="212915"/>
                    </a:lnTo>
                    <a:cubicBezTo>
                      <a:pt x="184948" y="94892"/>
                      <a:pt x="357731" y="76326"/>
                      <a:pt x="475754" y="171440"/>
                    </a:cubicBezTo>
                    <a:cubicBezTo>
                      <a:pt x="491022" y="183735"/>
                      <a:pt x="504920" y="197647"/>
                      <a:pt x="517228" y="212915"/>
                    </a:cubicBezTo>
                    <a:lnTo>
                      <a:pt x="634573" y="147724"/>
                    </a:lnTo>
                    <a:cubicBezTo>
                      <a:pt x="565470" y="58672"/>
                      <a:pt x="447995" y="0"/>
                      <a:pt x="314744" y="0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78" name="Google Shape;878;p75"/>
              <p:cNvSpPr/>
              <p:nvPr/>
            </p:nvSpPr>
            <p:spPr>
              <a:xfrm>
                <a:off x="7105704" y="4991116"/>
                <a:ext cx="648138" cy="227127"/>
              </a:xfrm>
              <a:custGeom>
                <a:rect b="b" l="l" r="r" t="t"/>
                <a:pathLst>
                  <a:path extrusionOk="0" h="227127" w="648138">
                    <a:moveTo>
                      <a:pt x="524291" y="227127"/>
                    </a:moveTo>
                    <a:cubicBezTo>
                      <a:pt x="522127" y="227153"/>
                      <a:pt x="520093" y="226136"/>
                      <a:pt x="518815" y="224389"/>
                    </a:cubicBezTo>
                    <a:cubicBezTo>
                      <a:pt x="426139" y="109391"/>
                      <a:pt x="257802" y="91294"/>
                      <a:pt x="142804" y="183957"/>
                    </a:cubicBezTo>
                    <a:cubicBezTo>
                      <a:pt x="127915" y="195952"/>
                      <a:pt x="114368" y="209512"/>
                      <a:pt x="102373" y="224389"/>
                    </a:cubicBezTo>
                    <a:cubicBezTo>
                      <a:pt x="99974" y="227375"/>
                      <a:pt x="95632" y="227896"/>
                      <a:pt x="92594" y="225562"/>
                    </a:cubicBezTo>
                    <a:lnTo>
                      <a:pt x="2630" y="154504"/>
                    </a:lnTo>
                    <a:cubicBezTo>
                      <a:pt x="1169" y="153343"/>
                      <a:pt x="231" y="151661"/>
                      <a:pt x="22" y="149810"/>
                    </a:cubicBezTo>
                    <a:cubicBezTo>
                      <a:pt x="-121" y="147932"/>
                      <a:pt x="439" y="146081"/>
                      <a:pt x="1587" y="144595"/>
                    </a:cubicBezTo>
                    <a:cubicBezTo>
                      <a:pt x="74601" y="54109"/>
                      <a:pt x="194292" y="0"/>
                      <a:pt x="321807" y="0"/>
                    </a:cubicBezTo>
                    <a:cubicBezTo>
                      <a:pt x="452190" y="0"/>
                      <a:pt x="574098" y="56325"/>
                      <a:pt x="646721" y="150462"/>
                    </a:cubicBezTo>
                    <a:cubicBezTo>
                      <a:pt x="647907" y="152118"/>
                      <a:pt x="648377" y="154191"/>
                      <a:pt x="648025" y="156199"/>
                    </a:cubicBezTo>
                    <a:cubicBezTo>
                      <a:pt x="647621" y="158246"/>
                      <a:pt x="646330" y="160019"/>
                      <a:pt x="644504" y="161023"/>
                    </a:cubicBezTo>
                    <a:lnTo>
                      <a:pt x="527160" y="226214"/>
                    </a:lnTo>
                    <a:cubicBezTo>
                      <a:pt x="526273" y="226710"/>
                      <a:pt x="525295" y="227010"/>
                      <a:pt x="524291" y="227127"/>
                    </a:cubicBezTo>
                    <a:close/>
                    <a:moveTo>
                      <a:pt x="310594" y="110695"/>
                    </a:moveTo>
                    <a:cubicBezTo>
                      <a:pt x="393726" y="110552"/>
                      <a:pt x="472634" y="147332"/>
                      <a:pt x="525986" y="211090"/>
                    </a:cubicBezTo>
                    <a:lnTo>
                      <a:pt x="630293" y="152809"/>
                    </a:lnTo>
                    <a:cubicBezTo>
                      <a:pt x="559755" y="65843"/>
                      <a:pt x="445149" y="14212"/>
                      <a:pt x="321676" y="14212"/>
                    </a:cubicBezTo>
                    <a:cubicBezTo>
                      <a:pt x="201072" y="14212"/>
                      <a:pt x="87770" y="64149"/>
                      <a:pt x="16972" y="148115"/>
                    </a:cubicBezTo>
                    <a:lnTo>
                      <a:pt x="95202" y="210308"/>
                    </a:lnTo>
                    <a:cubicBezTo>
                      <a:pt x="148750" y="146889"/>
                      <a:pt x="227605" y="110421"/>
                      <a:pt x="310594" y="11069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79" name="Google Shape;879;p75"/>
              <p:cNvSpPr/>
              <p:nvPr/>
            </p:nvSpPr>
            <p:spPr>
              <a:xfrm>
                <a:off x="7299344" y="5229050"/>
                <a:ext cx="232733" cy="122313"/>
              </a:xfrm>
              <a:custGeom>
                <a:rect b="b" l="l" r="r" t="t"/>
                <a:pathLst>
                  <a:path extrusionOk="0" h="122313" w="232733">
                    <a:moveTo>
                      <a:pt x="232733" y="112535"/>
                    </a:moveTo>
                    <a:cubicBezTo>
                      <a:pt x="230582" y="48269"/>
                      <a:pt x="176734" y="-2085"/>
                      <a:pt x="112468" y="66"/>
                    </a:cubicBezTo>
                    <a:cubicBezTo>
                      <a:pt x="51227" y="2114"/>
                      <a:pt x="2047" y="51294"/>
                      <a:pt x="0" y="112535"/>
                    </a:cubicBezTo>
                    <a:cubicBezTo>
                      <a:pt x="0" y="115794"/>
                      <a:pt x="0" y="119054"/>
                      <a:pt x="0" y="122313"/>
                    </a:cubicBezTo>
                    <a:lnTo>
                      <a:pt x="231690" y="122313"/>
                    </a:lnTo>
                    <a:cubicBezTo>
                      <a:pt x="232472" y="119054"/>
                      <a:pt x="232733" y="115794"/>
                      <a:pt x="232733" y="1125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80" name="Google Shape;880;p75"/>
              <p:cNvSpPr/>
              <p:nvPr/>
            </p:nvSpPr>
            <p:spPr>
              <a:xfrm>
                <a:off x="7292825" y="5222387"/>
                <a:ext cx="246814" cy="136357"/>
              </a:xfrm>
              <a:custGeom>
                <a:rect b="b" l="l" r="r" t="t"/>
                <a:pathLst>
                  <a:path extrusionOk="0" h="136357" w="246814">
                    <a:moveTo>
                      <a:pt x="238731" y="136277"/>
                    </a:moveTo>
                    <a:lnTo>
                      <a:pt x="7041" y="136277"/>
                    </a:lnTo>
                    <a:cubicBezTo>
                      <a:pt x="3377" y="136225"/>
                      <a:pt x="339" y="133409"/>
                      <a:pt x="0" y="129758"/>
                    </a:cubicBezTo>
                    <a:cubicBezTo>
                      <a:pt x="0" y="126368"/>
                      <a:pt x="0" y="122978"/>
                      <a:pt x="0" y="119458"/>
                    </a:cubicBezTo>
                    <a:cubicBezTo>
                      <a:pt x="2216" y="51307"/>
                      <a:pt x="59259" y="-2150"/>
                      <a:pt x="127423" y="67"/>
                    </a:cubicBezTo>
                    <a:cubicBezTo>
                      <a:pt x="192458" y="2179"/>
                      <a:pt x="244703" y="54410"/>
                      <a:pt x="246815" y="119458"/>
                    </a:cubicBezTo>
                    <a:cubicBezTo>
                      <a:pt x="246815" y="122978"/>
                      <a:pt x="246815" y="126368"/>
                      <a:pt x="246815" y="129758"/>
                    </a:cubicBezTo>
                    <a:cubicBezTo>
                      <a:pt x="246567" y="133644"/>
                      <a:pt x="243229" y="136590"/>
                      <a:pt x="239344" y="136343"/>
                    </a:cubicBezTo>
                    <a:cubicBezTo>
                      <a:pt x="239135" y="136329"/>
                      <a:pt x="238939" y="136304"/>
                      <a:pt x="238731" y="136277"/>
                    </a:cubicBezTo>
                    <a:close/>
                    <a:moveTo>
                      <a:pt x="13690" y="122066"/>
                    </a:moveTo>
                    <a:lnTo>
                      <a:pt x="232212" y="122066"/>
                    </a:lnTo>
                    <a:lnTo>
                      <a:pt x="232212" y="119458"/>
                    </a:lnTo>
                    <a:cubicBezTo>
                      <a:pt x="232212" y="59117"/>
                      <a:pt x="183292" y="10197"/>
                      <a:pt x="122951" y="10197"/>
                    </a:cubicBezTo>
                    <a:cubicBezTo>
                      <a:pt x="62610" y="10197"/>
                      <a:pt x="13690" y="59117"/>
                      <a:pt x="13690" y="11945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with Two contetns T3">
  <p:cSld name="1_Title with Two contetns T3"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2" name="Google Shape;882;p126"/>
          <p:cNvGrpSpPr/>
          <p:nvPr/>
        </p:nvGrpSpPr>
        <p:grpSpPr>
          <a:xfrm>
            <a:off x="-1" y="579518"/>
            <a:ext cx="11387581" cy="823539"/>
            <a:chOff x="0" y="579518"/>
            <a:chExt cx="4126044" cy="823539"/>
          </a:xfrm>
        </p:grpSpPr>
        <p:sp>
          <p:nvSpPr>
            <p:cNvPr id="883" name="Google Shape;883;p126"/>
            <p:cNvSpPr/>
            <p:nvPr/>
          </p:nvSpPr>
          <p:spPr>
            <a:xfrm>
              <a:off x="0" y="676841"/>
              <a:ext cx="4126044" cy="726216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126"/>
            <p:cNvSpPr/>
            <p:nvPr/>
          </p:nvSpPr>
          <p:spPr>
            <a:xfrm>
              <a:off x="0" y="579518"/>
              <a:ext cx="4092024" cy="726216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5" name="Google Shape;885;p126"/>
          <p:cNvSpPr txBox="1"/>
          <p:nvPr>
            <p:ph type="title"/>
          </p:nvPr>
        </p:nvSpPr>
        <p:spPr>
          <a:xfrm>
            <a:off x="180975" y="579519"/>
            <a:ext cx="11112712" cy="726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6" name="Google Shape;886;p126"/>
          <p:cNvSpPr txBox="1"/>
          <p:nvPr>
            <p:ph idx="1" type="body"/>
          </p:nvPr>
        </p:nvSpPr>
        <p:spPr>
          <a:xfrm>
            <a:off x="540696" y="1677302"/>
            <a:ext cx="316915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7" name="Google Shape;887;p126"/>
          <p:cNvSpPr txBox="1"/>
          <p:nvPr>
            <p:ph idx="2" type="body"/>
          </p:nvPr>
        </p:nvSpPr>
        <p:spPr>
          <a:xfrm>
            <a:off x="3901440" y="1677302"/>
            <a:ext cx="774986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8" name="Google Shape;888;p126"/>
          <p:cNvSpPr txBox="1"/>
          <p:nvPr>
            <p:ph idx="3" type="body"/>
          </p:nvPr>
        </p:nvSpPr>
        <p:spPr>
          <a:xfrm>
            <a:off x="10615439" y="78300"/>
            <a:ext cx="1129498" cy="21658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valuate 1">
  <p:cSld name="Evaluate_1"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0" name="Google Shape;890;g2de0fd72278_0_1908"/>
          <p:cNvGrpSpPr/>
          <p:nvPr/>
        </p:nvGrpSpPr>
        <p:grpSpPr>
          <a:xfrm>
            <a:off x="679934" y="0"/>
            <a:ext cx="3579435" cy="1806089"/>
            <a:chOff x="536716" y="-1319"/>
            <a:chExt cx="3976708" cy="2323841"/>
          </a:xfrm>
        </p:grpSpPr>
        <p:sp>
          <p:nvSpPr>
            <p:cNvPr id="891" name="Google Shape;891;g2de0fd72278_0_1908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892" name="Google Shape;892;g2de0fd72278_0_1908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893" name="Google Shape;893;g2de0fd72278_0_1908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94" name="Google Shape;894;g2de0fd72278_0_1908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95" name="Google Shape;895;g2de0fd72278_0_1908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896" name="Google Shape;896;g2de0fd72278_0_1908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897" name="Google Shape;897;g2de0fd72278_0_1908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898" name="Google Shape;898;g2de0fd72278_0_1908"/>
          <p:cNvSpPr txBox="1"/>
          <p:nvPr/>
        </p:nvSpPr>
        <p:spPr>
          <a:xfrm>
            <a:off x="251900" y="829425"/>
            <a:ext cx="44355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Fun CodeTime</a:t>
            </a:r>
            <a:endParaRPr b="1" i="0" sz="4600" u="none" cap="none" strike="noStrike">
              <a:solidFill>
                <a:schemeClr val="lt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899" name="Google Shape;899;g2de0fd72278_0_190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37325" y="1537422"/>
            <a:ext cx="4354271" cy="4230678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g2de0fd72278_0_1908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valuate">
  <p:cSld name="Evaluate"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2" name="Google Shape;902;p83"/>
          <p:cNvGrpSpPr/>
          <p:nvPr/>
        </p:nvGrpSpPr>
        <p:grpSpPr>
          <a:xfrm>
            <a:off x="680025" y="0"/>
            <a:ext cx="3090788" cy="1806087"/>
            <a:chOff x="536716" y="-1319"/>
            <a:chExt cx="3976695" cy="2323763"/>
          </a:xfrm>
        </p:grpSpPr>
        <p:sp>
          <p:nvSpPr>
            <p:cNvPr id="903" name="Google Shape;903;p83"/>
            <p:cNvSpPr/>
            <p:nvPr/>
          </p:nvSpPr>
          <p:spPr>
            <a:xfrm>
              <a:off x="3829881" y="897"/>
              <a:ext cx="92766" cy="904356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904" name="Google Shape;904;p83"/>
            <p:cNvGrpSpPr/>
            <p:nvPr/>
          </p:nvGrpSpPr>
          <p:grpSpPr>
            <a:xfrm>
              <a:off x="536716" y="0"/>
              <a:ext cx="3976695" cy="2322444"/>
              <a:chOff x="947530" y="0"/>
              <a:chExt cx="3976695" cy="2322444"/>
            </a:xfrm>
          </p:grpSpPr>
          <p:sp>
            <p:nvSpPr>
              <p:cNvPr id="905" name="Google Shape;905;p83"/>
              <p:cNvSpPr/>
              <p:nvPr/>
            </p:nvSpPr>
            <p:spPr>
              <a:xfrm>
                <a:off x="1364970" y="0"/>
                <a:ext cx="92766" cy="904356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06" name="Google Shape;906;p83"/>
              <p:cNvSpPr/>
              <p:nvPr/>
            </p:nvSpPr>
            <p:spPr>
              <a:xfrm>
                <a:off x="1041338" y="920922"/>
                <a:ext cx="3882887" cy="1401522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07" name="Google Shape;907;p83"/>
              <p:cNvSpPr/>
              <p:nvPr/>
            </p:nvSpPr>
            <p:spPr>
              <a:xfrm>
                <a:off x="947530" y="824843"/>
                <a:ext cx="3882887" cy="1401522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08" name="Google Shape;908;p83"/>
              <p:cNvSpPr/>
              <p:nvPr/>
            </p:nvSpPr>
            <p:spPr>
              <a:xfrm>
                <a:off x="4194312" y="0"/>
                <a:ext cx="92766" cy="904356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909" name="Google Shape;909;p83"/>
            <p:cNvSpPr/>
            <p:nvPr/>
          </p:nvSpPr>
          <p:spPr>
            <a:xfrm>
              <a:off x="907773" y="-1319"/>
              <a:ext cx="92766" cy="904356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910" name="Google Shape;910;p83"/>
          <p:cNvSpPr txBox="1"/>
          <p:nvPr/>
        </p:nvSpPr>
        <p:spPr>
          <a:xfrm>
            <a:off x="680025" y="777563"/>
            <a:ext cx="301787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Evaluate</a:t>
            </a:r>
            <a:endParaRPr b="0" i="0" sz="5400" u="none" cap="none" strike="noStrike">
              <a:solidFill>
                <a:schemeClr val="lt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911" name="Google Shape;911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5258" y="-663083"/>
            <a:ext cx="6778656" cy="6778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y Questions?">
  <p:cSld name="Any Questions?"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3" name="Google Shape;913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8936" y="1127591"/>
            <a:ext cx="5710167" cy="3961993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86"/>
          <p:cNvSpPr txBox="1"/>
          <p:nvPr/>
        </p:nvSpPr>
        <p:spPr>
          <a:xfrm>
            <a:off x="6288656" y="2231425"/>
            <a:ext cx="4768356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002060"/>
                </a:solidFill>
                <a:latin typeface="Fredoka"/>
                <a:ea typeface="Fredoka"/>
                <a:cs typeface="Fredoka"/>
                <a:sym typeface="Fredoka"/>
              </a:rPr>
              <a:t>ANY QUESTIONS?</a:t>
            </a:r>
            <a:endParaRPr b="0" i="0" sz="1400" u="none" cap="none" strike="noStrike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ssion Summary">
  <p:cSld name="Session Summary"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6" name="Google Shape;916;g27b0a9b8b0f_0_529"/>
          <p:cNvGrpSpPr/>
          <p:nvPr/>
        </p:nvGrpSpPr>
        <p:grpSpPr>
          <a:xfrm>
            <a:off x="6634601" y="419286"/>
            <a:ext cx="4977959" cy="715758"/>
            <a:chOff x="6651018" y="1094904"/>
            <a:chExt cx="4977959" cy="715758"/>
          </a:xfrm>
        </p:grpSpPr>
        <p:grpSp>
          <p:nvGrpSpPr>
            <p:cNvPr id="917" name="Google Shape;917;g27b0a9b8b0f_0_529"/>
            <p:cNvGrpSpPr/>
            <p:nvPr/>
          </p:nvGrpSpPr>
          <p:grpSpPr>
            <a:xfrm flipH="1">
              <a:off x="6651018" y="1105239"/>
              <a:ext cx="4977959" cy="705423"/>
              <a:chOff x="-276224" y="579518"/>
              <a:chExt cx="4483840" cy="705423"/>
            </a:xfrm>
          </p:grpSpPr>
          <p:sp>
            <p:nvSpPr>
              <p:cNvPr id="918" name="Google Shape;918;g27b0a9b8b0f_0_529"/>
              <p:cNvSpPr/>
              <p:nvPr/>
            </p:nvSpPr>
            <p:spPr>
              <a:xfrm>
                <a:off x="-160684" y="676841"/>
                <a:ext cx="4368300" cy="608100"/>
              </a:xfrm>
              <a:prstGeom prst="rect">
                <a:avLst/>
              </a:prstGeom>
              <a:solidFill>
                <a:srgbClr val="D068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9" name="Google Shape;919;g27b0a9b8b0f_0_529"/>
              <p:cNvSpPr/>
              <p:nvPr/>
            </p:nvSpPr>
            <p:spPr>
              <a:xfrm>
                <a:off x="-276224" y="579518"/>
                <a:ext cx="4368300" cy="6081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0" name="Google Shape;920;g27b0a9b8b0f_0_529"/>
            <p:cNvSpPr txBox="1"/>
            <p:nvPr/>
          </p:nvSpPr>
          <p:spPr>
            <a:xfrm>
              <a:off x="6813500" y="1094904"/>
              <a:ext cx="4797600" cy="6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For Next Session, Search for…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1" name="Google Shape;921;g27b0a9b8b0f_0_529"/>
          <p:cNvGrpSpPr/>
          <p:nvPr/>
        </p:nvGrpSpPr>
        <p:grpSpPr>
          <a:xfrm>
            <a:off x="546596" y="408850"/>
            <a:ext cx="4862692" cy="736415"/>
            <a:chOff x="563013" y="978293"/>
            <a:chExt cx="4862692" cy="736415"/>
          </a:xfrm>
        </p:grpSpPr>
        <p:grpSp>
          <p:nvGrpSpPr>
            <p:cNvPr id="922" name="Google Shape;922;g27b0a9b8b0f_0_529"/>
            <p:cNvGrpSpPr/>
            <p:nvPr/>
          </p:nvGrpSpPr>
          <p:grpSpPr>
            <a:xfrm>
              <a:off x="563051" y="978293"/>
              <a:ext cx="4862654" cy="736415"/>
              <a:chOff x="971550" y="628179"/>
              <a:chExt cx="4207540" cy="727323"/>
            </a:xfrm>
          </p:grpSpPr>
          <p:sp>
            <p:nvSpPr>
              <p:cNvPr id="923" name="Google Shape;923;g27b0a9b8b0f_0_529"/>
              <p:cNvSpPr/>
              <p:nvPr/>
            </p:nvSpPr>
            <p:spPr>
              <a:xfrm>
                <a:off x="1087090" y="725502"/>
                <a:ext cx="4092000" cy="630000"/>
              </a:xfrm>
              <a:prstGeom prst="rect">
                <a:avLst/>
              </a:prstGeom>
              <a:solidFill>
                <a:srgbClr val="D068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" name="Google Shape;924;g27b0a9b8b0f_0_529"/>
              <p:cNvSpPr/>
              <p:nvPr/>
            </p:nvSpPr>
            <p:spPr>
              <a:xfrm>
                <a:off x="971550" y="628179"/>
                <a:ext cx="4092000" cy="600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5" name="Google Shape;925;g27b0a9b8b0f_0_529"/>
            <p:cNvSpPr txBox="1"/>
            <p:nvPr/>
          </p:nvSpPr>
          <p:spPr>
            <a:xfrm>
              <a:off x="563013" y="978323"/>
              <a:ext cx="4747200" cy="6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 this Session, You learned…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6" name="Google Shape;926;g27b0a9b8b0f_0_529"/>
          <p:cNvSpPr txBox="1"/>
          <p:nvPr>
            <p:ph idx="1" type="body"/>
          </p:nvPr>
        </p:nvSpPr>
        <p:spPr>
          <a:xfrm>
            <a:off x="662484" y="1247527"/>
            <a:ext cx="4746600" cy="48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7" name="Google Shape;927;g27b0a9b8b0f_0_529"/>
          <p:cNvSpPr txBox="1"/>
          <p:nvPr>
            <p:ph idx="2" type="body"/>
          </p:nvPr>
        </p:nvSpPr>
        <p:spPr>
          <a:xfrm>
            <a:off x="6762792" y="1247527"/>
            <a:ext cx="4831800" cy="48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2de0fd72278_0_1356"/>
          <p:cNvSpPr txBox="1"/>
          <p:nvPr/>
        </p:nvSpPr>
        <p:spPr>
          <a:xfrm>
            <a:off x="1122400" y="2754450"/>
            <a:ext cx="4324800" cy="13491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3529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7F"/>
              </a:buClr>
              <a:buSzPts val="4400"/>
              <a:buFont typeface="Fredoka"/>
              <a:buNone/>
            </a:pPr>
            <a:r>
              <a:rPr b="1" i="0" lang="en-US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rPr>
              <a:t>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0" name="Google Shape;930;g2de0fd72278_0_13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94825" y="1310325"/>
            <a:ext cx="6337025" cy="4237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!">
  <p:cSld name="Thank You!"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87"/>
          <p:cNvSpPr txBox="1"/>
          <p:nvPr/>
        </p:nvSpPr>
        <p:spPr>
          <a:xfrm>
            <a:off x="2505636" y="2773309"/>
            <a:ext cx="718072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rPr>
              <a:t>THANK YOU!</a:t>
            </a:r>
            <a:endParaRPr b="0" i="0" sz="2400" u="none" cap="none" strike="noStrike">
              <a:solidFill>
                <a:srgbClr val="172A4B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">
  <p:cSld name="1_Custom Layout 1 1"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4" name="Google Shape;934;p56"/>
          <p:cNvGrpSpPr/>
          <p:nvPr/>
        </p:nvGrpSpPr>
        <p:grpSpPr>
          <a:xfrm>
            <a:off x="680018" y="0"/>
            <a:ext cx="2261952" cy="1018075"/>
            <a:chOff x="536716" y="-1319"/>
            <a:chExt cx="3976708" cy="2323841"/>
          </a:xfrm>
        </p:grpSpPr>
        <p:sp>
          <p:nvSpPr>
            <p:cNvPr id="935" name="Google Shape;935;p56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936" name="Google Shape;936;p56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937" name="Google Shape;937;p56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38" name="Google Shape;938;p56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39" name="Google Shape;939;p56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940" name="Google Shape;940;p56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941" name="Google Shape;941;p56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942" name="Google Shape;942;p56"/>
          <p:cNvSpPr txBox="1"/>
          <p:nvPr/>
        </p:nvSpPr>
        <p:spPr>
          <a:xfrm>
            <a:off x="733376" y="432114"/>
            <a:ext cx="1385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Goal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56"/>
          <p:cNvSpPr txBox="1"/>
          <p:nvPr>
            <p:ph idx="1" type="body"/>
          </p:nvPr>
        </p:nvSpPr>
        <p:spPr>
          <a:xfrm>
            <a:off x="1684425" y="421369"/>
            <a:ext cx="1184099" cy="614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with content T3">
  <p:cSld name="1_Title with content T3"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125"/>
          <p:cNvSpPr txBox="1"/>
          <p:nvPr>
            <p:ph idx="1" type="body"/>
          </p:nvPr>
        </p:nvSpPr>
        <p:spPr>
          <a:xfrm>
            <a:off x="781050" y="1581150"/>
            <a:ext cx="10477500" cy="443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946" name="Google Shape;946;p125"/>
          <p:cNvGrpSpPr/>
          <p:nvPr/>
        </p:nvGrpSpPr>
        <p:grpSpPr>
          <a:xfrm>
            <a:off x="-1" y="579518"/>
            <a:ext cx="11387581" cy="823539"/>
            <a:chOff x="0" y="579518"/>
            <a:chExt cx="4126044" cy="823539"/>
          </a:xfrm>
        </p:grpSpPr>
        <p:sp>
          <p:nvSpPr>
            <p:cNvPr id="947" name="Google Shape;947;p125"/>
            <p:cNvSpPr/>
            <p:nvPr/>
          </p:nvSpPr>
          <p:spPr>
            <a:xfrm>
              <a:off x="0" y="676841"/>
              <a:ext cx="4126044" cy="726216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0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125"/>
            <p:cNvSpPr/>
            <p:nvPr/>
          </p:nvSpPr>
          <p:spPr>
            <a:xfrm>
              <a:off x="0" y="579518"/>
              <a:ext cx="4092024" cy="726216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0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9" name="Google Shape;949;p125"/>
          <p:cNvSpPr txBox="1"/>
          <p:nvPr>
            <p:ph type="title"/>
          </p:nvPr>
        </p:nvSpPr>
        <p:spPr>
          <a:xfrm>
            <a:off x="180975" y="579519"/>
            <a:ext cx="11112712" cy="726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0" name="Google Shape;950;p125"/>
          <p:cNvSpPr txBox="1"/>
          <p:nvPr>
            <p:ph idx="2" type="body"/>
          </p:nvPr>
        </p:nvSpPr>
        <p:spPr>
          <a:xfrm>
            <a:off x="10615439" y="78300"/>
            <a:ext cx="1129498" cy="21658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st Your Work!">
  <p:cSld name="1_Test Your Work!"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105"/>
          <p:cNvSpPr txBox="1"/>
          <p:nvPr/>
        </p:nvSpPr>
        <p:spPr>
          <a:xfrm>
            <a:off x="2597049" y="5751950"/>
            <a:ext cx="71652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That is for today, wait for part 2!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105"/>
          <p:cNvSpPr/>
          <p:nvPr/>
        </p:nvSpPr>
        <p:spPr>
          <a:xfrm>
            <a:off x="2316544" y="2334255"/>
            <a:ext cx="496178" cy="1881128"/>
          </a:xfrm>
          <a:custGeom>
            <a:rect b="b" l="l" r="r" t="t"/>
            <a:pathLst>
              <a:path extrusionOk="0" h="1262484" w="333001">
                <a:moveTo>
                  <a:pt x="372" y="3632"/>
                </a:moveTo>
                <a:cubicBezTo>
                  <a:pt x="24621" y="51181"/>
                  <a:pt x="34297" y="104826"/>
                  <a:pt x="28185" y="157842"/>
                </a:cubicBezTo>
                <a:cubicBezTo>
                  <a:pt x="22470" y="203086"/>
                  <a:pt x="6753" y="246901"/>
                  <a:pt x="12468" y="293002"/>
                </a:cubicBezTo>
                <a:cubicBezTo>
                  <a:pt x="21422" y="365773"/>
                  <a:pt x="72476" y="423780"/>
                  <a:pt x="113719" y="481025"/>
                </a:cubicBezTo>
                <a:cubicBezTo>
                  <a:pt x="137685" y="511724"/>
                  <a:pt x="156946" y="545814"/>
                  <a:pt x="170869" y="582181"/>
                </a:cubicBezTo>
                <a:cubicBezTo>
                  <a:pt x="185919" y="626948"/>
                  <a:pt x="182299" y="673525"/>
                  <a:pt x="173917" y="719245"/>
                </a:cubicBezTo>
                <a:cubicBezTo>
                  <a:pt x="158106" y="806113"/>
                  <a:pt x="135817" y="887743"/>
                  <a:pt x="184490" y="968419"/>
                </a:cubicBezTo>
                <a:cubicBezTo>
                  <a:pt x="211350" y="1012806"/>
                  <a:pt x="247641" y="1050430"/>
                  <a:pt x="272882" y="1095864"/>
                </a:cubicBezTo>
                <a:cubicBezTo>
                  <a:pt x="300096" y="1146004"/>
                  <a:pt x="317124" y="1201039"/>
                  <a:pt x="322983" y="1257789"/>
                </a:cubicBezTo>
                <a:cubicBezTo>
                  <a:pt x="323555" y="1262932"/>
                  <a:pt x="333461" y="1264647"/>
                  <a:pt x="332985" y="1258837"/>
                </a:cubicBezTo>
                <a:cubicBezTo>
                  <a:pt x="329630" y="1211202"/>
                  <a:pt x="317859" y="1164539"/>
                  <a:pt x="298218" y="1121010"/>
                </a:cubicBezTo>
                <a:cubicBezTo>
                  <a:pt x="278311" y="1077004"/>
                  <a:pt x="249355" y="1040047"/>
                  <a:pt x="220780" y="1001567"/>
                </a:cubicBezTo>
                <a:cubicBezTo>
                  <a:pt x="192205" y="963085"/>
                  <a:pt x="167345" y="920604"/>
                  <a:pt x="164773" y="870407"/>
                </a:cubicBezTo>
                <a:cubicBezTo>
                  <a:pt x="162392" y="823544"/>
                  <a:pt x="174298" y="777348"/>
                  <a:pt x="183823" y="731818"/>
                </a:cubicBezTo>
                <a:cubicBezTo>
                  <a:pt x="192015" y="690004"/>
                  <a:pt x="198111" y="646855"/>
                  <a:pt x="189252" y="604660"/>
                </a:cubicBezTo>
                <a:cubicBezTo>
                  <a:pt x="180798" y="569389"/>
                  <a:pt x="165807" y="536013"/>
                  <a:pt x="145056" y="506266"/>
                </a:cubicBezTo>
                <a:cubicBezTo>
                  <a:pt x="103337" y="443211"/>
                  <a:pt x="44377" y="385585"/>
                  <a:pt x="27042" y="309956"/>
                </a:cubicBezTo>
                <a:cubicBezTo>
                  <a:pt x="14373" y="254521"/>
                  <a:pt x="36567" y="202038"/>
                  <a:pt x="40186" y="147174"/>
                </a:cubicBezTo>
                <a:cubicBezTo>
                  <a:pt x="44044" y="96339"/>
                  <a:pt x="31886" y="45580"/>
                  <a:pt x="5420" y="2013"/>
                </a:cubicBezTo>
                <a:cubicBezTo>
                  <a:pt x="3420" y="-1226"/>
                  <a:pt x="-1533" y="-464"/>
                  <a:pt x="467" y="3632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954" name="Google Shape;954;p105"/>
          <p:cNvSpPr/>
          <p:nvPr/>
        </p:nvSpPr>
        <p:spPr>
          <a:xfrm>
            <a:off x="2298126" y="2367463"/>
            <a:ext cx="107289" cy="117269"/>
          </a:xfrm>
          <a:custGeom>
            <a:rect b="b" l="l" r="r" t="t"/>
            <a:pathLst>
              <a:path extrusionOk="0" h="78703" w="72005">
                <a:moveTo>
                  <a:pt x="159" y="62689"/>
                </a:moveTo>
                <a:lnTo>
                  <a:pt x="159" y="62689"/>
                </a:lnTo>
                <a:cubicBezTo>
                  <a:pt x="-2222" y="47545"/>
                  <a:pt x="22829" y="872"/>
                  <a:pt x="28734" y="15"/>
                </a:cubicBezTo>
                <a:cubicBezTo>
                  <a:pt x="34640" y="-842"/>
                  <a:pt x="69406" y="35448"/>
                  <a:pt x="71978" y="51640"/>
                </a:cubicBezTo>
                <a:lnTo>
                  <a:pt x="71978" y="51640"/>
                </a:lnTo>
                <a:cubicBezTo>
                  <a:pt x="72336" y="58184"/>
                  <a:pt x="69177" y="64433"/>
                  <a:pt x="63691" y="68023"/>
                </a:cubicBezTo>
                <a:cubicBezTo>
                  <a:pt x="49005" y="78634"/>
                  <a:pt x="30117" y="81539"/>
                  <a:pt x="12923" y="75834"/>
                </a:cubicBezTo>
                <a:cubicBezTo>
                  <a:pt x="6553" y="74138"/>
                  <a:pt x="1620" y="69090"/>
                  <a:pt x="64" y="62689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955" name="Google Shape;955;p105"/>
          <p:cNvSpPr/>
          <p:nvPr/>
        </p:nvSpPr>
        <p:spPr>
          <a:xfrm>
            <a:off x="2298126" y="2367463"/>
            <a:ext cx="107289" cy="117269"/>
          </a:xfrm>
          <a:custGeom>
            <a:rect b="b" l="l" r="r" t="t"/>
            <a:pathLst>
              <a:path extrusionOk="0" h="78703" w="72005">
                <a:moveTo>
                  <a:pt x="159" y="62689"/>
                </a:moveTo>
                <a:lnTo>
                  <a:pt x="159" y="62689"/>
                </a:lnTo>
                <a:cubicBezTo>
                  <a:pt x="-2222" y="47545"/>
                  <a:pt x="22829" y="872"/>
                  <a:pt x="28734" y="15"/>
                </a:cubicBezTo>
                <a:cubicBezTo>
                  <a:pt x="34640" y="-842"/>
                  <a:pt x="69406" y="35448"/>
                  <a:pt x="71978" y="51640"/>
                </a:cubicBezTo>
                <a:lnTo>
                  <a:pt x="71978" y="51640"/>
                </a:lnTo>
                <a:cubicBezTo>
                  <a:pt x="72336" y="58184"/>
                  <a:pt x="69177" y="64433"/>
                  <a:pt x="63691" y="68023"/>
                </a:cubicBezTo>
                <a:cubicBezTo>
                  <a:pt x="49005" y="78634"/>
                  <a:pt x="30117" y="81539"/>
                  <a:pt x="12923" y="75834"/>
                </a:cubicBezTo>
                <a:cubicBezTo>
                  <a:pt x="6553" y="74138"/>
                  <a:pt x="1620" y="69090"/>
                  <a:pt x="64" y="62689"/>
                </a:cubicBezTo>
                <a:close/>
              </a:path>
            </a:pathLst>
          </a:custGeom>
          <a:solidFill>
            <a:srgbClr val="000000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956" name="Google Shape;956;p105"/>
          <p:cNvSpPr/>
          <p:nvPr/>
        </p:nvSpPr>
        <p:spPr>
          <a:xfrm>
            <a:off x="1959874" y="1620270"/>
            <a:ext cx="637174" cy="773894"/>
          </a:xfrm>
          <a:custGeom>
            <a:rect b="b" l="l" r="r" t="t"/>
            <a:pathLst>
              <a:path extrusionOk="0" h="519384" w="427629">
                <a:moveTo>
                  <a:pt x="3143" y="260591"/>
                </a:moveTo>
                <a:cubicBezTo>
                  <a:pt x="20669" y="376986"/>
                  <a:pt x="134969" y="509955"/>
                  <a:pt x="258794" y="519385"/>
                </a:cubicBezTo>
                <a:cubicBezTo>
                  <a:pt x="373761" y="467378"/>
                  <a:pt x="442722" y="312216"/>
                  <a:pt x="424815" y="195535"/>
                </a:cubicBezTo>
                <a:cubicBezTo>
                  <a:pt x="406908" y="78854"/>
                  <a:pt x="315278" y="-18016"/>
                  <a:pt x="179546" y="2844"/>
                </a:cubicBezTo>
                <a:cubicBezTo>
                  <a:pt x="43815" y="23704"/>
                  <a:pt x="-14764" y="144195"/>
                  <a:pt x="3143" y="260591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957" name="Google Shape;957;p105"/>
          <p:cNvSpPr/>
          <p:nvPr/>
        </p:nvSpPr>
        <p:spPr>
          <a:xfrm>
            <a:off x="1959922" y="1928368"/>
            <a:ext cx="635489" cy="465795"/>
          </a:xfrm>
          <a:custGeom>
            <a:rect b="b" l="l" r="r" t="t"/>
            <a:pathLst>
              <a:path extrusionOk="0" h="312610" w="426497">
                <a:moveTo>
                  <a:pt x="424878" y="51340"/>
                </a:moveTo>
                <a:cubicBezTo>
                  <a:pt x="424878" y="51340"/>
                  <a:pt x="411162" y="167830"/>
                  <a:pt x="273812" y="197929"/>
                </a:cubicBezTo>
                <a:cubicBezTo>
                  <a:pt x="141986" y="227076"/>
                  <a:pt x="11112" y="97441"/>
                  <a:pt x="349" y="0"/>
                </a:cubicBezTo>
                <a:cubicBezTo>
                  <a:pt x="-580" y="17983"/>
                  <a:pt x="345" y="36024"/>
                  <a:pt x="3111" y="53816"/>
                </a:cubicBezTo>
                <a:cubicBezTo>
                  <a:pt x="20637" y="170212"/>
                  <a:pt x="134937" y="303181"/>
                  <a:pt x="258762" y="312611"/>
                </a:cubicBezTo>
                <a:cubicBezTo>
                  <a:pt x="354012" y="269558"/>
                  <a:pt x="417639" y="155638"/>
                  <a:pt x="426498" y="51625"/>
                </a:cubicBezTo>
                <a:close/>
              </a:path>
            </a:pathLst>
          </a:custGeom>
          <a:solidFill>
            <a:srgbClr val="000000">
              <a:alpha val="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958" name="Google Shape;958;p105"/>
          <p:cNvSpPr/>
          <p:nvPr/>
        </p:nvSpPr>
        <p:spPr>
          <a:xfrm>
            <a:off x="7635445" y="3025135"/>
            <a:ext cx="453215" cy="1702214"/>
          </a:xfrm>
          <a:custGeom>
            <a:rect b="b" l="l" r="r" t="t"/>
            <a:pathLst>
              <a:path extrusionOk="0" h="1142409" w="304167">
                <a:moveTo>
                  <a:pt x="298880" y="1065"/>
                </a:moveTo>
                <a:cubicBezTo>
                  <a:pt x="277372" y="31078"/>
                  <a:pt x="262828" y="65501"/>
                  <a:pt x="256303" y="101839"/>
                </a:cubicBezTo>
                <a:cubicBezTo>
                  <a:pt x="250017" y="137939"/>
                  <a:pt x="256303" y="173944"/>
                  <a:pt x="258113" y="210139"/>
                </a:cubicBezTo>
                <a:cubicBezTo>
                  <a:pt x="260970" y="257764"/>
                  <a:pt x="250683" y="297673"/>
                  <a:pt x="219060" y="333964"/>
                </a:cubicBezTo>
                <a:cubicBezTo>
                  <a:pt x="194009" y="362539"/>
                  <a:pt x="163720" y="386351"/>
                  <a:pt x="141050" y="417212"/>
                </a:cubicBezTo>
                <a:cubicBezTo>
                  <a:pt x="95521" y="479220"/>
                  <a:pt x="85234" y="548562"/>
                  <a:pt x="94568" y="623524"/>
                </a:cubicBezTo>
                <a:cubicBezTo>
                  <a:pt x="105141" y="708391"/>
                  <a:pt x="124858" y="788211"/>
                  <a:pt x="83996" y="868792"/>
                </a:cubicBezTo>
                <a:cubicBezTo>
                  <a:pt x="62088" y="912036"/>
                  <a:pt x="33132" y="951469"/>
                  <a:pt x="17797" y="997951"/>
                </a:cubicBezTo>
                <a:cubicBezTo>
                  <a:pt x="4091" y="1043195"/>
                  <a:pt x="-1768" y="1090458"/>
                  <a:pt x="461" y="1137683"/>
                </a:cubicBezTo>
                <a:cubicBezTo>
                  <a:pt x="461" y="1142922"/>
                  <a:pt x="10463" y="1144541"/>
                  <a:pt x="10558" y="1138731"/>
                </a:cubicBezTo>
                <a:cubicBezTo>
                  <a:pt x="9777" y="1093678"/>
                  <a:pt x="15587" y="1048758"/>
                  <a:pt x="27798" y="1005381"/>
                </a:cubicBezTo>
                <a:cubicBezTo>
                  <a:pt x="40276" y="965566"/>
                  <a:pt x="62755" y="930610"/>
                  <a:pt x="83138" y="894510"/>
                </a:cubicBezTo>
                <a:cubicBezTo>
                  <a:pt x="103798" y="860544"/>
                  <a:pt x="116800" y="822482"/>
                  <a:pt x="121238" y="782972"/>
                </a:cubicBezTo>
                <a:cubicBezTo>
                  <a:pt x="123105" y="747444"/>
                  <a:pt x="120705" y="711820"/>
                  <a:pt x="114095" y="676864"/>
                </a:cubicBezTo>
                <a:cubicBezTo>
                  <a:pt x="107808" y="636192"/>
                  <a:pt x="100188" y="594949"/>
                  <a:pt x="102188" y="553705"/>
                </a:cubicBezTo>
                <a:cubicBezTo>
                  <a:pt x="104674" y="512767"/>
                  <a:pt x="117628" y="473143"/>
                  <a:pt x="139812" y="438643"/>
                </a:cubicBezTo>
                <a:cubicBezTo>
                  <a:pt x="178865" y="376636"/>
                  <a:pt x="254684" y="338536"/>
                  <a:pt x="267733" y="261478"/>
                </a:cubicBezTo>
                <a:cubicBezTo>
                  <a:pt x="274019" y="224140"/>
                  <a:pt x="266018" y="186231"/>
                  <a:pt x="264209" y="148893"/>
                </a:cubicBezTo>
                <a:cubicBezTo>
                  <a:pt x="261732" y="97077"/>
                  <a:pt x="278782" y="49833"/>
                  <a:pt x="303833" y="5256"/>
                </a:cubicBezTo>
                <a:cubicBezTo>
                  <a:pt x="305452" y="2494"/>
                  <a:pt x="300785" y="-1983"/>
                  <a:pt x="298689" y="97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959" name="Google Shape;959;p105"/>
          <p:cNvSpPr/>
          <p:nvPr/>
        </p:nvSpPr>
        <p:spPr>
          <a:xfrm>
            <a:off x="7993288" y="3057466"/>
            <a:ext cx="106562" cy="117090"/>
          </a:xfrm>
          <a:custGeom>
            <a:rect b="b" l="l" r="r" t="t"/>
            <a:pathLst>
              <a:path extrusionOk="0" h="78583" w="71517">
                <a:moveTo>
                  <a:pt x="71197" y="64522"/>
                </a:moveTo>
                <a:lnTo>
                  <a:pt x="71197" y="64522"/>
                </a:lnTo>
                <a:cubicBezTo>
                  <a:pt x="74436" y="49473"/>
                  <a:pt x="52147" y="1371"/>
                  <a:pt x="46527" y="38"/>
                </a:cubicBezTo>
                <a:cubicBezTo>
                  <a:pt x="40908" y="-1296"/>
                  <a:pt x="3665" y="32899"/>
                  <a:pt x="141" y="48901"/>
                </a:cubicBezTo>
                <a:lnTo>
                  <a:pt x="141" y="48901"/>
                </a:lnTo>
                <a:cubicBezTo>
                  <a:pt x="-669" y="55397"/>
                  <a:pt x="2055" y="61827"/>
                  <a:pt x="7284" y="65760"/>
                </a:cubicBezTo>
                <a:cubicBezTo>
                  <a:pt x="21324" y="77181"/>
                  <a:pt x="39946" y="81286"/>
                  <a:pt x="57481" y="76809"/>
                </a:cubicBezTo>
                <a:cubicBezTo>
                  <a:pt x="63911" y="75447"/>
                  <a:pt x="69140" y="70771"/>
                  <a:pt x="71197" y="64522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960" name="Google Shape;960;p105"/>
          <p:cNvSpPr/>
          <p:nvPr/>
        </p:nvSpPr>
        <p:spPr>
          <a:xfrm>
            <a:off x="7993288" y="3057466"/>
            <a:ext cx="106562" cy="117090"/>
          </a:xfrm>
          <a:custGeom>
            <a:rect b="b" l="l" r="r" t="t"/>
            <a:pathLst>
              <a:path extrusionOk="0" h="78583" w="71517">
                <a:moveTo>
                  <a:pt x="71197" y="64522"/>
                </a:moveTo>
                <a:lnTo>
                  <a:pt x="71197" y="64522"/>
                </a:lnTo>
                <a:cubicBezTo>
                  <a:pt x="74436" y="49473"/>
                  <a:pt x="52147" y="1371"/>
                  <a:pt x="46527" y="38"/>
                </a:cubicBezTo>
                <a:cubicBezTo>
                  <a:pt x="40908" y="-1296"/>
                  <a:pt x="3665" y="32899"/>
                  <a:pt x="141" y="48901"/>
                </a:cubicBezTo>
                <a:lnTo>
                  <a:pt x="141" y="48901"/>
                </a:lnTo>
                <a:cubicBezTo>
                  <a:pt x="-669" y="55397"/>
                  <a:pt x="2055" y="61827"/>
                  <a:pt x="7284" y="65760"/>
                </a:cubicBezTo>
                <a:cubicBezTo>
                  <a:pt x="21324" y="77181"/>
                  <a:pt x="39946" y="81286"/>
                  <a:pt x="57481" y="76809"/>
                </a:cubicBezTo>
                <a:cubicBezTo>
                  <a:pt x="63911" y="75447"/>
                  <a:pt x="69140" y="70771"/>
                  <a:pt x="71197" y="64522"/>
                </a:cubicBezTo>
                <a:close/>
              </a:path>
            </a:pathLst>
          </a:custGeom>
          <a:solidFill>
            <a:srgbClr val="000000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961" name="Google Shape;961;p105"/>
          <p:cNvSpPr/>
          <p:nvPr/>
        </p:nvSpPr>
        <p:spPr>
          <a:xfrm>
            <a:off x="7832107" y="2316556"/>
            <a:ext cx="638598" cy="768217"/>
          </a:xfrm>
          <a:custGeom>
            <a:rect b="b" l="l" r="r" t="t"/>
            <a:pathLst>
              <a:path extrusionOk="0" h="515574" w="428584">
                <a:moveTo>
                  <a:pt x="422263" y="273640"/>
                </a:moveTo>
                <a:cubicBezTo>
                  <a:pt x="397022" y="388607"/>
                  <a:pt x="274816" y="514051"/>
                  <a:pt x="150801" y="515575"/>
                </a:cubicBezTo>
                <a:cubicBezTo>
                  <a:pt x="39358" y="456234"/>
                  <a:pt x="-19506" y="297071"/>
                  <a:pt x="5830" y="182200"/>
                </a:cubicBezTo>
                <a:cubicBezTo>
                  <a:pt x="31167" y="67328"/>
                  <a:pt x="128798" y="-23921"/>
                  <a:pt x="263005" y="5606"/>
                </a:cubicBezTo>
                <a:cubicBezTo>
                  <a:pt x="397213" y="35134"/>
                  <a:pt x="447600" y="158101"/>
                  <a:pt x="422263" y="273640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962" name="Google Shape;962;p105"/>
          <p:cNvSpPr/>
          <p:nvPr/>
        </p:nvSpPr>
        <p:spPr>
          <a:xfrm>
            <a:off x="7832424" y="2643673"/>
            <a:ext cx="638375" cy="440391"/>
          </a:xfrm>
          <a:custGeom>
            <a:rect b="b" l="l" r="r" t="t"/>
            <a:pathLst>
              <a:path extrusionOk="0" h="295560" w="428434">
                <a:moveTo>
                  <a:pt x="1334" y="24098"/>
                </a:moveTo>
                <a:cubicBezTo>
                  <a:pt x="1334" y="24098"/>
                  <a:pt x="8096" y="141256"/>
                  <a:pt x="142685" y="180118"/>
                </a:cubicBezTo>
                <a:cubicBezTo>
                  <a:pt x="272415" y="217551"/>
                  <a:pt x="411290" y="96583"/>
                  <a:pt x="428435" y="0"/>
                </a:cubicBezTo>
                <a:cubicBezTo>
                  <a:pt x="428130" y="18040"/>
                  <a:pt x="426025" y="36004"/>
                  <a:pt x="422148" y="53626"/>
                </a:cubicBezTo>
                <a:cubicBezTo>
                  <a:pt x="396907" y="168592"/>
                  <a:pt x="274701" y="294037"/>
                  <a:pt x="150686" y="295561"/>
                </a:cubicBezTo>
                <a:cubicBezTo>
                  <a:pt x="58293" y="246412"/>
                  <a:pt x="2191" y="128683"/>
                  <a:pt x="0" y="24289"/>
                </a:cubicBezTo>
                <a:close/>
              </a:path>
            </a:pathLst>
          </a:custGeom>
          <a:solidFill>
            <a:srgbClr val="000000">
              <a:alpha val="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963" name="Google Shape;963;p105"/>
          <p:cNvGrpSpPr/>
          <p:nvPr/>
        </p:nvGrpSpPr>
        <p:grpSpPr>
          <a:xfrm>
            <a:off x="5457740" y="1333254"/>
            <a:ext cx="1594946" cy="4101698"/>
            <a:chOff x="5652866" y="1771703"/>
            <a:chExt cx="1133902" cy="2916040"/>
          </a:xfrm>
        </p:grpSpPr>
        <p:sp>
          <p:nvSpPr>
            <p:cNvPr id="964" name="Google Shape;964;p105"/>
            <p:cNvSpPr/>
            <p:nvPr/>
          </p:nvSpPr>
          <p:spPr>
            <a:xfrm>
              <a:off x="5881496" y="4377690"/>
              <a:ext cx="284569" cy="310053"/>
            </a:xfrm>
            <a:custGeom>
              <a:rect b="b" l="l" r="r" t="t"/>
              <a:pathLst>
                <a:path extrusionOk="0" h="310053" w="284569">
                  <a:moveTo>
                    <a:pt x="0" y="263176"/>
                  </a:moveTo>
                  <a:cubicBezTo>
                    <a:pt x="6953" y="281654"/>
                    <a:pt x="17336" y="300038"/>
                    <a:pt x="38100" y="306896"/>
                  </a:cubicBezTo>
                  <a:cubicBezTo>
                    <a:pt x="80772" y="321088"/>
                    <a:pt x="136208" y="284416"/>
                    <a:pt x="159163" y="257080"/>
                  </a:cubicBezTo>
                  <a:cubicBezTo>
                    <a:pt x="186976" y="223933"/>
                    <a:pt x="191167" y="188595"/>
                    <a:pt x="211550" y="161068"/>
                  </a:cubicBezTo>
                  <a:cubicBezTo>
                    <a:pt x="231934" y="133540"/>
                    <a:pt x="260699" y="116110"/>
                    <a:pt x="274606" y="92297"/>
                  </a:cubicBezTo>
                  <a:cubicBezTo>
                    <a:pt x="286245" y="74209"/>
                    <a:pt x="287788" y="51406"/>
                    <a:pt x="278701" y="31909"/>
                  </a:cubicBezTo>
                  <a:cubicBezTo>
                    <a:pt x="272148" y="19983"/>
                    <a:pt x="262204" y="10268"/>
                    <a:pt x="250127" y="4000"/>
                  </a:cubicBezTo>
                  <a:cubicBezTo>
                    <a:pt x="246983" y="2096"/>
                    <a:pt x="241459" y="1905"/>
                    <a:pt x="23803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65" name="Google Shape;965;p105"/>
            <p:cNvSpPr/>
            <p:nvPr/>
          </p:nvSpPr>
          <p:spPr>
            <a:xfrm>
              <a:off x="5868097" y="4334335"/>
              <a:ext cx="281372" cy="339795"/>
            </a:xfrm>
            <a:custGeom>
              <a:rect b="b" l="l" r="r" t="t"/>
              <a:pathLst>
                <a:path extrusionOk="0" h="339795" w="281372">
                  <a:moveTo>
                    <a:pt x="102077" y="132889"/>
                  </a:moveTo>
                  <a:cubicBezTo>
                    <a:pt x="99115" y="150015"/>
                    <a:pt x="92409" y="166274"/>
                    <a:pt x="82455" y="180514"/>
                  </a:cubicBezTo>
                  <a:cubicBezTo>
                    <a:pt x="64739" y="204136"/>
                    <a:pt x="41974" y="221567"/>
                    <a:pt x="21114" y="242046"/>
                  </a:cubicBezTo>
                  <a:cubicBezTo>
                    <a:pt x="13599" y="248094"/>
                    <a:pt x="7494" y="255695"/>
                    <a:pt x="3207" y="264334"/>
                  </a:cubicBezTo>
                  <a:cubicBezTo>
                    <a:pt x="-5556" y="287194"/>
                    <a:pt x="4731" y="305673"/>
                    <a:pt x="20829" y="323484"/>
                  </a:cubicBezTo>
                  <a:cubicBezTo>
                    <a:pt x="27858" y="329895"/>
                    <a:pt x="36316" y="334534"/>
                    <a:pt x="45498" y="337010"/>
                  </a:cubicBezTo>
                  <a:cubicBezTo>
                    <a:pt x="59024" y="340725"/>
                    <a:pt x="73311" y="340725"/>
                    <a:pt x="86837" y="337010"/>
                  </a:cubicBezTo>
                  <a:cubicBezTo>
                    <a:pt x="112916" y="328075"/>
                    <a:pt x="136243" y="312550"/>
                    <a:pt x="154560" y="291957"/>
                  </a:cubicBezTo>
                  <a:cubicBezTo>
                    <a:pt x="190659" y="251571"/>
                    <a:pt x="188373" y="198517"/>
                    <a:pt x="231426" y="163084"/>
                  </a:cubicBezTo>
                  <a:cubicBezTo>
                    <a:pt x="274479" y="127650"/>
                    <a:pt x="303435" y="89836"/>
                    <a:pt x="259525" y="44116"/>
                  </a:cubicBezTo>
                  <a:cubicBezTo>
                    <a:pt x="238189" y="21828"/>
                    <a:pt x="214377" y="12303"/>
                    <a:pt x="207995" y="4302"/>
                  </a:cubicBezTo>
                  <a:cubicBezTo>
                    <a:pt x="196565" y="-9891"/>
                    <a:pt x="169895" y="14970"/>
                    <a:pt x="161418" y="22209"/>
                  </a:cubicBezTo>
                  <a:cubicBezTo>
                    <a:pt x="152940" y="29448"/>
                    <a:pt x="144749" y="38020"/>
                    <a:pt x="136081" y="45640"/>
                  </a:cubicBezTo>
                  <a:cubicBezTo>
                    <a:pt x="128099" y="54622"/>
                    <a:pt x="120775" y="64176"/>
                    <a:pt x="114174" y="74215"/>
                  </a:cubicBezTo>
                  <a:cubicBezTo>
                    <a:pt x="111430" y="77015"/>
                    <a:pt x="109154" y="80235"/>
                    <a:pt x="107411" y="83740"/>
                  </a:cubicBezTo>
                  <a:cubicBezTo>
                    <a:pt x="105915" y="88407"/>
                    <a:pt x="105334" y="93322"/>
                    <a:pt x="105696" y="98218"/>
                  </a:cubicBezTo>
                  <a:cubicBezTo>
                    <a:pt x="105649" y="109867"/>
                    <a:pt x="104439" y="121478"/>
                    <a:pt x="102077" y="132889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66" name="Google Shape;966;p105"/>
            <p:cNvSpPr/>
            <p:nvPr/>
          </p:nvSpPr>
          <p:spPr>
            <a:xfrm>
              <a:off x="5866204" y="4542626"/>
              <a:ext cx="170645" cy="131219"/>
            </a:xfrm>
            <a:custGeom>
              <a:rect b="b" l="l" r="r" t="t"/>
              <a:pathLst>
                <a:path extrusionOk="0" h="131219" w="170645">
                  <a:moveTo>
                    <a:pt x="157120" y="83380"/>
                  </a:moveTo>
                  <a:cubicBezTo>
                    <a:pt x="162140" y="78084"/>
                    <a:pt x="166664" y="72350"/>
                    <a:pt x="170645" y="66235"/>
                  </a:cubicBezTo>
                  <a:cubicBezTo>
                    <a:pt x="163854" y="45823"/>
                    <a:pt x="150452" y="28249"/>
                    <a:pt x="132545" y="16324"/>
                  </a:cubicBezTo>
                  <a:cubicBezTo>
                    <a:pt x="110085" y="1074"/>
                    <a:pt x="82158" y="-3783"/>
                    <a:pt x="55869" y="2989"/>
                  </a:cubicBezTo>
                  <a:cubicBezTo>
                    <a:pt x="42677" y="11095"/>
                    <a:pt x="30209" y="20334"/>
                    <a:pt x="18626" y="30611"/>
                  </a:cubicBezTo>
                  <a:cubicBezTo>
                    <a:pt x="11054" y="37155"/>
                    <a:pt x="5301" y="45556"/>
                    <a:pt x="1958" y="54995"/>
                  </a:cubicBezTo>
                  <a:cubicBezTo>
                    <a:pt x="-4148" y="77741"/>
                    <a:pt x="4320" y="101906"/>
                    <a:pt x="23294" y="115860"/>
                  </a:cubicBezTo>
                  <a:cubicBezTo>
                    <a:pt x="29980" y="122032"/>
                    <a:pt x="38153" y="126366"/>
                    <a:pt x="47011" y="128433"/>
                  </a:cubicBezTo>
                  <a:cubicBezTo>
                    <a:pt x="60574" y="132148"/>
                    <a:pt x="74881" y="132148"/>
                    <a:pt x="88445" y="128433"/>
                  </a:cubicBezTo>
                  <a:cubicBezTo>
                    <a:pt x="114610" y="119127"/>
                    <a:pt x="138165" y="103678"/>
                    <a:pt x="157120" y="8338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67" name="Google Shape;967;p105"/>
            <p:cNvSpPr/>
            <p:nvPr/>
          </p:nvSpPr>
          <p:spPr>
            <a:xfrm>
              <a:off x="5935217" y="4266438"/>
              <a:ext cx="142569" cy="157883"/>
            </a:xfrm>
            <a:custGeom>
              <a:rect b="b" l="l" r="r" t="t"/>
              <a:pathLst>
                <a:path extrusionOk="0" h="157883" w="142569">
                  <a:moveTo>
                    <a:pt x="110681" y="0"/>
                  </a:moveTo>
                  <a:lnTo>
                    <a:pt x="136398" y="78772"/>
                  </a:lnTo>
                  <a:cubicBezTo>
                    <a:pt x="136398" y="78772"/>
                    <a:pt x="156115" y="104584"/>
                    <a:pt x="125063" y="134493"/>
                  </a:cubicBezTo>
                  <a:cubicBezTo>
                    <a:pt x="94012" y="164401"/>
                    <a:pt x="59246" y="163068"/>
                    <a:pt x="44291" y="144875"/>
                  </a:cubicBezTo>
                  <a:lnTo>
                    <a:pt x="0" y="61246"/>
                  </a:ln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68" name="Google Shape;968;p105"/>
            <p:cNvSpPr/>
            <p:nvPr/>
          </p:nvSpPr>
          <p:spPr>
            <a:xfrm>
              <a:off x="6620446" y="3743472"/>
              <a:ext cx="166322" cy="367991"/>
            </a:xfrm>
            <a:custGeom>
              <a:rect b="b" l="l" r="r" t="t"/>
              <a:pathLst>
                <a:path extrusionOk="0" h="367991" w="166322">
                  <a:moveTo>
                    <a:pt x="73057" y="363708"/>
                  </a:moveTo>
                  <a:cubicBezTo>
                    <a:pt x="84392" y="369042"/>
                    <a:pt x="114300" y="371042"/>
                    <a:pt x="130778" y="359803"/>
                  </a:cubicBezTo>
                  <a:cubicBezTo>
                    <a:pt x="165163" y="336371"/>
                    <a:pt x="172498" y="267315"/>
                    <a:pt x="161735" y="229120"/>
                  </a:cubicBezTo>
                  <a:cubicBezTo>
                    <a:pt x="148590" y="182828"/>
                    <a:pt x="122872" y="159397"/>
                    <a:pt x="114110" y="131584"/>
                  </a:cubicBezTo>
                  <a:cubicBezTo>
                    <a:pt x="105346" y="103771"/>
                    <a:pt x="107728" y="63956"/>
                    <a:pt x="96107" y="39667"/>
                  </a:cubicBezTo>
                  <a:cubicBezTo>
                    <a:pt x="86554" y="20627"/>
                    <a:pt x="69161" y="6701"/>
                    <a:pt x="48482" y="1567"/>
                  </a:cubicBezTo>
                  <a:cubicBezTo>
                    <a:pt x="35357" y="-2014"/>
                    <a:pt x="21317" y="615"/>
                    <a:pt x="10382" y="8711"/>
                  </a:cubicBezTo>
                  <a:lnTo>
                    <a:pt x="0" y="1633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69" name="Google Shape;969;p105"/>
            <p:cNvSpPr/>
            <p:nvPr/>
          </p:nvSpPr>
          <p:spPr>
            <a:xfrm>
              <a:off x="6526149" y="3754864"/>
              <a:ext cx="242380" cy="357256"/>
            </a:xfrm>
            <a:custGeom>
              <a:rect b="b" l="l" r="r" t="t"/>
              <a:pathLst>
                <a:path extrusionOk="0" h="357256" w="242380">
                  <a:moveTo>
                    <a:pt x="79915" y="177437"/>
                  </a:moveTo>
                  <a:cubicBezTo>
                    <a:pt x="92116" y="190038"/>
                    <a:pt x="101098" y="205392"/>
                    <a:pt x="106108" y="222204"/>
                  </a:cubicBezTo>
                  <a:cubicBezTo>
                    <a:pt x="114871" y="249827"/>
                    <a:pt x="115633" y="279354"/>
                    <a:pt x="119348" y="307929"/>
                  </a:cubicBezTo>
                  <a:cubicBezTo>
                    <a:pt x="120129" y="317502"/>
                    <a:pt x="122615" y="326855"/>
                    <a:pt x="126682" y="335552"/>
                  </a:cubicBezTo>
                  <a:cubicBezTo>
                    <a:pt x="137160" y="355649"/>
                    <a:pt x="161068" y="359364"/>
                    <a:pt x="184880" y="356316"/>
                  </a:cubicBezTo>
                  <a:cubicBezTo>
                    <a:pt x="194377" y="354259"/>
                    <a:pt x="203263" y="350058"/>
                    <a:pt x="210883" y="344029"/>
                  </a:cubicBezTo>
                  <a:cubicBezTo>
                    <a:pt x="221894" y="335361"/>
                    <a:pt x="230296" y="323826"/>
                    <a:pt x="235172" y="310691"/>
                  </a:cubicBezTo>
                  <a:cubicBezTo>
                    <a:pt x="243345" y="284145"/>
                    <a:pt x="244592" y="255942"/>
                    <a:pt x="238792" y="228776"/>
                  </a:cubicBezTo>
                  <a:cubicBezTo>
                    <a:pt x="230124" y="177151"/>
                    <a:pt x="178213" y="143051"/>
                    <a:pt x="178879" y="92188"/>
                  </a:cubicBezTo>
                  <a:cubicBezTo>
                    <a:pt x="179546" y="41324"/>
                    <a:pt x="149733" y="-24493"/>
                    <a:pt x="85725" y="9225"/>
                  </a:cubicBezTo>
                  <a:cubicBezTo>
                    <a:pt x="53921" y="26951"/>
                    <a:pt x="25013" y="49440"/>
                    <a:pt x="0" y="75900"/>
                  </a:cubicBezTo>
                  <a:cubicBezTo>
                    <a:pt x="15240" y="98760"/>
                    <a:pt x="30861" y="121525"/>
                    <a:pt x="45815" y="144575"/>
                  </a:cubicBezTo>
                  <a:cubicBezTo>
                    <a:pt x="48720" y="150414"/>
                    <a:pt x="52406" y="155834"/>
                    <a:pt x="56769" y="160672"/>
                  </a:cubicBezTo>
                  <a:cubicBezTo>
                    <a:pt x="63341" y="166483"/>
                    <a:pt x="71914" y="169626"/>
                    <a:pt x="78486" y="175912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70" name="Google Shape;970;p105"/>
            <p:cNvSpPr/>
            <p:nvPr/>
          </p:nvSpPr>
          <p:spPr>
            <a:xfrm>
              <a:off x="6639544" y="3958575"/>
              <a:ext cx="128792" cy="154797"/>
            </a:xfrm>
            <a:custGeom>
              <a:rect b="b" l="l" r="r" t="t"/>
              <a:pathLst>
                <a:path extrusionOk="0" h="154797" w="128792">
                  <a:moveTo>
                    <a:pt x="125397" y="25923"/>
                  </a:moveTo>
                  <a:cubicBezTo>
                    <a:pt x="124139" y="18807"/>
                    <a:pt x="122129" y="11845"/>
                    <a:pt x="119396" y="5158"/>
                  </a:cubicBezTo>
                  <a:cubicBezTo>
                    <a:pt x="99231" y="-1909"/>
                    <a:pt x="77229" y="-1709"/>
                    <a:pt x="57198" y="5730"/>
                  </a:cubicBezTo>
                  <a:cubicBezTo>
                    <a:pt x="30842" y="13940"/>
                    <a:pt x="9973" y="34209"/>
                    <a:pt x="1000" y="60308"/>
                  </a:cubicBezTo>
                  <a:cubicBezTo>
                    <a:pt x="-333" y="75738"/>
                    <a:pt x="-333" y="91264"/>
                    <a:pt x="1000" y="106694"/>
                  </a:cubicBezTo>
                  <a:cubicBezTo>
                    <a:pt x="1981" y="116639"/>
                    <a:pt x="5239" y="126221"/>
                    <a:pt x="10525" y="134698"/>
                  </a:cubicBezTo>
                  <a:cubicBezTo>
                    <a:pt x="24527" y="154986"/>
                    <a:pt x="47101" y="156510"/>
                    <a:pt x="70914" y="153748"/>
                  </a:cubicBezTo>
                  <a:cubicBezTo>
                    <a:pt x="80401" y="151672"/>
                    <a:pt x="89287" y="147471"/>
                    <a:pt x="96917" y="141461"/>
                  </a:cubicBezTo>
                  <a:cubicBezTo>
                    <a:pt x="107899" y="132774"/>
                    <a:pt x="116300" y="121239"/>
                    <a:pt x="121206" y="108123"/>
                  </a:cubicBezTo>
                  <a:cubicBezTo>
                    <a:pt x="129616" y="81529"/>
                    <a:pt x="131064" y="53231"/>
                    <a:pt x="125397" y="25923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71" name="Google Shape;971;p105"/>
            <p:cNvSpPr/>
            <p:nvPr/>
          </p:nvSpPr>
          <p:spPr>
            <a:xfrm>
              <a:off x="6538436" y="3797808"/>
              <a:ext cx="84706" cy="125349"/>
            </a:xfrm>
            <a:custGeom>
              <a:rect b="b" l="l" r="r" t="t"/>
              <a:pathLst>
                <a:path extrusionOk="0" h="125349" w="84706">
                  <a:moveTo>
                    <a:pt x="2191" y="1714"/>
                  </a:moveTo>
                  <a:lnTo>
                    <a:pt x="42481" y="0"/>
                  </a:lnTo>
                  <a:cubicBezTo>
                    <a:pt x="63617" y="9458"/>
                    <a:pt x="78924" y="28480"/>
                    <a:pt x="83629" y="51149"/>
                  </a:cubicBezTo>
                  <a:cubicBezTo>
                    <a:pt x="87382" y="74371"/>
                    <a:pt x="81229" y="98107"/>
                    <a:pt x="66675" y="116586"/>
                  </a:cubicBezTo>
                  <a:lnTo>
                    <a:pt x="0" y="125349"/>
                  </a:lnTo>
                  <a:lnTo>
                    <a:pt x="2000" y="4381"/>
                  </a:lnTo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72" name="Google Shape;972;p105"/>
            <p:cNvSpPr/>
            <p:nvPr/>
          </p:nvSpPr>
          <p:spPr>
            <a:xfrm>
              <a:off x="5652866" y="3154013"/>
              <a:ext cx="946336" cy="1213866"/>
            </a:xfrm>
            <a:custGeom>
              <a:rect b="b" l="l" r="r" t="t"/>
              <a:pathLst>
                <a:path extrusionOk="0" h="1213866" w="946336">
                  <a:moveTo>
                    <a:pt x="890809" y="640366"/>
                  </a:moveTo>
                  <a:lnTo>
                    <a:pt x="612584" y="643128"/>
                  </a:lnTo>
                  <a:cubicBezTo>
                    <a:pt x="612584" y="643128"/>
                    <a:pt x="663066" y="269843"/>
                    <a:pt x="646397" y="51340"/>
                  </a:cubicBezTo>
                  <a:lnTo>
                    <a:pt x="199865" y="0"/>
                  </a:lnTo>
                  <a:lnTo>
                    <a:pt x="198532" y="2762"/>
                  </a:lnTo>
                  <a:cubicBezTo>
                    <a:pt x="125285" y="197739"/>
                    <a:pt x="47942" y="452056"/>
                    <a:pt x="5841" y="643699"/>
                  </a:cubicBezTo>
                  <a:cubicBezTo>
                    <a:pt x="-7113" y="702755"/>
                    <a:pt x="-445" y="718852"/>
                    <a:pt x="45465" y="805624"/>
                  </a:cubicBezTo>
                  <a:cubicBezTo>
                    <a:pt x="109949" y="927354"/>
                    <a:pt x="219677" y="1090231"/>
                    <a:pt x="298259" y="1213866"/>
                  </a:cubicBezTo>
                  <a:cubicBezTo>
                    <a:pt x="360362" y="1208341"/>
                    <a:pt x="393509" y="1189482"/>
                    <a:pt x="407796" y="1138142"/>
                  </a:cubicBezTo>
                  <a:cubicBezTo>
                    <a:pt x="359028" y="1024509"/>
                    <a:pt x="317785" y="779336"/>
                    <a:pt x="207771" y="675322"/>
                  </a:cubicBezTo>
                  <a:cubicBezTo>
                    <a:pt x="269207" y="565785"/>
                    <a:pt x="326834" y="439960"/>
                    <a:pt x="385508" y="319088"/>
                  </a:cubicBezTo>
                  <a:cubicBezTo>
                    <a:pt x="387317" y="396049"/>
                    <a:pt x="395033" y="648367"/>
                    <a:pt x="421798" y="752284"/>
                  </a:cubicBezTo>
                  <a:cubicBezTo>
                    <a:pt x="438371" y="817531"/>
                    <a:pt x="474566" y="856488"/>
                    <a:pt x="546766" y="844963"/>
                  </a:cubicBezTo>
                  <a:cubicBezTo>
                    <a:pt x="647350" y="828865"/>
                    <a:pt x="913097" y="769334"/>
                    <a:pt x="913097" y="769334"/>
                  </a:cubicBezTo>
                  <a:cubicBezTo>
                    <a:pt x="966437" y="761714"/>
                    <a:pt x="953103" y="661988"/>
                    <a:pt x="890809" y="64036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73" name="Google Shape;973;p105"/>
            <p:cNvSpPr/>
            <p:nvPr/>
          </p:nvSpPr>
          <p:spPr>
            <a:xfrm>
              <a:off x="5652866" y="3154013"/>
              <a:ext cx="946336" cy="1213866"/>
            </a:xfrm>
            <a:custGeom>
              <a:rect b="b" l="l" r="r" t="t"/>
              <a:pathLst>
                <a:path extrusionOk="0" h="1213866" w="946336">
                  <a:moveTo>
                    <a:pt x="890809" y="640366"/>
                  </a:moveTo>
                  <a:lnTo>
                    <a:pt x="612584" y="643128"/>
                  </a:lnTo>
                  <a:cubicBezTo>
                    <a:pt x="612584" y="643128"/>
                    <a:pt x="663066" y="269843"/>
                    <a:pt x="646397" y="51340"/>
                  </a:cubicBezTo>
                  <a:lnTo>
                    <a:pt x="199865" y="0"/>
                  </a:lnTo>
                  <a:lnTo>
                    <a:pt x="198532" y="2762"/>
                  </a:lnTo>
                  <a:cubicBezTo>
                    <a:pt x="125285" y="197739"/>
                    <a:pt x="47942" y="452056"/>
                    <a:pt x="5841" y="643699"/>
                  </a:cubicBezTo>
                  <a:cubicBezTo>
                    <a:pt x="-7113" y="702755"/>
                    <a:pt x="-445" y="718852"/>
                    <a:pt x="45465" y="805624"/>
                  </a:cubicBezTo>
                  <a:cubicBezTo>
                    <a:pt x="109949" y="927354"/>
                    <a:pt x="219677" y="1090231"/>
                    <a:pt x="298259" y="1213866"/>
                  </a:cubicBezTo>
                  <a:cubicBezTo>
                    <a:pt x="360362" y="1208341"/>
                    <a:pt x="393509" y="1189482"/>
                    <a:pt x="407796" y="1138142"/>
                  </a:cubicBezTo>
                  <a:cubicBezTo>
                    <a:pt x="359028" y="1024509"/>
                    <a:pt x="317785" y="779336"/>
                    <a:pt x="207771" y="675322"/>
                  </a:cubicBezTo>
                  <a:cubicBezTo>
                    <a:pt x="269207" y="565785"/>
                    <a:pt x="326834" y="439960"/>
                    <a:pt x="385508" y="319088"/>
                  </a:cubicBezTo>
                  <a:cubicBezTo>
                    <a:pt x="387317" y="396049"/>
                    <a:pt x="395033" y="648367"/>
                    <a:pt x="421798" y="752284"/>
                  </a:cubicBezTo>
                  <a:cubicBezTo>
                    <a:pt x="438371" y="817531"/>
                    <a:pt x="474566" y="856488"/>
                    <a:pt x="546766" y="844963"/>
                  </a:cubicBezTo>
                  <a:cubicBezTo>
                    <a:pt x="647350" y="828865"/>
                    <a:pt x="913097" y="769334"/>
                    <a:pt x="913097" y="769334"/>
                  </a:cubicBezTo>
                  <a:cubicBezTo>
                    <a:pt x="966437" y="761714"/>
                    <a:pt x="953103" y="661988"/>
                    <a:pt x="890809" y="640366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74" name="Google Shape;974;p105"/>
            <p:cNvSpPr/>
            <p:nvPr/>
          </p:nvSpPr>
          <p:spPr>
            <a:xfrm>
              <a:off x="6248018" y="3795712"/>
              <a:ext cx="201834" cy="89439"/>
            </a:xfrm>
            <a:custGeom>
              <a:rect b="b" l="l" r="r" t="t"/>
              <a:pathLst>
                <a:path extrusionOk="0" h="89439" w="201834">
                  <a:moveTo>
                    <a:pt x="17717" y="1429"/>
                  </a:moveTo>
                  <a:cubicBezTo>
                    <a:pt x="17717" y="1429"/>
                    <a:pt x="21527" y="51816"/>
                    <a:pt x="0" y="89440"/>
                  </a:cubicBezTo>
                  <a:cubicBezTo>
                    <a:pt x="15250" y="75152"/>
                    <a:pt x="27070" y="57598"/>
                    <a:pt x="34576" y="38100"/>
                  </a:cubicBezTo>
                  <a:cubicBezTo>
                    <a:pt x="46006" y="7048"/>
                    <a:pt x="135160" y="14383"/>
                    <a:pt x="201835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75" name="Google Shape;975;p105"/>
            <p:cNvSpPr/>
            <p:nvPr/>
          </p:nvSpPr>
          <p:spPr>
            <a:xfrm>
              <a:off x="5923025" y="3318795"/>
              <a:ext cx="115252" cy="393382"/>
            </a:xfrm>
            <a:custGeom>
              <a:rect b="b" l="l" r="r" t="t"/>
              <a:pathLst>
                <a:path extrusionOk="0" h="393382" w="115252">
                  <a:moveTo>
                    <a:pt x="115253" y="154496"/>
                  </a:moveTo>
                  <a:lnTo>
                    <a:pt x="110871" y="84201"/>
                  </a:lnTo>
                  <a:cubicBezTo>
                    <a:pt x="72790" y="62389"/>
                    <a:pt x="38967" y="33861"/>
                    <a:pt x="11049" y="0"/>
                  </a:cubicBezTo>
                  <a:cubicBezTo>
                    <a:pt x="32595" y="34271"/>
                    <a:pt x="59407" y="64932"/>
                    <a:pt x="90488" y="90869"/>
                  </a:cubicBezTo>
                  <a:lnTo>
                    <a:pt x="97155" y="140589"/>
                  </a:lnTo>
                  <a:lnTo>
                    <a:pt x="0" y="393383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76" name="Google Shape;976;p105"/>
            <p:cNvSpPr/>
            <p:nvPr/>
          </p:nvSpPr>
          <p:spPr>
            <a:xfrm>
              <a:off x="5838348" y="3829050"/>
              <a:ext cx="122300" cy="164591"/>
            </a:xfrm>
            <a:custGeom>
              <a:rect b="b" l="l" r="r" t="t"/>
              <a:pathLst>
                <a:path extrusionOk="0" h="164591" w="122300">
                  <a:moveTo>
                    <a:pt x="22384" y="0"/>
                  </a:moveTo>
                  <a:cubicBezTo>
                    <a:pt x="16383" y="8744"/>
                    <a:pt x="8792" y="16269"/>
                    <a:pt x="0" y="22193"/>
                  </a:cubicBezTo>
                  <a:cubicBezTo>
                    <a:pt x="26003" y="36443"/>
                    <a:pt x="48920" y="55702"/>
                    <a:pt x="67437" y="78867"/>
                  </a:cubicBezTo>
                  <a:cubicBezTo>
                    <a:pt x="87554" y="106223"/>
                    <a:pt x="105880" y="134864"/>
                    <a:pt x="122301" y="164592"/>
                  </a:cubicBezTo>
                  <a:cubicBezTo>
                    <a:pt x="95726" y="99631"/>
                    <a:pt x="64199" y="39814"/>
                    <a:pt x="22384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77" name="Google Shape;977;p105"/>
            <p:cNvSpPr/>
            <p:nvPr/>
          </p:nvSpPr>
          <p:spPr>
            <a:xfrm>
              <a:off x="5679311" y="1771703"/>
              <a:ext cx="300718" cy="982735"/>
            </a:xfrm>
            <a:custGeom>
              <a:rect b="b" l="l" r="r" t="t"/>
              <a:pathLst>
                <a:path extrusionOk="0" h="982735" w="300718">
                  <a:moveTo>
                    <a:pt x="13209" y="637074"/>
                  </a:moveTo>
                  <a:cubicBezTo>
                    <a:pt x="26926" y="672412"/>
                    <a:pt x="196280" y="922824"/>
                    <a:pt x="236952" y="982736"/>
                  </a:cubicBezTo>
                  <a:cubicBezTo>
                    <a:pt x="352585" y="933396"/>
                    <a:pt x="275623" y="797475"/>
                    <a:pt x="275623" y="797475"/>
                  </a:cubicBezTo>
                  <a:cubicBezTo>
                    <a:pt x="275623" y="797475"/>
                    <a:pt x="154084" y="600784"/>
                    <a:pt x="134368" y="567637"/>
                  </a:cubicBezTo>
                  <a:cubicBezTo>
                    <a:pt x="129719" y="559188"/>
                    <a:pt x="126805" y="549891"/>
                    <a:pt x="125795" y="540300"/>
                  </a:cubicBezTo>
                  <a:cubicBezTo>
                    <a:pt x="123318" y="522774"/>
                    <a:pt x="114746" y="307699"/>
                    <a:pt x="125223" y="242739"/>
                  </a:cubicBezTo>
                  <a:cubicBezTo>
                    <a:pt x="127186" y="231204"/>
                    <a:pt x="133320" y="220796"/>
                    <a:pt x="142464" y="213497"/>
                  </a:cubicBezTo>
                  <a:cubicBezTo>
                    <a:pt x="166752" y="193780"/>
                    <a:pt x="175230" y="175397"/>
                    <a:pt x="192470" y="152346"/>
                  </a:cubicBezTo>
                  <a:cubicBezTo>
                    <a:pt x="205900" y="134154"/>
                    <a:pt x="218664" y="128439"/>
                    <a:pt x="215901" y="123771"/>
                  </a:cubicBezTo>
                  <a:cubicBezTo>
                    <a:pt x="208243" y="112741"/>
                    <a:pt x="193356" y="109498"/>
                    <a:pt x="181802" y="116342"/>
                  </a:cubicBezTo>
                  <a:cubicBezTo>
                    <a:pt x="169238" y="123214"/>
                    <a:pt x="157532" y="131559"/>
                    <a:pt x="146940" y="141202"/>
                  </a:cubicBezTo>
                  <a:cubicBezTo>
                    <a:pt x="153075" y="116242"/>
                    <a:pt x="163209" y="92439"/>
                    <a:pt x="176944" y="70717"/>
                  </a:cubicBezTo>
                  <a:cubicBezTo>
                    <a:pt x="208186" y="20806"/>
                    <a:pt x="206376" y="-7102"/>
                    <a:pt x="131796" y="1566"/>
                  </a:cubicBezTo>
                  <a:cubicBezTo>
                    <a:pt x="85028" y="6995"/>
                    <a:pt x="39498" y="43190"/>
                    <a:pt x="17496" y="150537"/>
                  </a:cubicBezTo>
                  <a:cubicBezTo>
                    <a:pt x="11114" y="181398"/>
                    <a:pt x="9685" y="227975"/>
                    <a:pt x="7304" y="267980"/>
                  </a:cubicBezTo>
                  <a:cubicBezTo>
                    <a:pt x="2160" y="358848"/>
                    <a:pt x="-1269" y="502676"/>
                    <a:pt x="446" y="565636"/>
                  </a:cubicBezTo>
                  <a:cubicBezTo>
                    <a:pt x="1018" y="597259"/>
                    <a:pt x="-411" y="601831"/>
                    <a:pt x="13209" y="637074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78" name="Google Shape;978;p105"/>
            <p:cNvSpPr/>
            <p:nvPr/>
          </p:nvSpPr>
          <p:spPr>
            <a:xfrm>
              <a:off x="5745647" y="2393502"/>
              <a:ext cx="290679" cy="372304"/>
            </a:xfrm>
            <a:custGeom>
              <a:rect b="b" l="l" r="r" t="t"/>
              <a:pathLst>
                <a:path extrusionOk="0" h="372304" w="290679">
                  <a:moveTo>
                    <a:pt x="282535" y="149672"/>
                  </a:moveTo>
                  <a:cubicBezTo>
                    <a:pt x="242435" y="143767"/>
                    <a:pt x="111085" y="34"/>
                    <a:pt x="111085" y="34"/>
                  </a:cubicBezTo>
                  <a:cubicBezTo>
                    <a:pt x="74414" y="-2061"/>
                    <a:pt x="-15502" y="91951"/>
                    <a:pt x="2309" y="130241"/>
                  </a:cubicBezTo>
                  <a:cubicBezTo>
                    <a:pt x="55745" y="219205"/>
                    <a:pt x="123658" y="301691"/>
                    <a:pt x="142136" y="358841"/>
                  </a:cubicBezTo>
                  <a:cubicBezTo>
                    <a:pt x="157472" y="391036"/>
                    <a:pt x="198524" y="363699"/>
                    <a:pt x="216241" y="295976"/>
                  </a:cubicBezTo>
                  <a:cubicBezTo>
                    <a:pt x="241101" y="202346"/>
                    <a:pt x="315110" y="154816"/>
                    <a:pt x="282535" y="149672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79" name="Google Shape;979;p105"/>
            <p:cNvSpPr/>
            <p:nvPr/>
          </p:nvSpPr>
          <p:spPr>
            <a:xfrm>
              <a:off x="5745647" y="2393502"/>
              <a:ext cx="290679" cy="372304"/>
            </a:xfrm>
            <a:custGeom>
              <a:rect b="b" l="l" r="r" t="t"/>
              <a:pathLst>
                <a:path extrusionOk="0" h="372304" w="290679">
                  <a:moveTo>
                    <a:pt x="282535" y="149672"/>
                  </a:moveTo>
                  <a:cubicBezTo>
                    <a:pt x="242435" y="143767"/>
                    <a:pt x="111085" y="34"/>
                    <a:pt x="111085" y="34"/>
                  </a:cubicBezTo>
                  <a:cubicBezTo>
                    <a:pt x="74414" y="-2061"/>
                    <a:pt x="-15502" y="91951"/>
                    <a:pt x="2309" y="130241"/>
                  </a:cubicBezTo>
                  <a:cubicBezTo>
                    <a:pt x="55745" y="219205"/>
                    <a:pt x="123658" y="301691"/>
                    <a:pt x="142136" y="358841"/>
                  </a:cubicBezTo>
                  <a:cubicBezTo>
                    <a:pt x="157472" y="391036"/>
                    <a:pt x="198524" y="363699"/>
                    <a:pt x="216241" y="295976"/>
                  </a:cubicBezTo>
                  <a:cubicBezTo>
                    <a:pt x="241101" y="202346"/>
                    <a:pt x="315110" y="154816"/>
                    <a:pt x="282535" y="149672"/>
                  </a:cubicBezTo>
                  <a:close/>
                </a:path>
              </a:pathLst>
            </a:custGeom>
            <a:solidFill>
              <a:srgbClr val="000000">
                <a:alpha val="2705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80" name="Google Shape;980;p105"/>
            <p:cNvSpPr/>
            <p:nvPr/>
          </p:nvSpPr>
          <p:spPr>
            <a:xfrm>
              <a:off x="5847016" y="2536453"/>
              <a:ext cx="478473" cy="740034"/>
            </a:xfrm>
            <a:custGeom>
              <a:rect b="b" l="l" r="r" t="t"/>
              <a:pathLst>
                <a:path extrusionOk="0" h="740034" w="478473">
                  <a:moveTo>
                    <a:pt x="478441" y="176552"/>
                  </a:moveTo>
                  <a:lnTo>
                    <a:pt x="468916" y="347240"/>
                  </a:lnTo>
                  <a:lnTo>
                    <a:pt x="458534" y="710238"/>
                  </a:lnTo>
                  <a:cubicBezTo>
                    <a:pt x="326803" y="771864"/>
                    <a:pt x="132302" y="734717"/>
                    <a:pt x="0" y="628132"/>
                  </a:cubicBezTo>
                  <a:cubicBezTo>
                    <a:pt x="0" y="628132"/>
                    <a:pt x="7525" y="210366"/>
                    <a:pt x="34766" y="113782"/>
                  </a:cubicBezTo>
                  <a:cubicBezTo>
                    <a:pt x="62008" y="17199"/>
                    <a:pt x="110966" y="-1947"/>
                    <a:pt x="179070" y="149"/>
                  </a:cubicBezTo>
                  <a:cubicBezTo>
                    <a:pt x="250984" y="2435"/>
                    <a:pt x="343376" y="12531"/>
                    <a:pt x="343376" y="12531"/>
                  </a:cubicBezTo>
                  <a:lnTo>
                    <a:pt x="422053" y="33486"/>
                  </a:lnTo>
                  <a:cubicBezTo>
                    <a:pt x="422053" y="33486"/>
                    <a:pt x="480060" y="142357"/>
                    <a:pt x="478441" y="176552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81" name="Google Shape;981;p105"/>
            <p:cNvSpPr/>
            <p:nvPr/>
          </p:nvSpPr>
          <p:spPr>
            <a:xfrm>
              <a:off x="6366509" y="2431291"/>
              <a:ext cx="113182" cy="148733"/>
            </a:xfrm>
            <a:custGeom>
              <a:rect b="b" l="l" r="r" t="t"/>
              <a:pathLst>
                <a:path extrusionOk="0" h="148733" w="113182">
                  <a:moveTo>
                    <a:pt x="14669" y="631"/>
                  </a:moveTo>
                  <a:cubicBezTo>
                    <a:pt x="23622" y="-3941"/>
                    <a:pt x="64865" y="16633"/>
                    <a:pt x="90011" y="52161"/>
                  </a:cubicBezTo>
                  <a:cubicBezTo>
                    <a:pt x="115157" y="87690"/>
                    <a:pt x="116872" y="137887"/>
                    <a:pt x="109061" y="147412"/>
                  </a:cubicBezTo>
                  <a:cubicBezTo>
                    <a:pt x="101251" y="156937"/>
                    <a:pt x="0" y="111883"/>
                    <a:pt x="0" y="11188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82" name="Google Shape;982;p105"/>
            <p:cNvSpPr/>
            <p:nvPr/>
          </p:nvSpPr>
          <p:spPr>
            <a:xfrm>
              <a:off x="6366509" y="2431291"/>
              <a:ext cx="113182" cy="148733"/>
            </a:xfrm>
            <a:custGeom>
              <a:rect b="b" l="l" r="r" t="t"/>
              <a:pathLst>
                <a:path extrusionOk="0" h="148733" w="113182">
                  <a:moveTo>
                    <a:pt x="14669" y="631"/>
                  </a:moveTo>
                  <a:cubicBezTo>
                    <a:pt x="23622" y="-3941"/>
                    <a:pt x="64865" y="16633"/>
                    <a:pt x="90011" y="52161"/>
                  </a:cubicBezTo>
                  <a:cubicBezTo>
                    <a:pt x="115157" y="87690"/>
                    <a:pt x="116872" y="137887"/>
                    <a:pt x="109061" y="147412"/>
                  </a:cubicBezTo>
                  <a:cubicBezTo>
                    <a:pt x="101251" y="156937"/>
                    <a:pt x="0" y="111883"/>
                    <a:pt x="0" y="111883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83" name="Google Shape;983;p105"/>
            <p:cNvSpPr/>
            <p:nvPr/>
          </p:nvSpPr>
          <p:spPr>
            <a:xfrm>
              <a:off x="6236868" y="1810174"/>
              <a:ext cx="354025" cy="971601"/>
            </a:xfrm>
            <a:custGeom>
              <a:rect b="b" l="l" r="r" t="t"/>
              <a:pathLst>
                <a:path extrusionOk="0" h="971601" w="354025">
                  <a:moveTo>
                    <a:pt x="310426" y="648514"/>
                  </a:moveTo>
                  <a:cubicBezTo>
                    <a:pt x="293566" y="682423"/>
                    <a:pt x="101352" y="915690"/>
                    <a:pt x="55155" y="971602"/>
                  </a:cubicBezTo>
                  <a:cubicBezTo>
                    <a:pt x="-55239" y="911594"/>
                    <a:pt x="34201" y="783578"/>
                    <a:pt x="34201" y="783578"/>
                  </a:cubicBezTo>
                  <a:cubicBezTo>
                    <a:pt x="34201" y="783578"/>
                    <a:pt x="173456" y="599650"/>
                    <a:pt x="196316" y="568027"/>
                  </a:cubicBezTo>
                  <a:cubicBezTo>
                    <a:pt x="201755" y="560055"/>
                    <a:pt x="205574" y="551092"/>
                    <a:pt x="207555" y="541643"/>
                  </a:cubicBezTo>
                  <a:cubicBezTo>
                    <a:pt x="211556" y="524307"/>
                    <a:pt x="240417" y="311043"/>
                    <a:pt x="236130" y="245415"/>
                  </a:cubicBezTo>
                  <a:cubicBezTo>
                    <a:pt x="235254" y="233776"/>
                    <a:pt x="230139" y="222860"/>
                    <a:pt x="221748" y="214745"/>
                  </a:cubicBezTo>
                  <a:cubicBezTo>
                    <a:pt x="199459" y="192742"/>
                    <a:pt x="192696" y="173788"/>
                    <a:pt x="177742" y="149023"/>
                  </a:cubicBezTo>
                  <a:cubicBezTo>
                    <a:pt x="166027" y="129973"/>
                    <a:pt x="153930" y="122829"/>
                    <a:pt x="157073" y="118161"/>
                  </a:cubicBezTo>
                  <a:cubicBezTo>
                    <a:pt x="165760" y="107929"/>
                    <a:pt x="180867" y="106104"/>
                    <a:pt x="191744" y="113971"/>
                  </a:cubicBezTo>
                  <a:cubicBezTo>
                    <a:pt x="203631" y="121997"/>
                    <a:pt x="214509" y="131432"/>
                    <a:pt x="224129" y="142069"/>
                  </a:cubicBezTo>
                  <a:cubicBezTo>
                    <a:pt x="220328" y="116620"/>
                    <a:pt x="212451" y="91952"/>
                    <a:pt x="200793" y="69013"/>
                  </a:cubicBezTo>
                  <a:cubicBezTo>
                    <a:pt x="174409" y="16434"/>
                    <a:pt x="178885" y="-11283"/>
                    <a:pt x="252323" y="4338"/>
                  </a:cubicBezTo>
                  <a:cubicBezTo>
                    <a:pt x="298329" y="13863"/>
                    <a:pt x="340334" y="54630"/>
                    <a:pt x="352431" y="163500"/>
                  </a:cubicBezTo>
                  <a:cubicBezTo>
                    <a:pt x="355860" y="194838"/>
                    <a:pt x="352907" y="241320"/>
                    <a:pt x="351478" y="281325"/>
                  </a:cubicBezTo>
                  <a:cubicBezTo>
                    <a:pt x="348049" y="372384"/>
                    <a:pt x="337953" y="515830"/>
                    <a:pt x="330333" y="578410"/>
                  </a:cubicBezTo>
                  <a:cubicBezTo>
                    <a:pt x="326332" y="610032"/>
                    <a:pt x="327380" y="614700"/>
                    <a:pt x="310426" y="648514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84" name="Google Shape;984;p105"/>
            <p:cNvSpPr/>
            <p:nvPr/>
          </p:nvSpPr>
          <p:spPr>
            <a:xfrm>
              <a:off x="6230755" y="2431446"/>
              <a:ext cx="244625" cy="358475"/>
            </a:xfrm>
            <a:custGeom>
              <a:rect b="b" l="l" r="r" t="t"/>
              <a:pathLst>
                <a:path extrusionOk="0" h="358475" w="244625">
                  <a:moveTo>
                    <a:pt x="12025" y="133350"/>
                  </a:moveTo>
                  <a:lnTo>
                    <a:pt x="150423" y="0"/>
                  </a:lnTo>
                  <a:cubicBezTo>
                    <a:pt x="150423" y="0"/>
                    <a:pt x="137946" y="114300"/>
                    <a:pt x="244625" y="146971"/>
                  </a:cubicBezTo>
                  <a:lnTo>
                    <a:pt x="85654" y="348043"/>
                  </a:lnTo>
                  <a:cubicBezTo>
                    <a:pt x="67270" y="378714"/>
                    <a:pt x="16883" y="338518"/>
                    <a:pt x="5643" y="269748"/>
                  </a:cubicBezTo>
                  <a:cubicBezTo>
                    <a:pt x="-10073" y="173926"/>
                    <a:pt x="12025" y="133350"/>
                    <a:pt x="12025" y="13335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85" name="Google Shape;985;p105"/>
            <p:cNvSpPr/>
            <p:nvPr/>
          </p:nvSpPr>
          <p:spPr>
            <a:xfrm>
              <a:off x="6230755" y="2431446"/>
              <a:ext cx="244625" cy="358475"/>
            </a:xfrm>
            <a:custGeom>
              <a:rect b="b" l="l" r="r" t="t"/>
              <a:pathLst>
                <a:path extrusionOk="0" h="358475" w="244625">
                  <a:moveTo>
                    <a:pt x="12025" y="133350"/>
                  </a:moveTo>
                  <a:lnTo>
                    <a:pt x="150423" y="0"/>
                  </a:lnTo>
                  <a:cubicBezTo>
                    <a:pt x="150423" y="0"/>
                    <a:pt x="137946" y="114300"/>
                    <a:pt x="244625" y="146971"/>
                  </a:cubicBezTo>
                  <a:lnTo>
                    <a:pt x="85654" y="348043"/>
                  </a:lnTo>
                  <a:cubicBezTo>
                    <a:pt x="67270" y="378714"/>
                    <a:pt x="16883" y="338518"/>
                    <a:pt x="5643" y="269748"/>
                  </a:cubicBezTo>
                  <a:cubicBezTo>
                    <a:pt x="-10073" y="173926"/>
                    <a:pt x="12025" y="133350"/>
                    <a:pt x="12025" y="133350"/>
                  </a:cubicBezTo>
                  <a:close/>
                </a:path>
              </a:pathLst>
            </a:custGeom>
            <a:solidFill>
              <a:srgbClr val="000000">
                <a:alpha val="2705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86" name="Google Shape;986;p105"/>
            <p:cNvSpPr/>
            <p:nvPr/>
          </p:nvSpPr>
          <p:spPr>
            <a:xfrm>
              <a:off x="5923055" y="2114408"/>
              <a:ext cx="246319" cy="246324"/>
            </a:xfrm>
            <a:custGeom>
              <a:rect b="b" l="l" r="r" t="t"/>
              <a:pathLst>
                <a:path extrusionOk="0" h="246324" w="246319">
                  <a:moveTo>
                    <a:pt x="246192" y="128825"/>
                  </a:moveTo>
                  <a:cubicBezTo>
                    <a:pt x="243068" y="196767"/>
                    <a:pt x="185451" y="249316"/>
                    <a:pt x="117499" y="246192"/>
                  </a:cubicBezTo>
                  <a:cubicBezTo>
                    <a:pt x="49558" y="243068"/>
                    <a:pt x="-2992" y="185451"/>
                    <a:pt x="132" y="117509"/>
                  </a:cubicBezTo>
                  <a:cubicBezTo>
                    <a:pt x="3266" y="49558"/>
                    <a:pt x="60873" y="-2992"/>
                    <a:pt x="128825" y="132"/>
                  </a:cubicBezTo>
                  <a:cubicBezTo>
                    <a:pt x="128863" y="142"/>
                    <a:pt x="128901" y="142"/>
                    <a:pt x="128939" y="142"/>
                  </a:cubicBezTo>
                  <a:cubicBezTo>
                    <a:pt x="196814" y="3380"/>
                    <a:pt x="249259" y="60940"/>
                    <a:pt x="246192" y="12882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87" name="Google Shape;987;p105"/>
            <p:cNvSpPr/>
            <p:nvPr/>
          </p:nvSpPr>
          <p:spPr>
            <a:xfrm>
              <a:off x="6196202" y="2334958"/>
              <a:ext cx="58578" cy="126777"/>
            </a:xfrm>
            <a:custGeom>
              <a:rect b="b" l="l" r="r" t="t"/>
              <a:pathLst>
                <a:path extrusionOk="0" h="126777" w="58578">
                  <a:moveTo>
                    <a:pt x="58579" y="0"/>
                  </a:moveTo>
                  <a:cubicBezTo>
                    <a:pt x="58579" y="0"/>
                    <a:pt x="34195" y="92678"/>
                    <a:pt x="25527" y="107728"/>
                  </a:cubicBezTo>
                  <a:cubicBezTo>
                    <a:pt x="19793" y="117138"/>
                    <a:pt x="10649" y="123958"/>
                    <a:pt x="0" y="126778"/>
                  </a:cubicBezTo>
                  <a:lnTo>
                    <a:pt x="4572" y="60865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88" name="Google Shape;988;p105"/>
            <p:cNvSpPr/>
            <p:nvPr/>
          </p:nvSpPr>
          <p:spPr>
            <a:xfrm>
              <a:off x="6216491" y="2199402"/>
              <a:ext cx="64297" cy="138031"/>
            </a:xfrm>
            <a:custGeom>
              <a:rect b="b" l="l" r="r" t="t"/>
              <a:pathLst>
                <a:path extrusionOk="0" h="138031" w="64297">
                  <a:moveTo>
                    <a:pt x="19621" y="110"/>
                  </a:moveTo>
                  <a:cubicBezTo>
                    <a:pt x="33814" y="-871"/>
                    <a:pt x="47663" y="4749"/>
                    <a:pt x="57150" y="15350"/>
                  </a:cubicBezTo>
                  <a:cubicBezTo>
                    <a:pt x="72771" y="32971"/>
                    <a:pt x="61151" y="85073"/>
                    <a:pt x="38100" y="135556"/>
                  </a:cubicBezTo>
                  <a:lnTo>
                    <a:pt x="0" y="138032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89" name="Google Shape;989;p105"/>
            <p:cNvSpPr/>
            <p:nvPr/>
          </p:nvSpPr>
          <p:spPr>
            <a:xfrm>
              <a:off x="5937907" y="2132942"/>
              <a:ext cx="354146" cy="456330"/>
            </a:xfrm>
            <a:custGeom>
              <a:rect b="b" l="l" r="r" t="t"/>
              <a:pathLst>
                <a:path extrusionOk="0" h="456330" w="354146">
                  <a:moveTo>
                    <a:pt x="267820" y="204017"/>
                  </a:moveTo>
                  <a:cubicBezTo>
                    <a:pt x="275154" y="208874"/>
                    <a:pt x="286870" y="194968"/>
                    <a:pt x="296395" y="185633"/>
                  </a:cubicBezTo>
                  <a:cubicBezTo>
                    <a:pt x="305920" y="176299"/>
                    <a:pt x="337162" y="164488"/>
                    <a:pt x="350783" y="197063"/>
                  </a:cubicBezTo>
                  <a:cubicBezTo>
                    <a:pt x="364403" y="229639"/>
                    <a:pt x="333828" y="271835"/>
                    <a:pt x="309635" y="278216"/>
                  </a:cubicBezTo>
                  <a:cubicBezTo>
                    <a:pt x="267820" y="289170"/>
                    <a:pt x="262962" y="262500"/>
                    <a:pt x="262962" y="262500"/>
                  </a:cubicBezTo>
                  <a:lnTo>
                    <a:pt x="252675" y="414900"/>
                  </a:lnTo>
                  <a:lnTo>
                    <a:pt x="252675" y="414900"/>
                  </a:lnTo>
                  <a:cubicBezTo>
                    <a:pt x="198478" y="478051"/>
                    <a:pt x="56746" y="465764"/>
                    <a:pt x="119325" y="400041"/>
                  </a:cubicBezTo>
                  <a:lnTo>
                    <a:pt x="121516" y="354893"/>
                  </a:lnTo>
                  <a:cubicBezTo>
                    <a:pt x="103056" y="356864"/>
                    <a:pt x="84445" y="356864"/>
                    <a:pt x="65985" y="354893"/>
                  </a:cubicBezTo>
                  <a:cubicBezTo>
                    <a:pt x="35886" y="348797"/>
                    <a:pt x="18360" y="323936"/>
                    <a:pt x="10359" y="290789"/>
                  </a:cubicBezTo>
                  <a:cubicBezTo>
                    <a:pt x="-1928" y="237544"/>
                    <a:pt x="-5452" y="194777"/>
                    <a:pt x="11883" y="91907"/>
                  </a:cubicBezTo>
                  <a:cubicBezTo>
                    <a:pt x="30933" y="-20869"/>
                    <a:pt x="162950" y="-15821"/>
                    <a:pt x="232006" y="32376"/>
                  </a:cubicBezTo>
                  <a:cubicBezTo>
                    <a:pt x="301062" y="80572"/>
                    <a:pt x="267820" y="204017"/>
                    <a:pt x="267820" y="204017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90" name="Google Shape;990;p105"/>
            <p:cNvSpPr/>
            <p:nvPr/>
          </p:nvSpPr>
          <p:spPr>
            <a:xfrm>
              <a:off x="5932678" y="2093404"/>
              <a:ext cx="309536" cy="256222"/>
            </a:xfrm>
            <a:custGeom>
              <a:rect b="b" l="l" r="r" t="t"/>
              <a:pathLst>
                <a:path extrusionOk="0" h="256222" w="309536">
                  <a:moveTo>
                    <a:pt x="272477" y="256222"/>
                  </a:moveTo>
                  <a:cubicBezTo>
                    <a:pt x="276287" y="256222"/>
                    <a:pt x="291527" y="233267"/>
                    <a:pt x="301529" y="225171"/>
                  </a:cubicBezTo>
                  <a:cubicBezTo>
                    <a:pt x="315150" y="213932"/>
                    <a:pt x="303434" y="106108"/>
                    <a:pt x="303434" y="106108"/>
                  </a:cubicBezTo>
                  <a:cubicBezTo>
                    <a:pt x="313464" y="87259"/>
                    <a:pt x="310968" y="64189"/>
                    <a:pt x="297147" y="47911"/>
                  </a:cubicBezTo>
                  <a:cubicBezTo>
                    <a:pt x="280288" y="27527"/>
                    <a:pt x="256571" y="2381"/>
                    <a:pt x="175418" y="8096"/>
                  </a:cubicBezTo>
                  <a:cubicBezTo>
                    <a:pt x="117506" y="12192"/>
                    <a:pt x="53974" y="27146"/>
                    <a:pt x="4539" y="0"/>
                  </a:cubicBezTo>
                  <a:cubicBezTo>
                    <a:pt x="-6748" y="33299"/>
                    <a:pt x="3453" y="70114"/>
                    <a:pt x="30257" y="92869"/>
                  </a:cubicBezTo>
                  <a:cubicBezTo>
                    <a:pt x="30257" y="92869"/>
                    <a:pt x="47973" y="105632"/>
                    <a:pt x="95884" y="113729"/>
                  </a:cubicBezTo>
                  <a:cubicBezTo>
                    <a:pt x="140118" y="119091"/>
                    <a:pt x="184762" y="120367"/>
                    <a:pt x="229234" y="117539"/>
                  </a:cubicBezTo>
                  <a:cubicBezTo>
                    <a:pt x="243236" y="116205"/>
                    <a:pt x="245617" y="129921"/>
                    <a:pt x="251427" y="167259"/>
                  </a:cubicBezTo>
                  <a:cubicBezTo>
                    <a:pt x="256857" y="200120"/>
                    <a:pt x="259714" y="255365"/>
                    <a:pt x="272477" y="25622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91" name="Google Shape;991;p105"/>
            <p:cNvSpPr/>
            <p:nvPr/>
          </p:nvSpPr>
          <p:spPr>
            <a:xfrm>
              <a:off x="6233267" y="2170105"/>
              <a:ext cx="49041" cy="37789"/>
            </a:xfrm>
            <a:custGeom>
              <a:rect b="b" l="l" r="r" t="t"/>
              <a:pathLst>
                <a:path extrusionOk="0" h="37789" w="49041">
                  <a:moveTo>
                    <a:pt x="2369" y="37789"/>
                  </a:moveTo>
                  <a:lnTo>
                    <a:pt x="49041" y="15405"/>
                  </a:lnTo>
                  <a:cubicBezTo>
                    <a:pt x="43707" y="2642"/>
                    <a:pt x="29038" y="-3388"/>
                    <a:pt x="16275" y="1937"/>
                  </a:cubicBezTo>
                  <a:cubicBezTo>
                    <a:pt x="15885" y="2099"/>
                    <a:pt x="15504" y="2270"/>
                    <a:pt x="15132" y="2451"/>
                  </a:cubicBezTo>
                  <a:cubicBezTo>
                    <a:pt x="2054" y="8871"/>
                    <a:pt x="-3585" y="24492"/>
                    <a:pt x="2369" y="3778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92" name="Google Shape;992;p105"/>
            <p:cNvSpPr/>
            <p:nvPr/>
          </p:nvSpPr>
          <p:spPr>
            <a:xfrm>
              <a:off x="6058376" y="2435733"/>
              <a:ext cx="127349" cy="70580"/>
            </a:xfrm>
            <a:custGeom>
              <a:rect b="b" l="l" r="r" t="t"/>
              <a:pathLst>
                <a:path extrusionOk="0" h="70580" w="127349">
                  <a:moveTo>
                    <a:pt x="762" y="52578"/>
                  </a:moveTo>
                  <a:cubicBezTo>
                    <a:pt x="762" y="52578"/>
                    <a:pt x="68961" y="42196"/>
                    <a:pt x="93154" y="30766"/>
                  </a:cubicBezTo>
                  <a:cubicBezTo>
                    <a:pt x="107366" y="24155"/>
                    <a:pt x="119272" y="13440"/>
                    <a:pt x="127349" y="0"/>
                  </a:cubicBezTo>
                  <a:cubicBezTo>
                    <a:pt x="123139" y="13659"/>
                    <a:pt x="116205" y="26327"/>
                    <a:pt x="106966" y="37243"/>
                  </a:cubicBezTo>
                  <a:cubicBezTo>
                    <a:pt x="88678" y="58483"/>
                    <a:pt x="0" y="70580"/>
                    <a:pt x="0" y="70580"/>
                  </a:cubicBez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93" name="Google Shape;993;p105"/>
            <p:cNvSpPr/>
            <p:nvPr/>
          </p:nvSpPr>
          <p:spPr>
            <a:xfrm>
              <a:off x="6083616" y="2301139"/>
              <a:ext cx="27243" cy="27238"/>
            </a:xfrm>
            <a:custGeom>
              <a:rect b="b" l="l" r="r" t="t"/>
              <a:pathLst>
                <a:path extrusionOk="0" h="27238" w="27243">
                  <a:moveTo>
                    <a:pt x="1" y="13436"/>
                  </a:moveTo>
                  <a:cubicBezTo>
                    <a:pt x="-94" y="20960"/>
                    <a:pt x="5916" y="27133"/>
                    <a:pt x="13441" y="27237"/>
                  </a:cubicBezTo>
                  <a:cubicBezTo>
                    <a:pt x="20966" y="27333"/>
                    <a:pt x="27138" y="21313"/>
                    <a:pt x="27243" y="13788"/>
                  </a:cubicBezTo>
                  <a:cubicBezTo>
                    <a:pt x="27338" y="6425"/>
                    <a:pt x="21556" y="320"/>
                    <a:pt x="14193" y="5"/>
                  </a:cubicBezTo>
                  <a:cubicBezTo>
                    <a:pt x="6564" y="-204"/>
                    <a:pt x="211" y="5797"/>
                    <a:pt x="1" y="13426"/>
                  </a:cubicBezTo>
                  <a:cubicBezTo>
                    <a:pt x="1" y="13426"/>
                    <a:pt x="1" y="13436"/>
                    <a:pt x="1" y="1343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94" name="Google Shape;994;p105"/>
            <p:cNvSpPr/>
            <p:nvPr/>
          </p:nvSpPr>
          <p:spPr>
            <a:xfrm>
              <a:off x="6100381" y="2255297"/>
              <a:ext cx="30948" cy="25940"/>
            </a:xfrm>
            <a:custGeom>
              <a:rect b="b" l="l" r="r" t="t"/>
              <a:pathLst>
                <a:path extrusionOk="0" h="25940" w="30948">
                  <a:moveTo>
                    <a:pt x="0" y="8605"/>
                  </a:moveTo>
                  <a:lnTo>
                    <a:pt x="28575" y="25940"/>
                  </a:lnTo>
                  <a:cubicBezTo>
                    <a:pt x="33271" y="17882"/>
                    <a:pt x="30794" y="7557"/>
                    <a:pt x="22955" y="2509"/>
                  </a:cubicBezTo>
                  <a:cubicBezTo>
                    <a:pt x="15392" y="-2273"/>
                    <a:pt x="5391" y="-15"/>
                    <a:pt x="619" y="7547"/>
                  </a:cubicBezTo>
                  <a:cubicBezTo>
                    <a:pt x="400" y="7890"/>
                    <a:pt x="190" y="8243"/>
                    <a:pt x="0" y="860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95" name="Google Shape;995;p105"/>
            <p:cNvSpPr/>
            <p:nvPr/>
          </p:nvSpPr>
          <p:spPr>
            <a:xfrm>
              <a:off x="6037707" y="2407348"/>
              <a:ext cx="32208" cy="22177"/>
            </a:xfrm>
            <a:custGeom>
              <a:rect b="b" l="l" r="r" t="t"/>
              <a:pathLst>
                <a:path extrusionOk="0" h="22177" w="32208">
                  <a:moveTo>
                    <a:pt x="31432" y="0"/>
                  </a:moveTo>
                  <a:lnTo>
                    <a:pt x="0" y="10096"/>
                  </a:lnTo>
                  <a:cubicBezTo>
                    <a:pt x="2276" y="18745"/>
                    <a:pt x="11125" y="23917"/>
                    <a:pt x="19774" y="21641"/>
                  </a:cubicBezTo>
                  <a:cubicBezTo>
                    <a:pt x="19917" y="21603"/>
                    <a:pt x="20050" y="21565"/>
                    <a:pt x="20193" y="21526"/>
                  </a:cubicBezTo>
                  <a:cubicBezTo>
                    <a:pt x="29213" y="18650"/>
                    <a:pt x="34233" y="9049"/>
                    <a:pt x="31432" y="0"/>
                  </a:cubicBez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96" name="Google Shape;996;p105"/>
            <p:cNvSpPr/>
            <p:nvPr/>
          </p:nvSpPr>
          <p:spPr>
            <a:xfrm>
              <a:off x="5962106" y="2242152"/>
              <a:ext cx="30071" cy="26607"/>
            </a:xfrm>
            <a:custGeom>
              <a:rect b="b" l="l" r="r" t="t"/>
              <a:pathLst>
                <a:path extrusionOk="0" h="26607" w="30071">
                  <a:moveTo>
                    <a:pt x="2734" y="26608"/>
                  </a:moveTo>
                  <a:lnTo>
                    <a:pt x="30071" y="7558"/>
                  </a:lnTo>
                  <a:cubicBezTo>
                    <a:pt x="25404" y="52"/>
                    <a:pt x="15546" y="-2253"/>
                    <a:pt x="8030" y="2414"/>
                  </a:cubicBezTo>
                  <a:cubicBezTo>
                    <a:pt x="7783" y="2567"/>
                    <a:pt x="7545" y="2729"/>
                    <a:pt x="7307" y="2890"/>
                  </a:cubicBezTo>
                  <a:cubicBezTo>
                    <a:pt x="-247" y="8348"/>
                    <a:pt x="-2247" y="18740"/>
                    <a:pt x="2734" y="2660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97" name="Google Shape;997;p105"/>
            <p:cNvSpPr/>
            <p:nvPr/>
          </p:nvSpPr>
          <p:spPr>
            <a:xfrm>
              <a:off x="5971132" y="2291015"/>
              <a:ext cx="27326" cy="29212"/>
            </a:xfrm>
            <a:custGeom>
              <a:rect b="b" l="l" r="r" t="t"/>
              <a:pathLst>
                <a:path extrusionOk="0" h="29212" w="27326">
                  <a:moveTo>
                    <a:pt x="90" y="14035"/>
                  </a:moveTo>
                  <a:cubicBezTo>
                    <a:pt x="-767" y="21512"/>
                    <a:pt x="4595" y="28265"/>
                    <a:pt x="12063" y="29122"/>
                  </a:cubicBezTo>
                  <a:cubicBezTo>
                    <a:pt x="19540" y="29979"/>
                    <a:pt x="26293" y="24617"/>
                    <a:pt x="27151" y="17140"/>
                  </a:cubicBezTo>
                  <a:cubicBezTo>
                    <a:pt x="27227" y="16492"/>
                    <a:pt x="27255" y="15835"/>
                    <a:pt x="27236" y="15178"/>
                  </a:cubicBezTo>
                  <a:cubicBezTo>
                    <a:pt x="28094" y="7701"/>
                    <a:pt x="22731" y="947"/>
                    <a:pt x="15263" y="90"/>
                  </a:cubicBezTo>
                  <a:cubicBezTo>
                    <a:pt x="7786" y="-767"/>
                    <a:pt x="1033" y="4595"/>
                    <a:pt x="176" y="12073"/>
                  </a:cubicBezTo>
                  <a:cubicBezTo>
                    <a:pt x="100" y="12720"/>
                    <a:pt x="71" y="13377"/>
                    <a:pt x="90" y="1403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998" name="Google Shape;998;p105"/>
            <p:cNvSpPr/>
            <p:nvPr/>
          </p:nvSpPr>
          <p:spPr>
            <a:xfrm>
              <a:off x="5990748" y="2295525"/>
              <a:ext cx="50101" cy="81248"/>
            </a:xfrm>
            <a:custGeom>
              <a:rect b="b" l="l" r="r" t="t"/>
              <a:pathLst>
                <a:path extrusionOk="0" h="81248" w="50101">
                  <a:moveTo>
                    <a:pt x="50102" y="0"/>
                  </a:moveTo>
                  <a:lnTo>
                    <a:pt x="41815" y="81248"/>
                  </a:lnTo>
                  <a:lnTo>
                    <a:pt x="0" y="64675"/>
                  </a:lnTo>
                  <a:lnTo>
                    <a:pt x="50102" y="0"/>
                  </a:ln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999" name="Google Shape;999;p105"/>
          <p:cNvGrpSpPr/>
          <p:nvPr/>
        </p:nvGrpSpPr>
        <p:grpSpPr>
          <a:xfrm>
            <a:off x="335511" y="217220"/>
            <a:ext cx="11376536" cy="5726644"/>
            <a:chOff x="3962400" y="1361312"/>
            <a:chExt cx="4234979" cy="2131775"/>
          </a:xfrm>
        </p:grpSpPr>
        <p:sp>
          <p:nvSpPr>
            <p:cNvPr id="1000" name="Google Shape;1000;p105"/>
            <p:cNvSpPr/>
            <p:nvPr/>
          </p:nvSpPr>
          <p:spPr>
            <a:xfrm>
              <a:off x="6537135" y="1462759"/>
              <a:ext cx="98614" cy="187923"/>
            </a:xfrm>
            <a:custGeom>
              <a:rect b="b" l="l" r="r" t="t"/>
              <a:pathLst>
                <a:path extrusionOk="0" h="187923" w="98614">
                  <a:moveTo>
                    <a:pt x="76262" y="186"/>
                  </a:moveTo>
                  <a:cubicBezTo>
                    <a:pt x="31781" y="-4196"/>
                    <a:pt x="-28513" y="70099"/>
                    <a:pt x="15112" y="105818"/>
                  </a:cubicBezTo>
                  <a:cubicBezTo>
                    <a:pt x="39305" y="125630"/>
                    <a:pt x="91979" y="117057"/>
                    <a:pt x="91312" y="80005"/>
                  </a:cubicBezTo>
                  <a:cubicBezTo>
                    <a:pt x="91093" y="77893"/>
                    <a:pt x="89493" y="76185"/>
                    <a:pt x="87407" y="75814"/>
                  </a:cubicBezTo>
                  <a:cubicBezTo>
                    <a:pt x="52450" y="67813"/>
                    <a:pt x="17779" y="82863"/>
                    <a:pt x="23684" y="123439"/>
                  </a:cubicBezTo>
                  <a:cubicBezTo>
                    <a:pt x="30209" y="159460"/>
                    <a:pt x="60746" y="186202"/>
                    <a:pt x="97313" y="187923"/>
                  </a:cubicBezTo>
                  <a:cubicBezTo>
                    <a:pt x="99408" y="187923"/>
                    <a:pt x="98646" y="184304"/>
                    <a:pt x="97313" y="183923"/>
                  </a:cubicBezTo>
                  <a:cubicBezTo>
                    <a:pt x="66833" y="177541"/>
                    <a:pt x="38067" y="158586"/>
                    <a:pt x="32066" y="126011"/>
                  </a:cubicBezTo>
                  <a:cubicBezTo>
                    <a:pt x="29323" y="114348"/>
                    <a:pt x="31724" y="102072"/>
                    <a:pt x="38639" y="92292"/>
                  </a:cubicBezTo>
                  <a:cubicBezTo>
                    <a:pt x="42715" y="87396"/>
                    <a:pt x="48097" y="83762"/>
                    <a:pt x="54164" y="81815"/>
                  </a:cubicBezTo>
                  <a:cubicBezTo>
                    <a:pt x="59403" y="80196"/>
                    <a:pt x="78167" y="77243"/>
                    <a:pt x="82739" y="81815"/>
                  </a:cubicBezTo>
                  <a:cubicBezTo>
                    <a:pt x="90931" y="90292"/>
                    <a:pt x="68642" y="104675"/>
                    <a:pt x="61975" y="106961"/>
                  </a:cubicBezTo>
                  <a:cubicBezTo>
                    <a:pt x="48649" y="111744"/>
                    <a:pt x="33876" y="110348"/>
                    <a:pt x="21684" y="103151"/>
                  </a:cubicBezTo>
                  <a:cubicBezTo>
                    <a:pt x="3206" y="90197"/>
                    <a:pt x="7778" y="65813"/>
                    <a:pt x="16731" y="48573"/>
                  </a:cubicBezTo>
                  <a:cubicBezTo>
                    <a:pt x="28828" y="25236"/>
                    <a:pt x="49973" y="6282"/>
                    <a:pt x="77215" y="5329"/>
                  </a:cubicBezTo>
                  <a:cubicBezTo>
                    <a:pt x="79691" y="5329"/>
                    <a:pt x="78358" y="662"/>
                    <a:pt x="76453" y="47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01" name="Google Shape;1001;p105"/>
            <p:cNvSpPr/>
            <p:nvPr/>
          </p:nvSpPr>
          <p:spPr>
            <a:xfrm>
              <a:off x="6626447" y="2802468"/>
              <a:ext cx="236183" cy="124501"/>
            </a:xfrm>
            <a:custGeom>
              <a:rect b="b" l="l" r="r" t="t"/>
              <a:pathLst>
                <a:path extrusionOk="0" h="124501" w="236183">
                  <a:moveTo>
                    <a:pt x="1714" y="123897"/>
                  </a:moveTo>
                  <a:cubicBezTo>
                    <a:pt x="15716" y="92370"/>
                    <a:pt x="14192" y="59699"/>
                    <a:pt x="54959" y="49316"/>
                  </a:cubicBezTo>
                  <a:cubicBezTo>
                    <a:pt x="72866" y="44745"/>
                    <a:pt x="115253" y="40553"/>
                    <a:pt x="128683" y="56460"/>
                  </a:cubicBezTo>
                  <a:cubicBezTo>
                    <a:pt x="133740" y="64395"/>
                    <a:pt x="132245" y="74834"/>
                    <a:pt x="125158" y="81035"/>
                  </a:cubicBezTo>
                  <a:cubicBezTo>
                    <a:pt x="114586" y="90560"/>
                    <a:pt x="106680" y="79130"/>
                    <a:pt x="103918" y="69033"/>
                  </a:cubicBezTo>
                  <a:cubicBezTo>
                    <a:pt x="99555" y="49926"/>
                    <a:pt x="107728" y="30152"/>
                    <a:pt x="124301" y="19694"/>
                  </a:cubicBezTo>
                  <a:cubicBezTo>
                    <a:pt x="159753" y="-3662"/>
                    <a:pt x="207178" y="3949"/>
                    <a:pt x="233553" y="37220"/>
                  </a:cubicBezTo>
                  <a:cubicBezTo>
                    <a:pt x="235077" y="39125"/>
                    <a:pt x="236696" y="37220"/>
                    <a:pt x="236029" y="35124"/>
                  </a:cubicBezTo>
                  <a:cubicBezTo>
                    <a:pt x="204788" y="-36789"/>
                    <a:pt x="55054" y="13217"/>
                    <a:pt x="102679" y="82178"/>
                  </a:cubicBezTo>
                  <a:cubicBezTo>
                    <a:pt x="117253" y="103037"/>
                    <a:pt x="142970" y="84654"/>
                    <a:pt x="138113" y="62556"/>
                  </a:cubicBezTo>
                  <a:cubicBezTo>
                    <a:pt x="132779" y="38077"/>
                    <a:pt x="91059" y="39315"/>
                    <a:pt x="72580" y="40553"/>
                  </a:cubicBezTo>
                  <a:cubicBezTo>
                    <a:pt x="53854" y="40563"/>
                    <a:pt x="35795" y="47526"/>
                    <a:pt x="21907" y="60080"/>
                  </a:cubicBezTo>
                  <a:cubicBezTo>
                    <a:pt x="5620" y="76082"/>
                    <a:pt x="3429" y="101418"/>
                    <a:pt x="0" y="122945"/>
                  </a:cubicBezTo>
                  <a:cubicBezTo>
                    <a:pt x="0" y="123897"/>
                    <a:pt x="857" y="125326"/>
                    <a:pt x="1524" y="12389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02" name="Google Shape;1002;p105"/>
            <p:cNvSpPr/>
            <p:nvPr/>
          </p:nvSpPr>
          <p:spPr>
            <a:xfrm>
              <a:off x="7694603" y="1371080"/>
              <a:ext cx="119561" cy="155761"/>
            </a:xfrm>
            <a:custGeom>
              <a:rect b="b" l="l" r="r" t="t"/>
              <a:pathLst>
                <a:path extrusionOk="0" h="155761" w="119561">
                  <a:moveTo>
                    <a:pt x="1596" y="8901"/>
                  </a:moveTo>
                  <a:cubicBezTo>
                    <a:pt x="30838" y="329"/>
                    <a:pt x="71034" y="2710"/>
                    <a:pt x="95513" y="22427"/>
                  </a:cubicBezTo>
                  <a:cubicBezTo>
                    <a:pt x="114563" y="37667"/>
                    <a:pt x="125231" y="70719"/>
                    <a:pt x="97322" y="82053"/>
                  </a:cubicBezTo>
                  <a:cubicBezTo>
                    <a:pt x="86369" y="86435"/>
                    <a:pt x="50269" y="86435"/>
                    <a:pt x="45983" y="71576"/>
                  </a:cubicBezTo>
                  <a:cubicBezTo>
                    <a:pt x="42935" y="61194"/>
                    <a:pt x="54079" y="55002"/>
                    <a:pt x="63033" y="53669"/>
                  </a:cubicBezTo>
                  <a:cubicBezTo>
                    <a:pt x="89226" y="49573"/>
                    <a:pt x="113801" y="77196"/>
                    <a:pt x="113134" y="101865"/>
                  </a:cubicBezTo>
                  <a:cubicBezTo>
                    <a:pt x="112277" y="138918"/>
                    <a:pt x="69128" y="151205"/>
                    <a:pt x="38649" y="151491"/>
                  </a:cubicBezTo>
                  <a:cubicBezTo>
                    <a:pt x="36648" y="151491"/>
                    <a:pt x="37125" y="155301"/>
                    <a:pt x="38649" y="155396"/>
                  </a:cubicBezTo>
                  <a:cubicBezTo>
                    <a:pt x="90560" y="160444"/>
                    <a:pt x="148472" y="112343"/>
                    <a:pt x="102276" y="64146"/>
                  </a:cubicBezTo>
                  <a:cubicBezTo>
                    <a:pt x="89893" y="51192"/>
                    <a:pt x="70462" y="41953"/>
                    <a:pt x="52555" y="49097"/>
                  </a:cubicBezTo>
                  <a:cubicBezTo>
                    <a:pt x="42459" y="53193"/>
                    <a:pt x="34458" y="62337"/>
                    <a:pt x="39506" y="73290"/>
                  </a:cubicBezTo>
                  <a:cubicBezTo>
                    <a:pt x="47602" y="90912"/>
                    <a:pt x="80177" y="93960"/>
                    <a:pt x="95989" y="89483"/>
                  </a:cubicBezTo>
                  <a:cubicBezTo>
                    <a:pt x="112915" y="84979"/>
                    <a:pt x="122992" y="67605"/>
                    <a:pt x="118487" y="50676"/>
                  </a:cubicBezTo>
                  <a:cubicBezTo>
                    <a:pt x="118316" y="50017"/>
                    <a:pt x="118116" y="49363"/>
                    <a:pt x="117896" y="48716"/>
                  </a:cubicBezTo>
                  <a:cubicBezTo>
                    <a:pt x="105133" y="1853"/>
                    <a:pt x="39506" y="-8434"/>
                    <a:pt x="644" y="6139"/>
                  </a:cubicBezTo>
                  <a:cubicBezTo>
                    <a:pt x="-499" y="6139"/>
                    <a:pt x="-23" y="9282"/>
                    <a:pt x="1310" y="890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03" name="Google Shape;1003;p105"/>
            <p:cNvSpPr/>
            <p:nvPr/>
          </p:nvSpPr>
          <p:spPr>
            <a:xfrm>
              <a:off x="8077767" y="3337310"/>
              <a:ext cx="119612" cy="155777"/>
            </a:xfrm>
            <a:custGeom>
              <a:rect b="b" l="l" r="r" t="t"/>
              <a:pathLst>
                <a:path extrusionOk="0" h="155777" w="119612">
                  <a:moveTo>
                    <a:pt x="1623" y="8917"/>
                  </a:moveTo>
                  <a:cubicBezTo>
                    <a:pt x="30865" y="345"/>
                    <a:pt x="71060" y="2726"/>
                    <a:pt x="95540" y="22443"/>
                  </a:cubicBezTo>
                  <a:cubicBezTo>
                    <a:pt x="114590" y="37683"/>
                    <a:pt x="125257" y="70734"/>
                    <a:pt x="97349" y="82069"/>
                  </a:cubicBezTo>
                  <a:cubicBezTo>
                    <a:pt x="86396" y="86451"/>
                    <a:pt x="50296" y="86451"/>
                    <a:pt x="46010" y="71496"/>
                  </a:cubicBezTo>
                  <a:cubicBezTo>
                    <a:pt x="42962" y="61209"/>
                    <a:pt x="54106" y="55018"/>
                    <a:pt x="62964" y="53589"/>
                  </a:cubicBezTo>
                  <a:cubicBezTo>
                    <a:pt x="89253" y="49589"/>
                    <a:pt x="113732" y="77211"/>
                    <a:pt x="113161" y="101881"/>
                  </a:cubicBezTo>
                  <a:cubicBezTo>
                    <a:pt x="112304" y="138933"/>
                    <a:pt x="69155" y="151221"/>
                    <a:pt x="38675" y="151506"/>
                  </a:cubicBezTo>
                  <a:cubicBezTo>
                    <a:pt x="36675" y="151506"/>
                    <a:pt x="37151" y="155316"/>
                    <a:pt x="38675" y="155412"/>
                  </a:cubicBezTo>
                  <a:cubicBezTo>
                    <a:pt x="90587" y="160460"/>
                    <a:pt x="148498" y="112359"/>
                    <a:pt x="102302" y="64162"/>
                  </a:cubicBezTo>
                  <a:cubicBezTo>
                    <a:pt x="89920" y="51208"/>
                    <a:pt x="70489" y="41969"/>
                    <a:pt x="52582" y="49113"/>
                  </a:cubicBezTo>
                  <a:cubicBezTo>
                    <a:pt x="42485" y="53113"/>
                    <a:pt x="34484" y="62352"/>
                    <a:pt x="39532" y="73306"/>
                  </a:cubicBezTo>
                  <a:cubicBezTo>
                    <a:pt x="47629" y="90927"/>
                    <a:pt x="80204" y="93975"/>
                    <a:pt x="96016" y="89403"/>
                  </a:cubicBezTo>
                  <a:cubicBezTo>
                    <a:pt x="112865" y="85022"/>
                    <a:pt x="122972" y="67801"/>
                    <a:pt x="118590" y="50951"/>
                  </a:cubicBezTo>
                  <a:cubicBezTo>
                    <a:pt x="118399" y="50208"/>
                    <a:pt x="118171" y="49465"/>
                    <a:pt x="117923" y="48732"/>
                  </a:cubicBezTo>
                  <a:cubicBezTo>
                    <a:pt x="105160" y="1773"/>
                    <a:pt x="39532" y="-8418"/>
                    <a:pt x="671" y="6155"/>
                  </a:cubicBezTo>
                  <a:cubicBezTo>
                    <a:pt x="-472" y="6155"/>
                    <a:pt x="-92" y="9298"/>
                    <a:pt x="1337" y="891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04" name="Google Shape;1004;p105"/>
            <p:cNvSpPr/>
            <p:nvPr/>
          </p:nvSpPr>
          <p:spPr>
            <a:xfrm>
              <a:off x="7816864" y="1922010"/>
              <a:ext cx="132976" cy="168383"/>
            </a:xfrm>
            <a:custGeom>
              <a:rect b="b" l="l" r="r" t="t"/>
              <a:pathLst>
                <a:path extrusionOk="0" h="168383" w="132976">
                  <a:moveTo>
                    <a:pt x="48214" y="40"/>
                  </a:moveTo>
                  <a:cubicBezTo>
                    <a:pt x="13353" y="10422"/>
                    <a:pt x="-19032" y="71763"/>
                    <a:pt x="13353" y="99671"/>
                  </a:cubicBezTo>
                  <a:cubicBezTo>
                    <a:pt x="40880" y="123388"/>
                    <a:pt x="96506" y="118054"/>
                    <a:pt x="87267" y="72811"/>
                  </a:cubicBezTo>
                  <a:cubicBezTo>
                    <a:pt x="87086" y="71761"/>
                    <a:pt x="86362" y="70888"/>
                    <a:pt x="85362" y="70525"/>
                  </a:cubicBezTo>
                  <a:cubicBezTo>
                    <a:pt x="48786" y="61762"/>
                    <a:pt x="36689" y="104434"/>
                    <a:pt x="44404" y="132628"/>
                  </a:cubicBezTo>
                  <a:cubicBezTo>
                    <a:pt x="56310" y="176443"/>
                    <a:pt x="100506" y="175871"/>
                    <a:pt x="132415" y="153011"/>
                  </a:cubicBezTo>
                  <a:cubicBezTo>
                    <a:pt x="133463" y="152249"/>
                    <a:pt x="132987" y="149201"/>
                    <a:pt x="131463" y="149963"/>
                  </a:cubicBezTo>
                  <a:cubicBezTo>
                    <a:pt x="105364" y="163012"/>
                    <a:pt x="68788" y="174633"/>
                    <a:pt x="52881" y="141295"/>
                  </a:cubicBezTo>
                  <a:cubicBezTo>
                    <a:pt x="44404" y="123484"/>
                    <a:pt x="44118" y="93670"/>
                    <a:pt x="60501" y="80240"/>
                  </a:cubicBezTo>
                  <a:cubicBezTo>
                    <a:pt x="64759" y="76263"/>
                    <a:pt x="70389" y="74080"/>
                    <a:pt x="76218" y="74144"/>
                  </a:cubicBezTo>
                  <a:cubicBezTo>
                    <a:pt x="88410" y="75573"/>
                    <a:pt x="86314" y="88717"/>
                    <a:pt x="79456" y="97099"/>
                  </a:cubicBezTo>
                  <a:cubicBezTo>
                    <a:pt x="68502" y="110434"/>
                    <a:pt x="46500" y="109006"/>
                    <a:pt x="31831" y="103862"/>
                  </a:cubicBezTo>
                  <a:cubicBezTo>
                    <a:pt x="-18366" y="86050"/>
                    <a:pt x="16115" y="20995"/>
                    <a:pt x="48881" y="2707"/>
                  </a:cubicBezTo>
                  <a:cubicBezTo>
                    <a:pt x="49833" y="2135"/>
                    <a:pt x="49643" y="-341"/>
                    <a:pt x="48214" y="4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05" name="Google Shape;1005;p105"/>
            <p:cNvSpPr/>
            <p:nvPr/>
          </p:nvSpPr>
          <p:spPr>
            <a:xfrm>
              <a:off x="6943397" y="1768271"/>
              <a:ext cx="148815" cy="239258"/>
            </a:xfrm>
            <a:custGeom>
              <a:rect b="b" l="l" r="r" t="t"/>
              <a:pathLst>
                <a:path extrusionOk="0" h="239258" w="148815">
                  <a:moveTo>
                    <a:pt x="146441" y="521"/>
                  </a:moveTo>
                  <a:cubicBezTo>
                    <a:pt x="105293" y="-4718"/>
                    <a:pt x="16806" y="29953"/>
                    <a:pt x="39856" y="86246"/>
                  </a:cubicBezTo>
                  <a:cubicBezTo>
                    <a:pt x="52144" y="116250"/>
                    <a:pt x="107008" y="135490"/>
                    <a:pt x="125010" y="101105"/>
                  </a:cubicBezTo>
                  <a:cubicBezTo>
                    <a:pt x="125810" y="99158"/>
                    <a:pt x="124924" y="96925"/>
                    <a:pt x="123010" y="96057"/>
                  </a:cubicBezTo>
                  <a:cubicBezTo>
                    <a:pt x="37285" y="47479"/>
                    <a:pt x="-53013" y="187783"/>
                    <a:pt x="37951" y="238932"/>
                  </a:cubicBezTo>
                  <a:cubicBezTo>
                    <a:pt x="40809" y="240551"/>
                    <a:pt x="40713" y="235693"/>
                    <a:pt x="39094" y="234455"/>
                  </a:cubicBezTo>
                  <a:cubicBezTo>
                    <a:pt x="6500" y="212137"/>
                    <a:pt x="-1835" y="167618"/>
                    <a:pt x="20482" y="135020"/>
                  </a:cubicBezTo>
                  <a:cubicBezTo>
                    <a:pt x="20740" y="134634"/>
                    <a:pt x="21016" y="134251"/>
                    <a:pt x="21283" y="133871"/>
                  </a:cubicBezTo>
                  <a:cubicBezTo>
                    <a:pt x="30550" y="119075"/>
                    <a:pt x="43743" y="107139"/>
                    <a:pt x="59383" y="99391"/>
                  </a:cubicBezTo>
                  <a:cubicBezTo>
                    <a:pt x="71098" y="93866"/>
                    <a:pt x="100530" y="86056"/>
                    <a:pt x="111484" y="97486"/>
                  </a:cubicBezTo>
                  <a:cubicBezTo>
                    <a:pt x="116437" y="102820"/>
                    <a:pt x="116342" y="96152"/>
                    <a:pt x="113770" y="102343"/>
                  </a:cubicBezTo>
                  <a:cubicBezTo>
                    <a:pt x="111322" y="106021"/>
                    <a:pt x="107588" y="108640"/>
                    <a:pt x="103293" y="109678"/>
                  </a:cubicBezTo>
                  <a:cubicBezTo>
                    <a:pt x="93939" y="112647"/>
                    <a:pt x="83852" y="112311"/>
                    <a:pt x="74718" y="108725"/>
                  </a:cubicBezTo>
                  <a:cubicBezTo>
                    <a:pt x="55668" y="102058"/>
                    <a:pt x="40713" y="84532"/>
                    <a:pt x="46143" y="63481"/>
                  </a:cubicBezTo>
                  <a:cubicBezTo>
                    <a:pt x="56144" y="21286"/>
                    <a:pt x="109865" y="6331"/>
                    <a:pt x="147489" y="5665"/>
                  </a:cubicBezTo>
                  <a:cubicBezTo>
                    <a:pt x="150060" y="5665"/>
                    <a:pt x="148441" y="807"/>
                    <a:pt x="146441" y="52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06" name="Google Shape;1006;p105"/>
            <p:cNvSpPr/>
            <p:nvPr/>
          </p:nvSpPr>
          <p:spPr>
            <a:xfrm>
              <a:off x="7277060" y="1389030"/>
              <a:ext cx="67571" cy="71723"/>
            </a:xfrm>
            <a:custGeom>
              <a:rect b="b" l="l" r="r" t="t"/>
              <a:pathLst>
                <a:path extrusionOk="0" h="71723" w="67571">
                  <a:moveTo>
                    <a:pt x="40" y="0"/>
                  </a:moveTo>
                  <a:cubicBezTo>
                    <a:pt x="40" y="0"/>
                    <a:pt x="-2437" y="46101"/>
                    <a:pt x="31758" y="71723"/>
                  </a:cubicBezTo>
                  <a:lnTo>
                    <a:pt x="67572" y="60769"/>
                  </a:lnTo>
                  <a:cubicBezTo>
                    <a:pt x="67572" y="60769"/>
                    <a:pt x="43664" y="49339"/>
                    <a:pt x="3175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07" name="Google Shape;1007;p105"/>
            <p:cNvSpPr/>
            <p:nvPr/>
          </p:nvSpPr>
          <p:spPr>
            <a:xfrm>
              <a:off x="6673742" y="2505075"/>
              <a:ext cx="67576" cy="71723"/>
            </a:xfrm>
            <a:custGeom>
              <a:rect b="b" l="l" r="r" t="t"/>
              <a:pathLst>
                <a:path extrusionOk="0" h="71723" w="67576">
                  <a:moveTo>
                    <a:pt x="44" y="0"/>
                  </a:moveTo>
                  <a:cubicBezTo>
                    <a:pt x="44" y="0"/>
                    <a:pt x="-2528" y="46101"/>
                    <a:pt x="31667" y="71723"/>
                  </a:cubicBezTo>
                  <a:lnTo>
                    <a:pt x="67576" y="60770"/>
                  </a:lnTo>
                  <a:cubicBezTo>
                    <a:pt x="67576" y="60770"/>
                    <a:pt x="43573" y="49339"/>
                    <a:pt x="3166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08" name="Google Shape;1008;p105"/>
            <p:cNvSpPr/>
            <p:nvPr/>
          </p:nvSpPr>
          <p:spPr>
            <a:xfrm>
              <a:off x="6966541" y="3024568"/>
              <a:ext cx="67575" cy="71628"/>
            </a:xfrm>
            <a:custGeom>
              <a:rect b="b" l="l" r="r" t="t"/>
              <a:pathLst>
                <a:path extrusionOk="0" h="71628" w="67575">
                  <a:moveTo>
                    <a:pt x="44" y="0"/>
                  </a:moveTo>
                  <a:cubicBezTo>
                    <a:pt x="44" y="0"/>
                    <a:pt x="-2528" y="46006"/>
                    <a:pt x="31762" y="71628"/>
                  </a:cubicBezTo>
                  <a:lnTo>
                    <a:pt x="67576" y="60770"/>
                  </a:lnTo>
                  <a:cubicBezTo>
                    <a:pt x="67576" y="60770"/>
                    <a:pt x="43668" y="49244"/>
                    <a:pt x="3176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09" name="Google Shape;1009;p105"/>
            <p:cNvSpPr/>
            <p:nvPr/>
          </p:nvSpPr>
          <p:spPr>
            <a:xfrm>
              <a:off x="8000238" y="1604200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88963" y="15812"/>
                  </a:moveTo>
                  <a:cubicBezTo>
                    <a:pt x="88963" y="15812"/>
                    <a:pt x="68008" y="56960"/>
                    <a:pt x="25622" y="62008"/>
                  </a:cubicBezTo>
                  <a:lnTo>
                    <a:pt x="0" y="34576"/>
                  </a:lnTo>
                  <a:cubicBezTo>
                    <a:pt x="0" y="34576"/>
                    <a:pt x="26479" y="36671"/>
                    <a:pt x="6153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10" name="Google Shape;1010;p105"/>
            <p:cNvSpPr/>
            <p:nvPr/>
          </p:nvSpPr>
          <p:spPr>
            <a:xfrm>
              <a:off x="7754588" y="3075336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88963" y="15907"/>
                  </a:moveTo>
                  <a:cubicBezTo>
                    <a:pt x="88963" y="15907"/>
                    <a:pt x="68104" y="57055"/>
                    <a:pt x="25622" y="62008"/>
                  </a:cubicBezTo>
                  <a:lnTo>
                    <a:pt x="0" y="34671"/>
                  </a:lnTo>
                  <a:cubicBezTo>
                    <a:pt x="0" y="34671"/>
                    <a:pt x="26575" y="36671"/>
                    <a:pt x="6153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11" name="Google Shape;1011;p105"/>
            <p:cNvSpPr/>
            <p:nvPr/>
          </p:nvSpPr>
          <p:spPr>
            <a:xfrm>
              <a:off x="7168324" y="2211133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88964" y="15907"/>
                  </a:moveTo>
                  <a:cubicBezTo>
                    <a:pt x="88964" y="15907"/>
                    <a:pt x="68104" y="57055"/>
                    <a:pt x="25622" y="62008"/>
                  </a:cubicBezTo>
                  <a:lnTo>
                    <a:pt x="0" y="34671"/>
                  </a:lnTo>
                  <a:cubicBezTo>
                    <a:pt x="0" y="34671"/>
                    <a:pt x="26575" y="36671"/>
                    <a:pt x="61532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12" name="Google Shape;1012;p105"/>
            <p:cNvSpPr/>
            <p:nvPr/>
          </p:nvSpPr>
          <p:spPr>
            <a:xfrm>
              <a:off x="6787324" y="1703450"/>
              <a:ext cx="88868" cy="62007"/>
            </a:xfrm>
            <a:custGeom>
              <a:rect b="b" l="l" r="r" t="t"/>
              <a:pathLst>
                <a:path extrusionOk="0" h="62007" w="88868">
                  <a:moveTo>
                    <a:pt x="88868" y="15812"/>
                  </a:moveTo>
                  <a:cubicBezTo>
                    <a:pt x="88868" y="15812"/>
                    <a:pt x="68009" y="56960"/>
                    <a:pt x="25622" y="62008"/>
                  </a:cubicBezTo>
                  <a:lnTo>
                    <a:pt x="0" y="34576"/>
                  </a:lnTo>
                  <a:cubicBezTo>
                    <a:pt x="0" y="34576"/>
                    <a:pt x="26479" y="36671"/>
                    <a:pt x="6153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13" name="Google Shape;1013;p105"/>
            <p:cNvSpPr/>
            <p:nvPr/>
          </p:nvSpPr>
          <p:spPr>
            <a:xfrm>
              <a:off x="7593901" y="1717929"/>
              <a:ext cx="73723" cy="63633"/>
            </a:xfrm>
            <a:custGeom>
              <a:rect b="b" l="l" r="r" t="t"/>
              <a:pathLst>
                <a:path extrusionOk="0" h="63633" w="73723">
                  <a:moveTo>
                    <a:pt x="73723" y="63246"/>
                  </a:moveTo>
                  <a:cubicBezTo>
                    <a:pt x="73723" y="63246"/>
                    <a:pt x="27908" y="68961"/>
                    <a:pt x="0" y="36481"/>
                  </a:cubicBezTo>
                  <a:lnTo>
                    <a:pt x="8477" y="0"/>
                  </a:lnTo>
                  <a:cubicBezTo>
                    <a:pt x="8477" y="0"/>
                    <a:pt x="21526" y="23146"/>
                    <a:pt x="71533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14" name="Google Shape;1014;p105"/>
            <p:cNvSpPr/>
            <p:nvPr/>
          </p:nvSpPr>
          <p:spPr>
            <a:xfrm>
              <a:off x="6929723" y="1493138"/>
              <a:ext cx="73628" cy="63539"/>
            </a:xfrm>
            <a:custGeom>
              <a:rect b="b" l="l" r="r" t="t"/>
              <a:pathLst>
                <a:path extrusionOk="0" h="63539" w="73628">
                  <a:moveTo>
                    <a:pt x="73628" y="63151"/>
                  </a:moveTo>
                  <a:cubicBezTo>
                    <a:pt x="73628" y="63151"/>
                    <a:pt x="27908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7" y="23051"/>
                    <a:pt x="71533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15" name="Google Shape;1015;p105"/>
            <p:cNvSpPr/>
            <p:nvPr/>
          </p:nvSpPr>
          <p:spPr>
            <a:xfrm>
              <a:off x="6159436" y="1393126"/>
              <a:ext cx="73628" cy="63539"/>
            </a:xfrm>
            <a:custGeom>
              <a:rect b="b" l="l" r="r" t="t"/>
              <a:pathLst>
                <a:path extrusionOk="0" h="63539" w="73628">
                  <a:moveTo>
                    <a:pt x="73628" y="63151"/>
                  </a:moveTo>
                  <a:cubicBezTo>
                    <a:pt x="73628" y="63151"/>
                    <a:pt x="27908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7" y="23051"/>
                    <a:pt x="71438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16" name="Google Shape;1016;p105"/>
            <p:cNvSpPr/>
            <p:nvPr/>
          </p:nvSpPr>
          <p:spPr>
            <a:xfrm>
              <a:off x="6707505" y="2007584"/>
              <a:ext cx="73628" cy="63619"/>
            </a:xfrm>
            <a:custGeom>
              <a:rect b="b" l="l" r="r" t="t"/>
              <a:pathLst>
                <a:path extrusionOk="0" h="63619" w="73628">
                  <a:moveTo>
                    <a:pt x="73628" y="63246"/>
                  </a:moveTo>
                  <a:cubicBezTo>
                    <a:pt x="73628" y="63246"/>
                    <a:pt x="27908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6" y="23146"/>
                    <a:pt x="71533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17" name="Google Shape;1017;p105"/>
            <p:cNvSpPr/>
            <p:nvPr/>
          </p:nvSpPr>
          <p:spPr>
            <a:xfrm>
              <a:off x="8078057" y="2348674"/>
              <a:ext cx="73628" cy="63619"/>
            </a:xfrm>
            <a:custGeom>
              <a:rect b="b" l="l" r="r" t="t"/>
              <a:pathLst>
                <a:path extrusionOk="0" h="63619" w="73628">
                  <a:moveTo>
                    <a:pt x="73628" y="63246"/>
                  </a:moveTo>
                  <a:cubicBezTo>
                    <a:pt x="73628" y="63246"/>
                    <a:pt x="27813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7" y="23146"/>
                    <a:pt x="71438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18" name="Google Shape;1018;p105"/>
            <p:cNvSpPr/>
            <p:nvPr/>
          </p:nvSpPr>
          <p:spPr>
            <a:xfrm>
              <a:off x="7265003" y="1937194"/>
              <a:ext cx="88963" cy="59245"/>
            </a:xfrm>
            <a:custGeom>
              <a:rect b="b" l="l" r="r" t="t"/>
              <a:pathLst>
                <a:path extrusionOk="0" h="59245" w="88963">
                  <a:moveTo>
                    <a:pt x="88963" y="13049"/>
                  </a:moveTo>
                  <a:cubicBezTo>
                    <a:pt x="88963" y="13049"/>
                    <a:pt x="68104" y="54197"/>
                    <a:pt x="25622" y="59246"/>
                  </a:cubicBezTo>
                  <a:lnTo>
                    <a:pt x="0" y="31814"/>
                  </a:lnTo>
                  <a:cubicBezTo>
                    <a:pt x="0" y="31814"/>
                    <a:pt x="31337" y="36671"/>
                    <a:pt x="6667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19" name="Google Shape;1019;p105"/>
            <p:cNvSpPr/>
            <p:nvPr/>
          </p:nvSpPr>
          <p:spPr>
            <a:xfrm>
              <a:off x="7320057" y="2004822"/>
              <a:ext cx="80009" cy="68579"/>
            </a:xfrm>
            <a:custGeom>
              <a:rect b="b" l="l" r="r" t="t"/>
              <a:pathLst>
                <a:path extrusionOk="0" h="68579" w="80009">
                  <a:moveTo>
                    <a:pt x="80010" y="6191"/>
                  </a:moveTo>
                  <a:cubicBezTo>
                    <a:pt x="80010" y="6191"/>
                    <a:pt x="71818" y="51625"/>
                    <a:pt x="32385" y="68580"/>
                  </a:cubicBezTo>
                  <a:lnTo>
                    <a:pt x="0" y="49530"/>
                  </a:lnTo>
                  <a:cubicBezTo>
                    <a:pt x="22917" y="39195"/>
                    <a:pt x="41958" y="21850"/>
                    <a:pt x="54388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20" name="Google Shape;1020;p105"/>
            <p:cNvSpPr/>
            <p:nvPr/>
          </p:nvSpPr>
          <p:spPr>
            <a:xfrm>
              <a:off x="5767825" y="1427135"/>
              <a:ext cx="98602" cy="187828"/>
            </a:xfrm>
            <a:custGeom>
              <a:rect b="b" l="l" r="r" t="t"/>
              <a:pathLst>
                <a:path extrusionOk="0" h="187828" w="98602">
                  <a:moveTo>
                    <a:pt x="22327" y="186"/>
                  </a:moveTo>
                  <a:cubicBezTo>
                    <a:pt x="66904" y="-4196"/>
                    <a:pt x="127102" y="70004"/>
                    <a:pt x="83478" y="105723"/>
                  </a:cubicBezTo>
                  <a:cubicBezTo>
                    <a:pt x="59379" y="125630"/>
                    <a:pt x="6611" y="116962"/>
                    <a:pt x="7278" y="79910"/>
                  </a:cubicBezTo>
                  <a:cubicBezTo>
                    <a:pt x="7535" y="77836"/>
                    <a:pt x="9125" y="76174"/>
                    <a:pt x="11183" y="75814"/>
                  </a:cubicBezTo>
                  <a:cubicBezTo>
                    <a:pt x="46235" y="67813"/>
                    <a:pt x="80811" y="82768"/>
                    <a:pt x="74905" y="123439"/>
                  </a:cubicBezTo>
                  <a:cubicBezTo>
                    <a:pt x="68409" y="159426"/>
                    <a:pt x="37900" y="186143"/>
                    <a:pt x="1372" y="187828"/>
                  </a:cubicBezTo>
                  <a:cubicBezTo>
                    <a:pt x="-819" y="187828"/>
                    <a:pt x="-57" y="184209"/>
                    <a:pt x="1372" y="183923"/>
                  </a:cubicBezTo>
                  <a:cubicBezTo>
                    <a:pt x="31852" y="177446"/>
                    <a:pt x="60618" y="158491"/>
                    <a:pt x="66523" y="125916"/>
                  </a:cubicBezTo>
                  <a:cubicBezTo>
                    <a:pt x="69314" y="114285"/>
                    <a:pt x="66914" y="102018"/>
                    <a:pt x="59951" y="92293"/>
                  </a:cubicBezTo>
                  <a:cubicBezTo>
                    <a:pt x="55836" y="87227"/>
                    <a:pt x="50292" y="83512"/>
                    <a:pt x="44044" y="81625"/>
                  </a:cubicBezTo>
                  <a:cubicBezTo>
                    <a:pt x="38901" y="80005"/>
                    <a:pt x="20041" y="77053"/>
                    <a:pt x="15945" y="81625"/>
                  </a:cubicBezTo>
                  <a:cubicBezTo>
                    <a:pt x="7659" y="90197"/>
                    <a:pt x="30042" y="104485"/>
                    <a:pt x="36710" y="106771"/>
                  </a:cubicBezTo>
                  <a:cubicBezTo>
                    <a:pt x="49997" y="111620"/>
                    <a:pt x="64761" y="110220"/>
                    <a:pt x="76905" y="102961"/>
                  </a:cubicBezTo>
                  <a:cubicBezTo>
                    <a:pt x="95384" y="90102"/>
                    <a:pt x="90812" y="65718"/>
                    <a:pt x="81858" y="48382"/>
                  </a:cubicBezTo>
                  <a:cubicBezTo>
                    <a:pt x="69857" y="25141"/>
                    <a:pt x="48616" y="6091"/>
                    <a:pt x="21374" y="5234"/>
                  </a:cubicBezTo>
                  <a:cubicBezTo>
                    <a:pt x="18993" y="5234"/>
                    <a:pt x="20232" y="567"/>
                    <a:pt x="22136" y="37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21" name="Google Shape;1021;p105"/>
            <p:cNvSpPr/>
            <p:nvPr/>
          </p:nvSpPr>
          <p:spPr>
            <a:xfrm>
              <a:off x="5483864" y="2864761"/>
              <a:ext cx="236184" cy="124457"/>
            </a:xfrm>
            <a:custGeom>
              <a:rect b="b" l="l" r="r" t="t"/>
              <a:pathLst>
                <a:path extrusionOk="0" h="124457" w="236184">
                  <a:moveTo>
                    <a:pt x="234851" y="123897"/>
                  </a:moveTo>
                  <a:cubicBezTo>
                    <a:pt x="220849" y="92370"/>
                    <a:pt x="222278" y="59699"/>
                    <a:pt x="181606" y="49221"/>
                  </a:cubicBezTo>
                  <a:cubicBezTo>
                    <a:pt x="163699" y="44649"/>
                    <a:pt x="121313" y="40458"/>
                    <a:pt x="107787" y="56460"/>
                  </a:cubicBezTo>
                  <a:cubicBezTo>
                    <a:pt x="102786" y="64376"/>
                    <a:pt x="104282" y="74758"/>
                    <a:pt x="111311" y="80940"/>
                  </a:cubicBezTo>
                  <a:cubicBezTo>
                    <a:pt x="121979" y="90465"/>
                    <a:pt x="130361" y="79035"/>
                    <a:pt x="132647" y="69033"/>
                  </a:cubicBezTo>
                  <a:cubicBezTo>
                    <a:pt x="137019" y="49898"/>
                    <a:pt x="128847" y="30086"/>
                    <a:pt x="112264" y="19599"/>
                  </a:cubicBezTo>
                  <a:cubicBezTo>
                    <a:pt x="76688" y="-4033"/>
                    <a:pt x="28930" y="3635"/>
                    <a:pt x="2536" y="37220"/>
                  </a:cubicBezTo>
                  <a:cubicBezTo>
                    <a:pt x="1107" y="39030"/>
                    <a:pt x="-512" y="37220"/>
                    <a:pt x="155" y="35124"/>
                  </a:cubicBezTo>
                  <a:cubicBezTo>
                    <a:pt x="31397" y="-36789"/>
                    <a:pt x="181130" y="13217"/>
                    <a:pt x="133505" y="82178"/>
                  </a:cubicBezTo>
                  <a:cubicBezTo>
                    <a:pt x="118931" y="103038"/>
                    <a:pt x="93119" y="84559"/>
                    <a:pt x="97976" y="62556"/>
                  </a:cubicBezTo>
                  <a:cubicBezTo>
                    <a:pt x="103406" y="38077"/>
                    <a:pt x="145601" y="39315"/>
                    <a:pt x="163508" y="40458"/>
                  </a:cubicBezTo>
                  <a:cubicBezTo>
                    <a:pt x="182254" y="40497"/>
                    <a:pt x="200332" y="47450"/>
                    <a:pt x="214277" y="59985"/>
                  </a:cubicBezTo>
                  <a:cubicBezTo>
                    <a:pt x="230564" y="76082"/>
                    <a:pt x="232755" y="101418"/>
                    <a:pt x="236184" y="122850"/>
                  </a:cubicBezTo>
                  <a:cubicBezTo>
                    <a:pt x="236184" y="123897"/>
                    <a:pt x="235327" y="125231"/>
                    <a:pt x="234660" y="12389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22" name="Google Shape;1022;p105"/>
            <p:cNvSpPr/>
            <p:nvPr/>
          </p:nvSpPr>
          <p:spPr>
            <a:xfrm>
              <a:off x="4430223" y="1371080"/>
              <a:ext cx="119560" cy="155761"/>
            </a:xfrm>
            <a:custGeom>
              <a:rect b="b" l="l" r="r" t="t"/>
              <a:pathLst>
                <a:path extrusionOk="0" h="155761" w="119560">
                  <a:moveTo>
                    <a:pt x="117964" y="8901"/>
                  </a:moveTo>
                  <a:cubicBezTo>
                    <a:pt x="88722" y="329"/>
                    <a:pt x="48527" y="2710"/>
                    <a:pt x="23952" y="22427"/>
                  </a:cubicBezTo>
                  <a:cubicBezTo>
                    <a:pt x="4902" y="37667"/>
                    <a:pt x="-5670" y="70719"/>
                    <a:pt x="22238" y="82053"/>
                  </a:cubicBezTo>
                  <a:cubicBezTo>
                    <a:pt x="33192" y="86435"/>
                    <a:pt x="69291" y="86435"/>
                    <a:pt x="73578" y="71576"/>
                  </a:cubicBezTo>
                  <a:cubicBezTo>
                    <a:pt x="76626" y="61194"/>
                    <a:pt x="65481" y="55002"/>
                    <a:pt x="56528" y="53669"/>
                  </a:cubicBezTo>
                  <a:cubicBezTo>
                    <a:pt x="30334" y="49573"/>
                    <a:pt x="5760" y="77196"/>
                    <a:pt x="6331" y="101865"/>
                  </a:cubicBezTo>
                  <a:cubicBezTo>
                    <a:pt x="7284" y="138918"/>
                    <a:pt x="50432" y="151205"/>
                    <a:pt x="80912" y="151491"/>
                  </a:cubicBezTo>
                  <a:cubicBezTo>
                    <a:pt x="82912" y="151491"/>
                    <a:pt x="82436" y="155301"/>
                    <a:pt x="80912" y="155396"/>
                  </a:cubicBezTo>
                  <a:cubicBezTo>
                    <a:pt x="29001" y="160444"/>
                    <a:pt x="-28911" y="112343"/>
                    <a:pt x="17190" y="64146"/>
                  </a:cubicBezTo>
                  <a:cubicBezTo>
                    <a:pt x="29667" y="51192"/>
                    <a:pt x="49098" y="41953"/>
                    <a:pt x="67005" y="49097"/>
                  </a:cubicBezTo>
                  <a:cubicBezTo>
                    <a:pt x="77102" y="53193"/>
                    <a:pt x="85103" y="62337"/>
                    <a:pt x="80055" y="73290"/>
                  </a:cubicBezTo>
                  <a:cubicBezTo>
                    <a:pt x="71958" y="90912"/>
                    <a:pt x="39383" y="93960"/>
                    <a:pt x="23571" y="89483"/>
                  </a:cubicBezTo>
                  <a:cubicBezTo>
                    <a:pt x="6643" y="84979"/>
                    <a:pt x="-3430" y="67605"/>
                    <a:pt x="1074" y="50676"/>
                  </a:cubicBezTo>
                  <a:cubicBezTo>
                    <a:pt x="1249" y="50017"/>
                    <a:pt x="1446" y="49363"/>
                    <a:pt x="1664" y="48716"/>
                  </a:cubicBezTo>
                  <a:cubicBezTo>
                    <a:pt x="14427" y="1853"/>
                    <a:pt x="79959" y="-8434"/>
                    <a:pt x="118917" y="6139"/>
                  </a:cubicBezTo>
                  <a:cubicBezTo>
                    <a:pt x="120060" y="6139"/>
                    <a:pt x="119583" y="9282"/>
                    <a:pt x="118250" y="890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23" name="Google Shape;1023;p105"/>
            <p:cNvSpPr/>
            <p:nvPr/>
          </p:nvSpPr>
          <p:spPr>
            <a:xfrm>
              <a:off x="4089954" y="3302290"/>
              <a:ext cx="119595" cy="155637"/>
            </a:xfrm>
            <a:custGeom>
              <a:rect b="b" l="l" r="r" t="t"/>
              <a:pathLst>
                <a:path extrusionOk="0" h="155637" w="119595">
                  <a:moveTo>
                    <a:pt x="118095" y="8695"/>
                  </a:moveTo>
                  <a:cubicBezTo>
                    <a:pt x="88853" y="122"/>
                    <a:pt x="48658" y="2504"/>
                    <a:pt x="24083" y="22220"/>
                  </a:cubicBezTo>
                  <a:cubicBezTo>
                    <a:pt x="5033" y="37460"/>
                    <a:pt x="-5635" y="70512"/>
                    <a:pt x="22369" y="81847"/>
                  </a:cubicBezTo>
                  <a:cubicBezTo>
                    <a:pt x="33322" y="86228"/>
                    <a:pt x="69327" y="86228"/>
                    <a:pt x="73708" y="71369"/>
                  </a:cubicBezTo>
                  <a:cubicBezTo>
                    <a:pt x="76661" y="60987"/>
                    <a:pt x="65517" y="54796"/>
                    <a:pt x="56659" y="53462"/>
                  </a:cubicBezTo>
                  <a:cubicBezTo>
                    <a:pt x="30370" y="49367"/>
                    <a:pt x="5890" y="76989"/>
                    <a:pt x="6462" y="101659"/>
                  </a:cubicBezTo>
                  <a:cubicBezTo>
                    <a:pt x="7319" y="138711"/>
                    <a:pt x="50467" y="150998"/>
                    <a:pt x="80947" y="151284"/>
                  </a:cubicBezTo>
                  <a:cubicBezTo>
                    <a:pt x="83043" y="151284"/>
                    <a:pt x="82471" y="155094"/>
                    <a:pt x="80947" y="155285"/>
                  </a:cubicBezTo>
                  <a:cubicBezTo>
                    <a:pt x="29036" y="160238"/>
                    <a:pt x="-28876" y="112136"/>
                    <a:pt x="17225" y="63940"/>
                  </a:cubicBezTo>
                  <a:cubicBezTo>
                    <a:pt x="29703" y="50986"/>
                    <a:pt x="49039" y="41747"/>
                    <a:pt x="66946" y="48890"/>
                  </a:cubicBezTo>
                  <a:cubicBezTo>
                    <a:pt x="77137" y="52986"/>
                    <a:pt x="85138" y="62130"/>
                    <a:pt x="80090" y="73084"/>
                  </a:cubicBezTo>
                  <a:cubicBezTo>
                    <a:pt x="71994" y="90705"/>
                    <a:pt x="39323" y="93753"/>
                    <a:pt x="23512" y="89276"/>
                  </a:cubicBezTo>
                  <a:cubicBezTo>
                    <a:pt x="6632" y="84790"/>
                    <a:pt x="-3416" y="67474"/>
                    <a:pt x="1068" y="50595"/>
                  </a:cubicBezTo>
                  <a:cubicBezTo>
                    <a:pt x="1255" y="49890"/>
                    <a:pt x="1465" y="49195"/>
                    <a:pt x="1699" y="48509"/>
                  </a:cubicBezTo>
                  <a:cubicBezTo>
                    <a:pt x="14368" y="1646"/>
                    <a:pt x="79995" y="-8164"/>
                    <a:pt x="118952" y="5933"/>
                  </a:cubicBezTo>
                  <a:cubicBezTo>
                    <a:pt x="120095" y="5933"/>
                    <a:pt x="119619" y="9076"/>
                    <a:pt x="118285" y="869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24" name="Google Shape;1024;p105"/>
            <p:cNvSpPr/>
            <p:nvPr/>
          </p:nvSpPr>
          <p:spPr>
            <a:xfrm>
              <a:off x="4198249" y="1939631"/>
              <a:ext cx="132976" cy="168431"/>
            </a:xfrm>
            <a:custGeom>
              <a:rect b="b" l="l" r="r" t="t"/>
              <a:pathLst>
                <a:path extrusionOk="0" h="168431" w="132976">
                  <a:moveTo>
                    <a:pt x="84762" y="40"/>
                  </a:moveTo>
                  <a:cubicBezTo>
                    <a:pt x="119624" y="10422"/>
                    <a:pt x="152009" y="71763"/>
                    <a:pt x="119624" y="99671"/>
                  </a:cubicBezTo>
                  <a:cubicBezTo>
                    <a:pt x="92097" y="123484"/>
                    <a:pt x="36471" y="118054"/>
                    <a:pt x="45710" y="72811"/>
                  </a:cubicBezTo>
                  <a:cubicBezTo>
                    <a:pt x="45921" y="71782"/>
                    <a:pt x="46637" y="70915"/>
                    <a:pt x="47615" y="70525"/>
                  </a:cubicBezTo>
                  <a:cubicBezTo>
                    <a:pt x="84191" y="61857"/>
                    <a:pt x="96288" y="104529"/>
                    <a:pt x="88572" y="132723"/>
                  </a:cubicBezTo>
                  <a:cubicBezTo>
                    <a:pt x="76666" y="176443"/>
                    <a:pt x="32470" y="175966"/>
                    <a:pt x="561" y="153011"/>
                  </a:cubicBezTo>
                  <a:cubicBezTo>
                    <a:pt x="-486" y="152249"/>
                    <a:pt x="-10" y="149296"/>
                    <a:pt x="1514" y="150058"/>
                  </a:cubicBezTo>
                  <a:cubicBezTo>
                    <a:pt x="27612" y="163108"/>
                    <a:pt x="64188" y="174633"/>
                    <a:pt x="80095" y="141295"/>
                  </a:cubicBezTo>
                  <a:cubicBezTo>
                    <a:pt x="88572" y="123484"/>
                    <a:pt x="88858" y="93670"/>
                    <a:pt x="72475" y="80335"/>
                  </a:cubicBezTo>
                  <a:cubicBezTo>
                    <a:pt x="68224" y="76335"/>
                    <a:pt x="62598" y="74116"/>
                    <a:pt x="56759" y="74144"/>
                  </a:cubicBezTo>
                  <a:cubicBezTo>
                    <a:pt x="44567" y="75573"/>
                    <a:pt x="46662" y="88813"/>
                    <a:pt x="53520" y="97099"/>
                  </a:cubicBezTo>
                  <a:cubicBezTo>
                    <a:pt x="64474" y="110434"/>
                    <a:pt x="86477" y="109006"/>
                    <a:pt x="101145" y="103862"/>
                  </a:cubicBezTo>
                  <a:cubicBezTo>
                    <a:pt x="151342" y="86146"/>
                    <a:pt x="116862" y="20995"/>
                    <a:pt x="84096" y="2707"/>
                  </a:cubicBezTo>
                  <a:cubicBezTo>
                    <a:pt x="83143" y="2135"/>
                    <a:pt x="83334" y="-341"/>
                    <a:pt x="84762" y="4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25" name="Google Shape;1025;p105"/>
            <p:cNvSpPr/>
            <p:nvPr/>
          </p:nvSpPr>
          <p:spPr>
            <a:xfrm>
              <a:off x="4348962" y="2716998"/>
              <a:ext cx="138697" cy="217633"/>
            </a:xfrm>
            <a:custGeom>
              <a:rect b="b" l="l" r="r" t="t"/>
              <a:pathLst>
                <a:path extrusionOk="0" h="217633" w="138697">
                  <a:moveTo>
                    <a:pt x="44824" y="2770"/>
                  </a:moveTo>
                  <a:cubicBezTo>
                    <a:pt x="-14516" y="7533"/>
                    <a:pt x="-3848" y="120213"/>
                    <a:pt x="44062" y="135453"/>
                  </a:cubicBezTo>
                  <a:cubicBezTo>
                    <a:pt x="50010" y="137577"/>
                    <a:pt x="56562" y="137235"/>
                    <a:pt x="62255" y="134501"/>
                  </a:cubicBezTo>
                  <a:cubicBezTo>
                    <a:pt x="69394" y="129253"/>
                    <a:pt x="73434" y="120775"/>
                    <a:pt x="73018" y="111927"/>
                  </a:cubicBezTo>
                  <a:cubicBezTo>
                    <a:pt x="67303" y="92877"/>
                    <a:pt x="34918" y="117070"/>
                    <a:pt x="31204" y="124595"/>
                  </a:cubicBezTo>
                  <a:cubicBezTo>
                    <a:pt x="18554" y="144931"/>
                    <a:pt x="20399" y="171096"/>
                    <a:pt x="35776" y="189460"/>
                  </a:cubicBezTo>
                  <a:cubicBezTo>
                    <a:pt x="60160" y="215844"/>
                    <a:pt x="106832" y="216702"/>
                    <a:pt x="137312" y="201462"/>
                  </a:cubicBezTo>
                  <a:cubicBezTo>
                    <a:pt x="138836" y="200604"/>
                    <a:pt x="139122" y="203557"/>
                    <a:pt x="138074" y="204319"/>
                  </a:cubicBezTo>
                  <a:cubicBezTo>
                    <a:pt x="105213" y="225369"/>
                    <a:pt x="50158" y="222321"/>
                    <a:pt x="25774" y="188984"/>
                  </a:cubicBezTo>
                  <a:cubicBezTo>
                    <a:pt x="6724" y="162314"/>
                    <a:pt x="19774" y="91543"/>
                    <a:pt x="62255" y="97830"/>
                  </a:cubicBezTo>
                  <a:cubicBezTo>
                    <a:pt x="101879" y="103640"/>
                    <a:pt x="74447" y="148788"/>
                    <a:pt x="44443" y="142788"/>
                  </a:cubicBezTo>
                  <a:cubicBezTo>
                    <a:pt x="14440" y="136787"/>
                    <a:pt x="3581" y="96972"/>
                    <a:pt x="724" y="72303"/>
                  </a:cubicBezTo>
                  <a:cubicBezTo>
                    <a:pt x="-2896" y="41251"/>
                    <a:pt x="6343" y="-659"/>
                    <a:pt x="44824" y="8"/>
                  </a:cubicBezTo>
                  <a:cubicBezTo>
                    <a:pt x="46063" y="8"/>
                    <a:pt x="45967" y="2675"/>
                    <a:pt x="44824" y="277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26" name="Google Shape;1026;p105"/>
            <p:cNvSpPr/>
            <p:nvPr/>
          </p:nvSpPr>
          <p:spPr>
            <a:xfrm>
              <a:off x="5136649" y="1768271"/>
              <a:ext cx="148815" cy="239258"/>
            </a:xfrm>
            <a:custGeom>
              <a:rect b="b" l="l" r="r" t="t"/>
              <a:pathLst>
                <a:path extrusionOk="0" h="239258" w="148815">
                  <a:moveTo>
                    <a:pt x="2374" y="521"/>
                  </a:moveTo>
                  <a:cubicBezTo>
                    <a:pt x="43522" y="-4718"/>
                    <a:pt x="132009" y="29953"/>
                    <a:pt x="108959" y="86246"/>
                  </a:cubicBezTo>
                  <a:cubicBezTo>
                    <a:pt x="96672" y="116250"/>
                    <a:pt x="41808" y="135490"/>
                    <a:pt x="23805" y="101105"/>
                  </a:cubicBezTo>
                  <a:cubicBezTo>
                    <a:pt x="23005" y="99158"/>
                    <a:pt x="23891" y="96925"/>
                    <a:pt x="25806" y="96057"/>
                  </a:cubicBezTo>
                  <a:cubicBezTo>
                    <a:pt x="111531" y="47479"/>
                    <a:pt x="201828" y="187783"/>
                    <a:pt x="110864" y="238932"/>
                  </a:cubicBezTo>
                  <a:cubicBezTo>
                    <a:pt x="108006" y="240551"/>
                    <a:pt x="108102" y="235693"/>
                    <a:pt x="109721" y="234455"/>
                  </a:cubicBezTo>
                  <a:cubicBezTo>
                    <a:pt x="142335" y="212163"/>
                    <a:pt x="150707" y="167651"/>
                    <a:pt x="128409" y="135034"/>
                  </a:cubicBezTo>
                  <a:cubicBezTo>
                    <a:pt x="128123" y="134612"/>
                    <a:pt x="127828" y="134192"/>
                    <a:pt x="127533" y="133776"/>
                  </a:cubicBezTo>
                  <a:cubicBezTo>
                    <a:pt x="118265" y="118981"/>
                    <a:pt x="105073" y="107044"/>
                    <a:pt x="89433" y="99295"/>
                  </a:cubicBezTo>
                  <a:cubicBezTo>
                    <a:pt x="77717" y="93771"/>
                    <a:pt x="48285" y="85960"/>
                    <a:pt x="37331" y="97390"/>
                  </a:cubicBezTo>
                  <a:cubicBezTo>
                    <a:pt x="32378" y="102724"/>
                    <a:pt x="32473" y="96057"/>
                    <a:pt x="35045" y="102248"/>
                  </a:cubicBezTo>
                  <a:cubicBezTo>
                    <a:pt x="37493" y="105926"/>
                    <a:pt x="41227" y="108545"/>
                    <a:pt x="45522" y="109582"/>
                  </a:cubicBezTo>
                  <a:cubicBezTo>
                    <a:pt x="54876" y="112552"/>
                    <a:pt x="64963" y="112216"/>
                    <a:pt x="74097" y="108630"/>
                  </a:cubicBezTo>
                  <a:cubicBezTo>
                    <a:pt x="93147" y="101962"/>
                    <a:pt x="108102" y="84436"/>
                    <a:pt x="102672" y="63386"/>
                  </a:cubicBezTo>
                  <a:cubicBezTo>
                    <a:pt x="92671" y="21190"/>
                    <a:pt x="38950" y="6236"/>
                    <a:pt x="1326" y="5569"/>
                  </a:cubicBezTo>
                  <a:cubicBezTo>
                    <a:pt x="-1245" y="5569"/>
                    <a:pt x="374" y="712"/>
                    <a:pt x="2374" y="42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27" name="Google Shape;1027;p105"/>
            <p:cNvSpPr/>
            <p:nvPr/>
          </p:nvSpPr>
          <p:spPr>
            <a:xfrm>
              <a:off x="4904517" y="1472755"/>
              <a:ext cx="67575" cy="71818"/>
            </a:xfrm>
            <a:custGeom>
              <a:rect b="b" l="l" r="r" t="t"/>
              <a:pathLst>
                <a:path extrusionOk="0" h="71818" w="67575">
                  <a:moveTo>
                    <a:pt x="67532" y="95"/>
                  </a:moveTo>
                  <a:cubicBezTo>
                    <a:pt x="67532" y="95"/>
                    <a:pt x="70104" y="46196"/>
                    <a:pt x="35814" y="71819"/>
                  </a:cubicBezTo>
                  <a:lnTo>
                    <a:pt x="0" y="60770"/>
                  </a:lnTo>
                  <a:cubicBezTo>
                    <a:pt x="0" y="60770"/>
                    <a:pt x="23908" y="49340"/>
                    <a:pt x="3581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28" name="Google Shape;1028;p105"/>
            <p:cNvSpPr/>
            <p:nvPr/>
          </p:nvSpPr>
          <p:spPr>
            <a:xfrm>
              <a:off x="5644705" y="2613755"/>
              <a:ext cx="67576" cy="71723"/>
            </a:xfrm>
            <a:custGeom>
              <a:rect b="b" l="l" r="r" t="t"/>
              <a:pathLst>
                <a:path extrusionOk="0" h="71723" w="67576">
                  <a:moveTo>
                    <a:pt x="67532" y="0"/>
                  </a:moveTo>
                  <a:cubicBezTo>
                    <a:pt x="67532" y="0"/>
                    <a:pt x="70104" y="46101"/>
                    <a:pt x="35814" y="71723"/>
                  </a:cubicBezTo>
                  <a:lnTo>
                    <a:pt x="0" y="60865"/>
                  </a:lnTo>
                  <a:cubicBezTo>
                    <a:pt x="0" y="60865"/>
                    <a:pt x="23908" y="49339"/>
                    <a:pt x="3581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29" name="Google Shape;1029;p105"/>
            <p:cNvSpPr/>
            <p:nvPr/>
          </p:nvSpPr>
          <p:spPr>
            <a:xfrm>
              <a:off x="5503163" y="3164776"/>
              <a:ext cx="67572" cy="71723"/>
            </a:xfrm>
            <a:custGeom>
              <a:rect b="b" l="l" r="r" t="t"/>
              <a:pathLst>
                <a:path extrusionOk="0" h="71723" w="67572">
                  <a:moveTo>
                    <a:pt x="67532" y="0"/>
                  </a:moveTo>
                  <a:cubicBezTo>
                    <a:pt x="67532" y="0"/>
                    <a:pt x="70009" y="46101"/>
                    <a:pt x="35814" y="71723"/>
                  </a:cubicBezTo>
                  <a:lnTo>
                    <a:pt x="0" y="60770"/>
                  </a:lnTo>
                  <a:cubicBezTo>
                    <a:pt x="0" y="60770"/>
                    <a:pt x="23908" y="49340"/>
                    <a:pt x="35814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30" name="Google Shape;1030;p105"/>
            <p:cNvSpPr/>
            <p:nvPr/>
          </p:nvSpPr>
          <p:spPr>
            <a:xfrm>
              <a:off x="4139660" y="1604200"/>
              <a:ext cx="89439" cy="62007"/>
            </a:xfrm>
            <a:custGeom>
              <a:rect b="b" l="l" r="r" t="t"/>
              <a:pathLst>
                <a:path extrusionOk="0" h="62007" w="89439">
                  <a:moveTo>
                    <a:pt x="0" y="15812"/>
                  </a:moveTo>
                  <a:cubicBezTo>
                    <a:pt x="0" y="15812"/>
                    <a:pt x="20955" y="56960"/>
                    <a:pt x="63341" y="62008"/>
                  </a:cubicBezTo>
                  <a:lnTo>
                    <a:pt x="89440" y="34576"/>
                  </a:lnTo>
                  <a:cubicBezTo>
                    <a:pt x="89440" y="34576"/>
                    <a:pt x="62960" y="36671"/>
                    <a:pt x="2790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31" name="Google Shape;1031;p105"/>
            <p:cNvSpPr/>
            <p:nvPr/>
          </p:nvSpPr>
          <p:spPr>
            <a:xfrm>
              <a:off x="4582763" y="3025235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0" y="15812"/>
                  </a:moveTo>
                  <a:cubicBezTo>
                    <a:pt x="0" y="15812"/>
                    <a:pt x="20860" y="56959"/>
                    <a:pt x="63341" y="62008"/>
                  </a:cubicBezTo>
                  <a:lnTo>
                    <a:pt x="88964" y="34576"/>
                  </a:lnTo>
                  <a:cubicBezTo>
                    <a:pt x="88964" y="34576"/>
                    <a:pt x="62389" y="36671"/>
                    <a:pt x="2743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32" name="Google Shape;1032;p105"/>
            <p:cNvSpPr/>
            <p:nvPr/>
          </p:nvSpPr>
          <p:spPr>
            <a:xfrm>
              <a:off x="5033867" y="2264568"/>
              <a:ext cx="88868" cy="62007"/>
            </a:xfrm>
            <a:custGeom>
              <a:rect b="b" l="l" r="r" t="t"/>
              <a:pathLst>
                <a:path extrusionOk="0" h="62007" w="88868">
                  <a:moveTo>
                    <a:pt x="0" y="15812"/>
                  </a:moveTo>
                  <a:cubicBezTo>
                    <a:pt x="0" y="15812"/>
                    <a:pt x="20860" y="56959"/>
                    <a:pt x="63341" y="62008"/>
                  </a:cubicBezTo>
                  <a:lnTo>
                    <a:pt x="88868" y="34576"/>
                  </a:lnTo>
                  <a:cubicBezTo>
                    <a:pt x="88868" y="34576"/>
                    <a:pt x="62389" y="36671"/>
                    <a:pt x="27432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33" name="Google Shape;1033;p105"/>
            <p:cNvSpPr/>
            <p:nvPr/>
          </p:nvSpPr>
          <p:spPr>
            <a:xfrm>
              <a:off x="5448300" y="1726025"/>
              <a:ext cx="88868" cy="62007"/>
            </a:xfrm>
            <a:custGeom>
              <a:rect b="b" l="l" r="r" t="t"/>
              <a:pathLst>
                <a:path extrusionOk="0" h="62007" w="88868">
                  <a:moveTo>
                    <a:pt x="0" y="15812"/>
                  </a:moveTo>
                  <a:cubicBezTo>
                    <a:pt x="0" y="15812"/>
                    <a:pt x="20860" y="56960"/>
                    <a:pt x="63341" y="62008"/>
                  </a:cubicBezTo>
                  <a:lnTo>
                    <a:pt x="88868" y="34576"/>
                  </a:lnTo>
                  <a:cubicBezTo>
                    <a:pt x="88868" y="34576"/>
                    <a:pt x="62389" y="36671"/>
                    <a:pt x="2743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34" name="Google Shape;1034;p105"/>
            <p:cNvSpPr/>
            <p:nvPr/>
          </p:nvSpPr>
          <p:spPr>
            <a:xfrm>
              <a:off x="4561141" y="1717929"/>
              <a:ext cx="73723" cy="63633"/>
            </a:xfrm>
            <a:custGeom>
              <a:rect b="b" l="l" r="r" t="t"/>
              <a:pathLst>
                <a:path extrusionOk="0" h="63633" w="73723">
                  <a:moveTo>
                    <a:pt x="0" y="63246"/>
                  </a:moveTo>
                  <a:cubicBezTo>
                    <a:pt x="0" y="63246"/>
                    <a:pt x="45815" y="68961"/>
                    <a:pt x="73723" y="36481"/>
                  </a:cubicBezTo>
                  <a:lnTo>
                    <a:pt x="65246" y="0"/>
                  </a:lnTo>
                  <a:cubicBezTo>
                    <a:pt x="65246" y="0"/>
                    <a:pt x="52197" y="23146"/>
                    <a:pt x="2191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35" name="Google Shape;1035;p105"/>
            <p:cNvSpPr/>
            <p:nvPr/>
          </p:nvSpPr>
          <p:spPr>
            <a:xfrm>
              <a:off x="5343525" y="1361312"/>
              <a:ext cx="73723" cy="63539"/>
            </a:xfrm>
            <a:custGeom>
              <a:rect b="b" l="l" r="r" t="t"/>
              <a:pathLst>
                <a:path extrusionOk="0" h="63539" w="73723">
                  <a:moveTo>
                    <a:pt x="0" y="63151"/>
                  </a:moveTo>
                  <a:cubicBezTo>
                    <a:pt x="0" y="63151"/>
                    <a:pt x="45815" y="68866"/>
                    <a:pt x="73724" y="36481"/>
                  </a:cubicBezTo>
                  <a:lnTo>
                    <a:pt x="65342" y="0"/>
                  </a:lnTo>
                  <a:cubicBezTo>
                    <a:pt x="65342" y="0"/>
                    <a:pt x="52197" y="23051"/>
                    <a:pt x="2191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36" name="Google Shape;1036;p105"/>
            <p:cNvSpPr/>
            <p:nvPr/>
          </p:nvSpPr>
          <p:spPr>
            <a:xfrm>
              <a:off x="5447442" y="1969103"/>
              <a:ext cx="73628" cy="63619"/>
            </a:xfrm>
            <a:custGeom>
              <a:rect b="b" l="l" r="r" t="t"/>
              <a:pathLst>
                <a:path extrusionOk="0" h="63619" w="73628">
                  <a:moveTo>
                    <a:pt x="0" y="63246"/>
                  </a:moveTo>
                  <a:cubicBezTo>
                    <a:pt x="0" y="63246"/>
                    <a:pt x="45720" y="68866"/>
                    <a:pt x="73628" y="36481"/>
                  </a:cubicBezTo>
                  <a:lnTo>
                    <a:pt x="65246" y="0"/>
                  </a:lnTo>
                  <a:cubicBezTo>
                    <a:pt x="65246" y="0"/>
                    <a:pt x="52102" y="23146"/>
                    <a:pt x="2096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37" name="Google Shape;1037;p105"/>
            <p:cNvSpPr/>
            <p:nvPr/>
          </p:nvSpPr>
          <p:spPr>
            <a:xfrm>
              <a:off x="3962400" y="2874835"/>
              <a:ext cx="73723" cy="63634"/>
            </a:xfrm>
            <a:custGeom>
              <a:rect b="b" l="l" r="r" t="t"/>
              <a:pathLst>
                <a:path extrusionOk="0" h="63634" w="73723">
                  <a:moveTo>
                    <a:pt x="0" y="63246"/>
                  </a:moveTo>
                  <a:cubicBezTo>
                    <a:pt x="0" y="63246"/>
                    <a:pt x="45815" y="68961"/>
                    <a:pt x="73724" y="36576"/>
                  </a:cubicBezTo>
                  <a:lnTo>
                    <a:pt x="65342" y="0"/>
                  </a:lnTo>
                  <a:cubicBezTo>
                    <a:pt x="65342" y="0"/>
                    <a:pt x="52197" y="23146"/>
                    <a:pt x="2191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38" name="Google Shape;1038;p105"/>
            <p:cNvSpPr/>
            <p:nvPr/>
          </p:nvSpPr>
          <p:spPr>
            <a:xfrm>
              <a:off x="4874895" y="1937194"/>
              <a:ext cx="88963" cy="59245"/>
            </a:xfrm>
            <a:custGeom>
              <a:rect b="b" l="l" r="r" t="t"/>
              <a:pathLst>
                <a:path extrusionOk="0" h="59245" w="88963">
                  <a:moveTo>
                    <a:pt x="0" y="13049"/>
                  </a:moveTo>
                  <a:cubicBezTo>
                    <a:pt x="0" y="13049"/>
                    <a:pt x="20860" y="54197"/>
                    <a:pt x="63341" y="59246"/>
                  </a:cubicBezTo>
                  <a:lnTo>
                    <a:pt x="88963" y="31814"/>
                  </a:lnTo>
                  <a:cubicBezTo>
                    <a:pt x="88963" y="31814"/>
                    <a:pt x="57626" y="36671"/>
                    <a:pt x="2228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39" name="Google Shape;1039;p105"/>
            <p:cNvSpPr/>
            <p:nvPr/>
          </p:nvSpPr>
          <p:spPr>
            <a:xfrm>
              <a:off x="4829175" y="2004822"/>
              <a:ext cx="80010" cy="68579"/>
            </a:xfrm>
            <a:custGeom>
              <a:rect b="b" l="l" r="r" t="t"/>
              <a:pathLst>
                <a:path extrusionOk="0" h="68579" w="80010">
                  <a:moveTo>
                    <a:pt x="0" y="6191"/>
                  </a:moveTo>
                  <a:cubicBezTo>
                    <a:pt x="0" y="6191"/>
                    <a:pt x="8192" y="51625"/>
                    <a:pt x="47625" y="68580"/>
                  </a:cubicBezTo>
                  <a:lnTo>
                    <a:pt x="80010" y="49530"/>
                  </a:lnTo>
                  <a:cubicBezTo>
                    <a:pt x="57093" y="39195"/>
                    <a:pt x="38052" y="21850"/>
                    <a:pt x="2562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40" name="Google Shape;1040;p105"/>
            <p:cNvSpPr/>
            <p:nvPr/>
          </p:nvSpPr>
          <p:spPr>
            <a:xfrm>
              <a:off x="6047612" y="1718405"/>
              <a:ext cx="80010" cy="68675"/>
            </a:xfrm>
            <a:custGeom>
              <a:rect b="b" l="l" r="r" t="t"/>
              <a:pathLst>
                <a:path extrusionOk="0" h="68675" w="80010">
                  <a:moveTo>
                    <a:pt x="80010" y="6191"/>
                  </a:moveTo>
                  <a:cubicBezTo>
                    <a:pt x="80010" y="6191"/>
                    <a:pt x="71819" y="51625"/>
                    <a:pt x="32385" y="68675"/>
                  </a:cubicBezTo>
                  <a:lnTo>
                    <a:pt x="0" y="49625"/>
                  </a:lnTo>
                  <a:cubicBezTo>
                    <a:pt x="22936" y="39272"/>
                    <a:pt x="41986" y="21893"/>
                    <a:pt x="54388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41" name="Google Shape;1041;p105"/>
            <p:cNvSpPr/>
            <p:nvPr/>
          </p:nvSpPr>
          <p:spPr>
            <a:xfrm>
              <a:off x="6244018" y="1760886"/>
              <a:ext cx="88963" cy="59245"/>
            </a:xfrm>
            <a:custGeom>
              <a:rect b="b" l="l" r="r" t="t"/>
              <a:pathLst>
                <a:path extrusionOk="0" h="59245" w="88963">
                  <a:moveTo>
                    <a:pt x="88963" y="13049"/>
                  </a:moveTo>
                  <a:cubicBezTo>
                    <a:pt x="88963" y="13049"/>
                    <a:pt x="68104" y="54197"/>
                    <a:pt x="25622" y="59245"/>
                  </a:cubicBezTo>
                  <a:lnTo>
                    <a:pt x="0" y="31909"/>
                  </a:lnTo>
                  <a:cubicBezTo>
                    <a:pt x="0" y="31909"/>
                    <a:pt x="31337" y="36671"/>
                    <a:pt x="6667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119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79"/>
              <a:buFont typeface="Verdana"/>
              <a:buNone/>
              <a:defRPr b="0" i="0" sz="5579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4" name="Google Shape;1044;p119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045" name="Google Shape;1045;p119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046" name="Google Shape;1046;p119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047" name="Google Shape;1047;p119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Contents"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88"/>
          <p:cNvSpPr txBox="1"/>
          <p:nvPr>
            <p:ph idx="1" type="body"/>
          </p:nvPr>
        </p:nvSpPr>
        <p:spPr>
          <a:xfrm>
            <a:off x="2704330" y="1163553"/>
            <a:ext cx="100584" cy="31089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050" name="Google Shape;1050;p88"/>
          <p:cNvSpPr txBox="1"/>
          <p:nvPr>
            <p:ph idx="2" type="body"/>
          </p:nvPr>
        </p:nvSpPr>
        <p:spPr>
          <a:xfrm>
            <a:off x="2568593" y="1667167"/>
            <a:ext cx="8285636" cy="3551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5974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640"/>
              <a:buFont typeface="Noto Sans Symbols"/>
              <a:buChar char="∙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42672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3120"/>
              <a:buFont typeface="Noto Sans Symbols"/>
              <a:buChar char="∙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937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∙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7719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∙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7719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∙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051" name="Google Shape;1051;p88"/>
          <p:cNvSpPr txBox="1"/>
          <p:nvPr/>
        </p:nvSpPr>
        <p:spPr>
          <a:xfrm>
            <a:off x="996843" y="968220"/>
            <a:ext cx="4207565" cy="698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00"/>
              <a:buFont typeface="Quicksand"/>
              <a:buNone/>
            </a:pPr>
            <a:r>
              <a:rPr b="1" i="0" lang="en-US" sz="54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CONTENTS </a:t>
            </a:r>
            <a:endParaRPr b="1" i="0" sz="5400" u="none" cap="none" strike="noStrike">
              <a:solidFill>
                <a:srgbClr val="FC7C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052" name="Google Shape;1052;p88"/>
          <p:cNvSpPr txBox="1"/>
          <p:nvPr/>
        </p:nvSpPr>
        <p:spPr>
          <a:xfrm>
            <a:off x="1085620" y="597608"/>
            <a:ext cx="3338004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small" strike="noStrike">
                <a:solidFill>
                  <a:srgbClr val="757070"/>
                </a:solidFill>
                <a:latin typeface="Quicksand"/>
                <a:ea typeface="Quicksand"/>
                <a:cs typeface="Quicksand"/>
                <a:sym typeface="Quicksand"/>
              </a:rPr>
              <a:t>Session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88"/>
          <p:cNvSpPr txBox="1"/>
          <p:nvPr>
            <p:ph idx="3" type="body"/>
          </p:nvPr>
        </p:nvSpPr>
        <p:spPr>
          <a:xfrm>
            <a:off x="2333229" y="654684"/>
            <a:ext cx="570221" cy="387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wo Contents T2">
  <p:cSld name="Title with Two Contents T2"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5" name="Google Shape;1055;p95"/>
          <p:cNvGrpSpPr/>
          <p:nvPr/>
        </p:nvGrpSpPr>
        <p:grpSpPr>
          <a:xfrm>
            <a:off x="-1" y="579518"/>
            <a:ext cx="7079530" cy="823539"/>
            <a:chOff x="0" y="579518"/>
            <a:chExt cx="4146825" cy="823539"/>
          </a:xfrm>
        </p:grpSpPr>
        <p:sp>
          <p:nvSpPr>
            <p:cNvPr id="1056" name="Google Shape;1056;p95"/>
            <p:cNvSpPr/>
            <p:nvPr/>
          </p:nvSpPr>
          <p:spPr>
            <a:xfrm>
              <a:off x="0" y="676841"/>
              <a:ext cx="4146825" cy="726216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057" name="Google Shape;1057;p95"/>
            <p:cNvSpPr/>
            <p:nvPr/>
          </p:nvSpPr>
          <p:spPr>
            <a:xfrm>
              <a:off x="0" y="579518"/>
              <a:ext cx="4092024" cy="726216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058" name="Google Shape;1058;p95"/>
          <p:cNvSpPr txBox="1"/>
          <p:nvPr>
            <p:ph idx="1" type="body"/>
          </p:nvPr>
        </p:nvSpPr>
        <p:spPr>
          <a:xfrm>
            <a:off x="540696" y="1677302"/>
            <a:ext cx="316915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059" name="Google Shape;1059;p95"/>
          <p:cNvSpPr txBox="1"/>
          <p:nvPr>
            <p:ph idx="2" type="body"/>
          </p:nvPr>
        </p:nvSpPr>
        <p:spPr>
          <a:xfrm>
            <a:off x="3901440" y="1677302"/>
            <a:ext cx="7749863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060" name="Google Shape;1060;p95"/>
          <p:cNvSpPr txBox="1"/>
          <p:nvPr>
            <p:ph idx="3" type="body"/>
          </p:nvPr>
        </p:nvSpPr>
        <p:spPr>
          <a:xfrm>
            <a:off x="10615439" y="78300"/>
            <a:ext cx="1129498" cy="21658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061" name="Google Shape;1061;p95"/>
          <p:cNvSpPr txBox="1"/>
          <p:nvPr>
            <p:ph type="title"/>
          </p:nvPr>
        </p:nvSpPr>
        <p:spPr>
          <a:xfrm>
            <a:off x="180975" y="579519"/>
            <a:ext cx="11112712" cy="726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est Your Work!">
  <p:cSld name="2_Test Your Work!"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3" name="Google Shape;1063;p10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05112" y="-209028"/>
            <a:ext cx="6581775" cy="658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4" name="Google Shape;1064;p104"/>
          <p:cNvSpPr txBox="1"/>
          <p:nvPr>
            <p:ph idx="1" type="body"/>
          </p:nvPr>
        </p:nvSpPr>
        <p:spPr>
          <a:xfrm>
            <a:off x="3789363" y="5721350"/>
            <a:ext cx="5091112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1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3200"/>
              <a:buFont typeface="Fredoka"/>
              <a:buNone/>
              <a:defRPr b="1" i="0" sz="32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7" name="Google Shape;1067;p1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068" name="Google Shape;1068;p1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069" name="Google Shape;1069;p111"/>
          <p:cNvSpPr txBox="1"/>
          <p:nvPr>
            <p:ph idx="3" type="body"/>
          </p:nvPr>
        </p:nvSpPr>
        <p:spPr>
          <a:xfrm>
            <a:off x="10615439" y="78300"/>
            <a:ext cx="1129498" cy="21658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112"/>
          <p:cNvSpPr txBox="1"/>
          <p:nvPr>
            <p:ph type="ctrTitle"/>
          </p:nvPr>
        </p:nvSpPr>
        <p:spPr>
          <a:xfrm>
            <a:off x="959999" y="1748091"/>
            <a:ext cx="5136001" cy="27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Quicksand"/>
              <a:buNone/>
              <a:defRPr b="1" i="0" sz="6933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2" name="Google Shape;1072;p112"/>
          <p:cNvSpPr txBox="1"/>
          <p:nvPr>
            <p:ph idx="1" type="subTitle"/>
          </p:nvPr>
        </p:nvSpPr>
        <p:spPr>
          <a:xfrm>
            <a:off x="959999" y="4366658"/>
            <a:ext cx="5136001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1" i="0" sz="1867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073" name="Google Shape;1073;p112"/>
          <p:cNvSpPr txBox="1"/>
          <p:nvPr>
            <p:ph idx="2" type="body"/>
          </p:nvPr>
        </p:nvSpPr>
        <p:spPr>
          <a:xfrm>
            <a:off x="6618288" y="1296988"/>
            <a:ext cx="4799012" cy="4651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074" name="Google Shape;1074;p112"/>
          <p:cNvSpPr txBox="1"/>
          <p:nvPr>
            <p:ph idx="3" type="body"/>
          </p:nvPr>
        </p:nvSpPr>
        <p:spPr>
          <a:xfrm>
            <a:off x="10615439" y="78300"/>
            <a:ext cx="1129498" cy="21658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 2"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114"/>
          <p:cNvSpPr txBox="1"/>
          <p:nvPr>
            <p:ph type="ctrTitle"/>
          </p:nvPr>
        </p:nvSpPr>
        <p:spPr>
          <a:xfrm>
            <a:off x="579432" y="1300532"/>
            <a:ext cx="2429889" cy="371946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Fredoka"/>
              <a:buNone/>
              <a:defRPr b="1" i="0" sz="48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7" name="Google Shape;1077;p114"/>
          <p:cNvSpPr txBox="1"/>
          <p:nvPr>
            <p:ph idx="1" type="body"/>
          </p:nvPr>
        </p:nvSpPr>
        <p:spPr>
          <a:xfrm>
            <a:off x="579432" y="548057"/>
            <a:ext cx="2429888" cy="619125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078" name="Google Shape;1078;p114"/>
          <p:cNvSpPr txBox="1"/>
          <p:nvPr>
            <p:ph idx="2" type="body"/>
          </p:nvPr>
        </p:nvSpPr>
        <p:spPr>
          <a:xfrm>
            <a:off x="579431" y="5019996"/>
            <a:ext cx="2429889" cy="1095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079" name="Google Shape;1079;p114"/>
          <p:cNvSpPr txBox="1"/>
          <p:nvPr>
            <p:ph idx="3" type="body"/>
          </p:nvPr>
        </p:nvSpPr>
        <p:spPr>
          <a:xfrm>
            <a:off x="3124200" y="1300163"/>
            <a:ext cx="8488363" cy="4814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080" name="Google Shape;1080;p114"/>
          <p:cNvSpPr txBox="1"/>
          <p:nvPr>
            <p:ph idx="4" type="body"/>
          </p:nvPr>
        </p:nvSpPr>
        <p:spPr>
          <a:xfrm>
            <a:off x="10615439" y="78300"/>
            <a:ext cx="1129498" cy="21658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PORTANT NOTE!">
  <p:cSld name="IMPORTANT NOTE!"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11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6000"/>
              <a:buFont typeface="Fredoka"/>
              <a:buNone/>
              <a:defRPr b="1" i="0" sz="60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3" name="Google Shape;1083;p11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084" name="Google Shape;1084;p115"/>
          <p:cNvSpPr txBox="1"/>
          <p:nvPr>
            <p:ph idx="2" type="body"/>
          </p:nvPr>
        </p:nvSpPr>
        <p:spPr>
          <a:xfrm>
            <a:off x="10615439" y="78300"/>
            <a:ext cx="1129498" cy="216582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mage (no text under)">
  <p:cSld name="Large image (no text under)"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118"/>
          <p:cNvSpPr txBox="1"/>
          <p:nvPr>
            <p:ph idx="1" type="body"/>
          </p:nvPr>
        </p:nvSpPr>
        <p:spPr>
          <a:xfrm>
            <a:off x="414533" y="1356967"/>
            <a:ext cx="11361600" cy="50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55CC"/>
              </a:buClr>
              <a:buSzPts val="1800"/>
              <a:buFont typeface="Arial"/>
              <a:buChar char="●"/>
              <a:defRPr b="0" i="0" sz="2800" u="none" cap="none" strike="noStrike">
                <a:solidFill>
                  <a:srgbClr val="1955CC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087" name="Google Shape;1087;p118"/>
          <p:cNvSpPr txBox="1"/>
          <p:nvPr>
            <p:ph type="title"/>
          </p:nvPr>
        </p:nvSpPr>
        <p:spPr>
          <a:xfrm>
            <a:off x="414533" y="644434"/>
            <a:ext cx="11361600" cy="62701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5CC"/>
              </a:buClr>
              <a:buSzPts val="2800"/>
              <a:buFont typeface="Fredoka"/>
              <a:buNone/>
              <a:defRPr b="0" i="0" sz="3200" u="none" cap="none" strike="noStrike">
                <a:solidFill>
                  <a:srgbClr val="1955CC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8" name="Google Shape;1088;p118"/>
          <p:cNvSpPr txBox="1"/>
          <p:nvPr>
            <p:ph idx="12" type="sldNum"/>
          </p:nvPr>
        </p:nvSpPr>
        <p:spPr>
          <a:xfrm>
            <a:off x="11776267" y="6439067"/>
            <a:ext cx="4156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9" name="Google Shape;1089;p118"/>
          <p:cNvSpPr txBox="1"/>
          <p:nvPr>
            <p:ph idx="2" type="subTitle"/>
          </p:nvPr>
        </p:nvSpPr>
        <p:spPr>
          <a:xfrm>
            <a:off x="7010400" y="0"/>
            <a:ext cx="47532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5CC"/>
              </a:buClr>
              <a:buSzPts val="1800"/>
              <a:buFont typeface="Arial"/>
              <a:buNone/>
              <a:defRPr b="1" i="0" sz="1600" u="none" cap="none" strike="noStrike">
                <a:solidFill>
                  <a:srgbClr val="1955CC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s">
  <p:cSld name="Tasks"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1" name="Google Shape;1091;g2de0fd72278_0_25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2356" y="626052"/>
            <a:ext cx="5605895" cy="560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092" name="Google Shape;1092;g2de0fd72278_0_2578"/>
          <p:cNvSpPr txBox="1"/>
          <p:nvPr>
            <p:ph idx="1" type="body"/>
          </p:nvPr>
        </p:nvSpPr>
        <p:spPr>
          <a:xfrm>
            <a:off x="6657975" y="2059619"/>
            <a:ext cx="4687800" cy="3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grpSp>
        <p:nvGrpSpPr>
          <p:cNvPr id="1093" name="Google Shape;1093;g2de0fd72278_0_2578"/>
          <p:cNvGrpSpPr/>
          <p:nvPr/>
        </p:nvGrpSpPr>
        <p:grpSpPr>
          <a:xfrm>
            <a:off x="7456649" y="0"/>
            <a:ext cx="3090697" cy="1806089"/>
            <a:chOff x="536716" y="-1319"/>
            <a:chExt cx="3976708" cy="2323841"/>
          </a:xfrm>
        </p:grpSpPr>
        <p:sp>
          <p:nvSpPr>
            <p:cNvPr id="1094" name="Google Shape;1094;g2de0fd72278_0_2578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1095" name="Google Shape;1095;g2de0fd72278_0_2578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1096" name="Google Shape;1096;g2de0fd72278_0_2578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097" name="Google Shape;1097;g2de0fd72278_0_2578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098" name="Google Shape;1098;g2de0fd72278_0_2578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099" name="Google Shape;1099;g2de0fd72278_0_2578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1100" name="Google Shape;1100;g2de0fd72278_0_2578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101" name="Google Shape;1101;g2de0fd72278_0_2578"/>
          <p:cNvSpPr txBox="1"/>
          <p:nvPr/>
        </p:nvSpPr>
        <p:spPr>
          <a:xfrm>
            <a:off x="7456663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Tasks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g2de0fd72278_0_2578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3" name="Google Shape;1103;g2de0fd72278_0_2578"/>
          <p:cNvSpPr txBox="1"/>
          <p:nvPr>
            <p:ph idx="2" type="sldNum"/>
          </p:nvPr>
        </p:nvSpPr>
        <p:spPr>
          <a:xfrm>
            <a:off x="5730320" y="6332997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3"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5" name="Google Shape;1105;g2de0fd72278_0_2592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1106" name="Google Shape;1106;g2de0fd72278_0_2592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1107" name="Google Shape;1107;g2de0fd72278_0_2592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1108" name="Google Shape;1108;g2de0fd72278_0_2592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109" name="Google Shape;1109;g2de0fd72278_0_2592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110" name="Google Shape;1110;g2de0fd72278_0_2592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4800" u="none" cap="none" strike="noStrike">
                    <a:solidFill>
                      <a:schemeClr val="lt1"/>
                    </a:solidFill>
                    <a:latin typeface="Quicksand"/>
                    <a:ea typeface="Quicksand"/>
                    <a:cs typeface="Quicksand"/>
                    <a:sym typeface="Quicksand"/>
                  </a:rPr>
                  <a:t>Q &amp; A </a:t>
                </a:r>
                <a:endParaRPr b="1" i="0" sz="4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111" name="Google Shape;1111;g2de0fd72278_0_2592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1112" name="Google Shape;1112;g2de0fd72278_0_2592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">
  <p:cSld name="CUSTOM_2_2"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3f3ba1429e3_0_2696"/>
          <p:cNvSpPr txBox="1"/>
          <p:nvPr/>
        </p:nvSpPr>
        <p:spPr>
          <a:xfrm>
            <a:off x="1122400" y="2754450"/>
            <a:ext cx="4324800" cy="13491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3529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7F"/>
              </a:buClr>
              <a:buSzPts val="4400"/>
              <a:buFont typeface="Fredoka"/>
              <a:buNone/>
            </a:pPr>
            <a:r>
              <a:rPr b="1" i="0" lang="en-US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rPr>
              <a:t>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2" name="Google Shape;1132;g3f3ba1429e3_0_269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94825" y="1310325"/>
            <a:ext cx="6337025" cy="4237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ssion Entry Point with Science background">
  <p:cSld name="Session Entry Point with Science background"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3f3ba1429e3_0_2094"/>
          <p:cNvSpPr/>
          <p:nvPr/>
        </p:nvSpPr>
        <p:spPr>
          <a:xfrm>
            <a:off x="204186" y="173736"/>
            <a:ext cx="11656500" cy="6382500"/>
          </a:xfrm>
          <a:prstGeom prst="rect">
            <a:avLst/>
          </a:prstGeom>
          <a:blipFill rotWithShape="1">
            <a:blip r:embed="rId2">
              <a:alphaModFix amt="7000"/>
            </a:blip>
            <a:tile algn="tl" flip="none" tx="0" sx="99996" ty="0" sy="99996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35" name="Google Shape;1135;g3f3ba1429e3_0_2094"/>
          <p:cNvSpPr txBox="1"/>
          <p:nvPr>
            <p:ph type="title"/>
          </p:nvPr>
        </p:nvSpPr>
        <p:spPr>
          <a:xfrm>
            <a:off x="838200" y="2523046"/>
            <a:ext cx="7754700" cy="6825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3922"/>
              </a:srgbClr>
            </a:outerShdw>
          </a:effectLst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7F"/>
              </a:buClr>
              <a:buSzPts val="4400"/>
              <a:buFont typeface="Fredoka"/>
              <a:buNone/>
              <a:defRPr b="1" i="0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6" name="Google Shape;1136;g3f3ba1429e3_0_2094"/>
          <p:cNvSpPr txBox="1"/>
          <p:nvPr>
            <p:ph idx="1" type="body"/>
          </p:nvPr>
        </p:nvSpPr>
        <p:spPr>
          <a:xfrm>
            <a:off x="838200" y="3077083"/>
            <a:ext cx="7752600" cy="5430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139700">
              <a:schemeClr val="dk1">
                <a:alpha val="14118"/>
              </a:schemeClr>
            </a:outerShdw>
          </a:effectLst>
        </p:spPr>
        <p:txBody>
          <a:bodyPr anchorCtr="0" anchor="t" bIns="0" lIns="0" spcFirstLastPara="1" rIns="0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3f3ba1429e3_0_2098"/>
          <p:cNvSpPr txBox="1"/>
          <p:nvPr/>
        </p:nvSpPr>
        <p:spPr>
          <a:xfrm>
            <a:off x="854675" y="2764213"/>
            <a:ext cx="3810000" cy="7941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3529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7F"/>
              </a:buClr>
              <a:buSzPts val="4400"/>
              <a:buFont typeface="Fredoka"/>
              <a:buNone/>
            </a:pPr>
            <a:r>
              <a:rPr b="1" i="0" lang="en-US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rPr>
              <a:t>ATTENDANCE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9" name="Google Shape;1139;g3f3ba1429e3_0_209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0675" y="1197038"/>
            <a:ext cx="4463924" cy="4463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 this session you will learn...">
  <p:cSld name="In this session you will learn..."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g3f3ba1429e3_0_2101"/>
          <p:cNvSpPr txBox="1"/>
          <p:nvPr>
            <p:ph idx="1" type="body"/>
          </p:nvPr>
        </p:nvSpPr>
        <p:spPr>
          <a:xfrm>
            <a:off x="2022957" y="1116184"/>
            <a:ext cx="91500" cy="3108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142" name="Google Shape;1142;g3f3ba1429e3_0_2101"/>
          <p:cNvSpPr txBox="1"/>
          <p:nvPr/>
        </p:nvSpPr>
        <p:spPr>
          <a:xfrm>
            <a:off x="996843" y="968220"/>
            <a:ext cx="104427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Quicksand"/>
              <a:buNone/>
            </a:pPr>
            <a:r>
              <a:rPr b="1" i="0" lang="en-US" sz="4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IN THIS LESSON YOU WILL…</a:t>
            </a:r>
            <a:endParaRPr b="1" i="0" sz="4800" u="none" cap="none" strike="noStrike">
              <a:solidFill>
                <a:srgbClr val="FC7C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43" name="Google Shape;1143;g3f3ba1429e3_0_2101"/>
          <p:cNvSpPr txBox="1"/>
          <p:nvPr/>
        </p:nvSpPr>
        <p:spPr>
          <a:xfrm>
            <a:off x="1085620" y="597608"/>
            <a:ext cx="33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small" strike="noStrike">
                <a:solidFill>
                  <a:srgbClr val="757070"/>
                </a:solidFill>
                <a:latin typeface="Quicksand"/>
                <a:ea typeface="Quicksand"/>
                <a:cs typeface="Quicksand"/>
                <a:sym typeface="Quicksand"/>
              </a:rPr>
              <a:t>Lesson</a:t>
            </a:r>
            <a:endParaRPr b="1" i="0" sz="2800" u="none" cap="small" strike="noStrike">
              <a:solidFill>
                <a:srgbClr val="75707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44" name="Google Shape;1144;g3f3ba1429e3_0_2101"/>
          <p:cNvSpPr txBox="1"/>
          <p:nvPr>
            <p:ph idx="2" type="body"/>
          </p:nvPr>
        </p:nvSpPr>
        <p:spPr>
          <a:xfrm>
            <a:off x="1871003" y="1667167"/>
            <a:ext cx="8773200" cy="19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Calibri"/>
              <a:buChar char="●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4000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Calibri"/>
              <a:buChar char="●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Char char="●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619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Calibri"/>
              <a:buChar char="●"/>
              <a:defRPr b="0" i="0" sz="1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619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Calibri"/>
              <a:buChar char="●"/>
              <a:defRPr b="0" i="0" sz="1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145" name="Google Shape;1145;g3f3ba1429e3_0_2101"/>
          <p:cNvSpPr txBox="1"/>
          <p:nvPr>
            <p:ph idx="3" type="body"/>
          </p:nvPr>
        </p:nvSpPr>
        <p:spPr>
          <a:xfrm>
            <a:off x="2337773" y="654820"/>
            <a:ext cx="678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Recap">
  <p:cSld name="1_Recap"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7" name="Google Shape;1147;g3f3ba1429e3_0_2107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1148" name="Google Shape;1148;g3f3ba1429e3_0_2107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1149" name="Google Shape;1149;g3f3ba1429e3_0_2107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1150" name="Google Shape;1150;g3f3ba1429e3_0_2107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151" name="Google Shape;1151;g3f3ba1429e3_0_2107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152" name="Google Shape;1152;g3f3ba1429e3_0_2107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153" name="Google Shape;1153;g3f3ba1429e3_0_2107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1154" name="Google Shape;1154;g3f3ba1429e3_0_2107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155" name="Google Shape;1155;g3f3ba1429e3_0_2107"/>
          <p:cNvSpPr txBox="1"/>
          <p:nvPr/>
        </p:nvSpPr>
        <p:spPr>
          <a:xfrm>
            <a:off x="680025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Recap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6" name="Google Shape;1156;g3f3ba1429e3_0_210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309216" y="526820"/>
            <a:ext cx="5309935" cy="5309935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g3f3ba1429e3_0_2107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3f3ba1429e3_0_2119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79"/>
              <a:buFont typeface="Verdana"/>
              <a:buNone/>
              <a:defRPr b="0" i="0" sz="5579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0" name="Google Shape;1160;g3f3ba1429e3_0_2119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161" name="Google Shape;1161;g3f3ba1429e3_0_2119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162" name="Google Shape;1162;g3f3ba1429e3_0_2119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163" name="Google Shape;1163;g3f3ba1429e3_0_2119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gage">
  <p:cSld name="Engage"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5" name="Google Shape;1165;g3f3ba1429e3_0_2125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1166" name="Google Shape;1166;g3f3ba1429e3_0_2125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1167" name="Google Shape;1167;g3f3ba1429e3_0_2125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1168" name="Google Shape;1168;g3f3ba1429e3_0_2125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169" name="Google Shape;1169;g3f3ba1429e3_0_2125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170" name="Google Shape;1170;g3f3ba1429e3_0_2125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171" name="Google Shape;1171;g3f3ba1429e3_0_2125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1172" name="Google Shape;1172;g3f3ba1429e3_0_2125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173" name="Google Shape;1173;g3f3ba1429e3_0_2125"/>
          <p:cNvSpPr txBox="1"/>
          <p:nvPr/>
        </p:nvSpPr>
        <p:spPr>
          <a:xfrm>
            <a:off x="680025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Engage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4" name="Google Shape;1174;g3f3ba1429e3_0_2125"/>
          <p:cNvGrpSpPr/>
          <p:nvPr/>
        </p:nvGrpSpPr>
        <p:grpSpPr>
          <a:xfrm>
            <a:off x="5346784" y="1129383"/>
            <a:ext cx="4318845" cy="2583681"/>
            <a:chOff x="5320151" y="896335"/>
            <a:chExt cx="4318845" cy="2583681"/>
          </a:xfrm>
        </p:grpSpPr>
        <p:sp>
          <p:nvSpPr>
            <p:cNvPr id="1175" name="Google Shape;1175;g3f3ba1429e3_0_2125"/>
            <p:cNvSpPr/>
            <p:nvPr/>
          </p:nvSpPr>
          <p:spPr>
            <a:xfrm>
              <a:off x="5320151" y="896335"/>
              <a:ext cx="4318845" cy="2583681"/>
            </a:xfrm>
            <a:custGeom>
              <a:rect b="b" l="l" r="r" t="t"/>
              <a:pathLst>
                <a:path extrusionOk="0" h="2583681" w="4318845">
                  <a:moveTo>
                    <a:pt x="1860346" y="563615"/>
                  </a:moveTo>
                  <a:cubicBezTo>
                    <a:pt x="1364834" y="534709"/>
                    <a:pt x="846325" y="242437"/>
                    <a:pt x="360319" y="524302"/>
                  </a:cubicBezTo>
                  <a:cubicBezTo>
                    <a:pt x="-4410" y="735894"/>
                    <a:pt x="-58240" y="1151112"/>
                    <a:pt x="49034" y="1539994"/>
                  </a:cubicBezTo>
                  <a:cubicBezTo>
                    <a:pt x="329614" y="2561467"/>
                    <a:pt x="1900686" y="2734774"/>
                    <a:pt x="2785466" y="2477832"/>
                  </a:cubicBezTo>
                  <a:cubicBezTo>
                    <a:pt x="3702749" y="2212540"/>
                    <a:pt x="4737325" y="1304121"/>
                    <a:pt x="4144303" y="379772"/>
                  </a:cubicBezTo>
                  <a:cubicBezTo>
                    <a:pt x="3900208" y="-1144"/>
                    <a:pt x="3474070" y="-68334"/>
                    <a:pt x="3009391" y="58595"/>
                  </a:cubicBezTo>
                  <a:cubicBezTo>
                    <a:pt x="2614599" y="165226"/>
                    <a:pt x="2248714" y="586225"/>
                    <a:pt x="1860346" y="56361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76" name="Google Shape;1176;g3f3ba1429e3_0_2125"/>
            <p:cNvSpPr/>
            <p:nvPr/>
          </p:nvSpPr>
          <p:spPr>
            <a:xfrm>
              <a:off x="5320151" y="896335"/>
              <a:ext cx="4318845" cy="2583681"/>
            </a:xfrm>
            <a:custGeom>
              <a:rect b="b" l="l" r="r" t="t"/>
              <a:pathLst>
                <a:path extrusionOk="0" h="2583681" w="4318845">
                  <a:moveTo>
                    <a:pt x="1860346" y="563615"/>
                  </a:moveTo>
                  <a:cubicBezTo>
                    <a:pt x="1364834" y="534709"/>
                    <a:pt x="846325" y="242437"/>
                    <a:pt x="360319" y="524302"/>
                  </a:cubicBezTo>
                  <a:cubicBezTo>
                    <a:pt x="-4410" y="735894"/>
                    <a:pt x="-58240" y="1151112"/>
                    <a:pt x="49034" y="1539994"/>
                  </a:cubicBezTo>
                  <a:cubicBezTo>
                    <a:pt x="329614" y="2561467"/>
                    <a:pt x="1900686" y="2734774"/>
                    <a:pt x="2785466" y="2477832"/>
                  </a:cubicBezTo>
                  <a:cubicBezTo>
                    <a:pt x="3702749" y="2212540"/>
                    <a:pt x="4737325" y="1304121"/>
                    <a:pt x="4144303" y="379772"/>
                  </a:cubicBezTo>
                  <a:cubicBezTo>
                    <a:pt x="3900208" y="-1144"/>
                    <a:pt x="3474070" y="-68334"/>
                    <a:pt x="3009391" y="58595"/>
                  </a:cubicBezTo>
                  <a:cubicBezTo>
                    <a:pt x="2614599" y="165226"/>
                    <a:pt x="2248714" y="586225"/>
                    <a:pt x="1860346" y="563615"/>
                  </a:cubicBezTo>
                  <a:close/>
                </a:path>
              </a:pathLst>
            </a:custGeom>
            <a:solidFill>
              <a:srgbClr val="FFFFFF">
                <a:alpha val="8902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1177" name="Google Shape;1177;g3f3ba1429e3_0_2125"/>
          <p:cNvGrpSpPr/>
          <p:nvPr/>
        </p:nvGrpSpPr>
        <p:grpSpPr>
          <a:xfrm>
            <a:off x="8020375" y="1479739"/>
            <a:ext cx="1344658" cy="4110296"/>
            <a:chOff x="7993742" y="1246691"/>
            <a:chExt cx="1344658" cy="4110296"/>
          </a:xfrm>
        </p:grpSpPr>
        <p:sp>
          <p:nvSpPr>
            <p:cNvPr id="1178" name="Google Shape;1178;g3f3ba1429e3_0_2125"/>
            <p:cNvSpPr/>
            <p:nvPr/>
          </p:nvSpPr>
          <p:spPr>
            <a:xfrm>
              <a:off x="8617716" y="1305764"/>
              <a:ext cx="120606" cy="214213"/>
            </a:xfrm>
            <a:custGeom>
              <a:rect b="b" l="l" r="r" t="t"/>
              <a:pathLst>
                <a:path extrusionOk="0" h="214213" w="120606">
                  <a:moveTo>
                    <a:pt x="50604" y="201848"/>
                  </a:moveTo>
                  <a:cubicBezTo>
                    <a:pt x="23239" y="174484"/>
                    <a:pt x="-29434" y="70807"/>
                    <a:pt x="21055" y="21988"/>
                  </a:cubicBezTo>
                  <a:cubicBezTo>
                    <a:pt x="71544" y="-26831"/>
                    <a:pt x="116509" y="17492"/>
                    <a:pt x="119978" y="41259"/>
                  </a:cubicBezTo>
                  <a:cubicBezTo>
                    <a:pt x="123447" y="65026"/>
                    <a:pt x="114197" y="265312"/>
                    <a:pt x="50604" y="20184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79" name="Google Shape;1179;g3f3ba1429e3_0_2125"/>
            <p:cNvSpPr/>
            <p:nvPr/>
          </p:nvSpPr>
          <p:spPr>
            <a:xfrm>
              <a:off x="8510814" y="4971832"/>
              <a:ext cx="145942" cy="266191"/>
            </a:xfrm>
            <a:custGeom>
              <a:rect b="b" l="l" r="r" t="t"/>
              <a:pathLst>
                <a:path extrusionOk="0" h="266191" w="145942">
                  <a:moveTo>
                    <a:pt x="145943" y="265164"/>
                  </a:moveTo>
                  <a:lnTo>
                    <a:pt x="31218" y="266192"/>
                  </a:lnTo>
                  <a:lnTo>
                    <a:pt x="0" y="1028"/>
                  </a:lnTo>
                  <a:lnTo>
                    <a:pt x="114596" y="0"/>
                  </a:lnTo>
                  <a:lnTo>
                    <a:pt x="145943" y="265164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80" name="Google Shape;1180;g3f3ba1429e3_0_2125"/>
            <p:cNvSpPr/>
            <p:nvPr/>
          </p:nvSpPr>
          <p:spPr>
            <a:xfrm>
              <a:off x="8299416" y="5223635"/>
              <a:ext cx="409052" cy="133352"/>
            </a:xfrm>
            <a:custGeom>
              <a:rect b="b" l="l" r="r" t="t"/>
              <a:pathLst>
                <a:path extrusionOk="0" h="133352" w="409052">
                  <a:moveTo>
                    <a:pt x="242488" y="1157"/>
                  </a:moveTo>
                  <a:lnTo>
                    <a:pt x="367619" y="0"/>
                  </a:lnTo>
                  <a:cubicBezTo>
                    <a:pt x="372360" y="64"/>
                    <a:pt x="376509" y="3186"/>
                    <a:pt x="377897" y="7708"/>
                  </a:cubicBezTo>
                  <a:lnTo>
                    <a:pt x="408216" y="109329"/>
                  </a:lnTo>
                  <a:cubicBezTo>
                    <a:pt x="410991" y="117461"/>
                    <a:pt x="406636" y="126287"/>
                    <a:pt x="398516" y="129062"/>
                  </a:cubicBezTo>
                  <a:cubicBezTo>
                    <a:pt x="396795" y="129640"/>
                    <a:pt x="394996" y="129923"/>
                    <a:pt x="393185" y="129884"/>
                  </a:cubicBezTo>
                  <a:cubicBezTo>
                    <a:pt x="348091" y="129884"/>
                    <a:pt x="282571" y="127443"/>
                    <a:pt x="226173" y="127957"/>
                  </a:cubicBezTo>
                  <a:cubicBezTo>
                    <a:pt x="159881" y="127957"/>
                    <a:pt x="130333" y="132582"/>
                    <a:pt x="52480" y="133353"/>
                  </a:cubicBezTo>
                  <a:cubicBezTo>
                    <a:pt x="5459" y="133353"/>
                    <a:pt x="-11756" y="86333"/>
                    <a:pt x="8157" y="81965"/>
                  </a:cubicBezTo>
                  <a:cubicBezTo>
                    <a:pt x="96417" y="61538"/>
                    <a:pt x="142024" y="58840"/>
                    <a:pt x="215895" y="10407"/>
                  </a:cubicBezTo>
                  <a:cubicBezTo>
                    <a:pt x="223667" y="4792"/>
                    <a:pt x="232917" y="1580"/>
                    <a:pt x="242488" y="115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81" name="Google Shape;1181;g3f3ba1429e3_0_2125"/>
            <p:cNvSpPr/>
            <p:nvPr/>
          </p:nvSpPr>
          <p:spPr>
            <a:xfrm>
              <a:off x="8510814" y="4971960"/>
              <a:ext cx="130783" cy="137720"/>
            </a:xfrm>
            <a:custGeom>
              <a:rect b="b" l="l" r="r" t="t"/>
              <a:pathLst>
                <a:path extrusionOk="0" h="137720" w="130783">
                  <a:moveTo>
                    <a:pt x="0" y="1028"/>
                  </a:moveTo>
                  <a:lnTo>
                    <a:pt x="16187" y="137721"/>
                  </a:lnTo>
                  <a:lnTo>
                    <a:pt x="130783" y="136693"/>
                  </a:lnTo>
                  <a:lnTo>
                    <a:pt x="114724" y="0"/>
                  </a:lnTo>
                  <a:lnTo>
                    <a:pt x="0" y="1028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82" name="Google Shape;1182;g3f3ba1429e3_0_2125"/>
            <p:cNvSpPr/>
            <p:nvPr/>
          </p:nvSpPr>
          <p:spPr>
            <a:xfrm>
              <a:off x="8461219" y="5216393"/>
              <a:ext cx="72216" cy="28944"/>
            </a:xfrm>
            <a:custGeom>
              <a:rect b="b" l="l" r="r" t="t"/>
              <a:pathLst>
                <a:path extrusionOk="0" h="28944" w="72216">
                  <a:moveTo>
                    <a:pt x="33279" y="28825"/>
                  </a:moveTo>
                  <a:cubicBezTo>
                    <a:pt x="45651" y="28606"/>
                    <a:pt x="57958" y="27103"/>
                    <a:pt x="70022" y="24328"/>
                  </a:cubicBezTo>
                  <a:cubicBezTo>
                    <a:pt x="71191" y="24161"/>
                    <a:pt x="72103" y="23198"/>
                    <a:pt x="72206" y="22016"/>
                  </a:cubicBezTo>
                  <a:cubicBezTo>
                    <a:pt x="72308" y="20885"/>
                    <a:pt x="71692" y="19806"/>
                    <a:pt x="70664" y="19318"/>
                  </a:cubicBezTo>
                  <a:cubicBezTo>
                    <a:pt x="65268" y="16620"/>
                    <a:pt x="17092" y="-6377"/>
                    <a:pt x="3859" y="1717"/>
                  </a:cubicBezTo>
                  <a:cubicBezTo>
                    <a:pt x="1367" y="3310"/>
                    <a:pt x="-98" y="6085"/>
                    <a:pt x="5" y="9040"/>
                  </a:cubicBezTo>
                  <a:cubicBezTo>
                    <a:pt x="-59" y="14051"/>
                    <a:pt x="2228" y="18804"/>
                    <a:pt x="6172" y="21887"/>
                  </a:cubicBezTo>
                  <a:cubicBezTo>
                    <a:pt x="14201" y="27103"/>
                    <a:pt x="23734" y="29531"/>
                    <a:pt x="33279" y="28825"/>
                  </a:cubicBezTo>
                  <a:close/>
                  <a:moveTo>
                    <a:pt x="60772" y="20602"/>
                  </a:moveTo>
                  <a:cubicBezTo>
                    <a:pt x="35977" y="24970"/>
                    <a:pt x="17092" y="24071"/>
                    <a:pt x="9384" y="17905"/>
                  </a:cubicBezTo>
                  <a:cubicBezTo>
                    <a:pt x="6673" y="15785"/>
                    <a:pt x="5183" y="12470"/>
                    <a:pt x="5401" y="9040"/>
                  </a:cubicBezTo>
                  <a:cubicBezTo>
                    <a:pt x="5247" y="7961"/>
                    <a:pt x="5748" y="6895"/>
                    <a:pt x="6685" y="6342"/>
                  </a:cubicBezTo>
                  <a:cubicBezTo>
                    <a:pt x="13880" y="1974"/>
                    <a:pt x="41116" y="12252"/>
                    <a:pt x="60772" y="20602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83" name="Google Shape;1183;g3f3ba1429e3_0_2125"/>
            <p:cNvSpPr/>
            <p:nvPr/>
          </p:nvSpPr>
          <p:spPr>
            <a:xfrm>
              <a:off x="8487342" y="5189837"/>
              <a:ext cx="46031" cy="51655"/>
            </a:xfrm>
            <a:custGeom>
              <a:rect b="b" l="l" r="r" t="t"/>
              <a:pathLst>
                <a:path extrusionOk="0" h="51655" w="46031">
                  <a:moveTo>
                    <a:pt x="43385" y="51656"/>
                  </a:moveTo>
                  <a:cubicBezTo>
                    <a:pt x="43989" y="51617"/>
                    <a:pt x="44580" y="51386"/>
                    <a:pt x="45055" y="51013"/>
                  </a:cubicBezTo>
                  <a:cubicBezTo>
                    <a:pt x="45851" y="50422"/>
                    <a:pt x="46198" y="49408"/>
                    <a:pt x="45954" y="48444"/>
                  </a:cubicBezTo>
                  <a:cubicBezTo>
                    <a:pt x="45954" y="46388"/>
                    <a:pt x="36961" y="-2945"/>
                    <a:pt x="9726" y="139"/>
                  </a:cubicBezTo>
                  <a:cubicBezTo>
                    <a:pt x="2531" y="909"/>
                    <a:pt x="476" y="4635"/>
                    <a:pt x="90" y="7462"/>
                  </a:cubicBezTo>
                  <a:cubicBezTo>
                    <a:pt x="-1837" y="20309"/>
                    <a:pt x="27583" y="45232"/>
                    <a:pt x="42229" y="51399"/>
                  </a:cubicBezTo>
                  <a:close/>
                  <a:moveTo>
                    <a:pt x="12038" y="5406"/>
                  </a:moveTo>
                  <a:cubicBezTo>
                    <a:pt x="28482" y="5406"/>
                    <a:pt x="36705" y="32256"/>
                    <a:pt x="39531" y="43947"/>
                  </a:cubicBezTo>
                  <a:cubicBezTo>
                    <a:pt x="24371" y="35468"/>
                    <a:pt x="4330" y="15941"/>
                    <a:pt x="5486" y="8232"/>
                  </a:cubicBezTo>
                  <a:cubicBezTo>
                    <a:pt x="5486" y="8232"/>
                    <a:pt x="5486" y="6049"/>
                    <a:pt x="10368" y="553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84" name="Google Shape;1184;g3f3ba1429e3_0_2125"/>
            <p:cNvSpPr/>
            <p:nvPr/>
          </p:nvSpPr>
          <p:spPr>
            <a:xfrm>
              <a:off x="7993742" y="1838039"/>
              <a:ext cx="581950" cy="492687"/>
            </a:xfrm>
            <a:custGeom>
              <a:rect b="b" l="l" r="r" t="t"/>
              <a:pathLst>
                <a:path extrusionOk="0" h="492687" w="581950">
                  <a:moveTo>
                    <a:pt x="581951" y="248591"/>
                  </a:moveTo>
                  <a:lnTo>
                    <a:pt x="570131" y="261438"/>
                  </a:lnTo>
                  <a:lnTo>
                    <a:pt x="559083" y="272358"/>
                  </a:lnTo>
                  <a:cubicBezTo>
                    <a:pt x="551760" y="279553"/>
                    <a:pt x="544180" y="286362"/>
                    <a:pt x="536600" y="293042"/>
                  </a:cubicBezTo>
                  <a:cubicBezTo>
                    <a:pt x="521531" y="306570"/>
                    <a:pt x="506114" y="319417"/>
                    <a:pt x="490351" y="331584"/>
                  </a:cubicBezTo>
                  <a:cubicBezTo>
                    <a:pt x="458554" y="356854"/>
                    <a:pt x="425075" y="379953"/>
                    <a:pt x="390143" y="400701"/>
                  </a:cubicBezTo>
                  <a:cubicBezTo>
                    <a:pt x="372543" y="411107"/>
                    <a:pt x="354429" y="420999"/>
                    <a:pt x="336057" y="430378"/>
                  </a:cubicBezTo>
                  <a:cubicBezTo>
                    <a:pt x="317686" y="439756"/>
                    <a:pt x="298286" y="447850"/>
                    <a:pt x="278759" y="456072"/>
                  </a:cubicBezTo>
                  <a:cubicBezTo>
                    <a:pt x="238715" y="472054"/>
                    <a:pt x="197000" y="483462"/>
                    <a:pt x="154399" y="490117"/>
                  </a:cubicBezTo>
                  <a:lnTo>
                    <a:pt x="144892" y="491530"/>
                  </a:lnTo>
                  <a:cubicBezTo>
                    <a:pt x="138713" y="492326"/>
                    <a:pt x="132495" y="492712"/>
                    <a:pt x="126264" y="492686"/>
                  </a:cubicBezTo>
                  <a:cubicBezTo>
                    <a:pt x="111952" y="492558"/>
                    <a:pt x="97795" y="489770"/>
                    <a:pt x="84511" y="484464"/>
                  </a:cubicBezTo>
                  <a:cubicBezTo>
                    <a:pt x="71330" y="479171"/>
                    <a:pt x="59266" y="471463"/>
                    <a:pt x="48925" y="461725"/>
                  </a:cubicBezTo>
                  <a:cubicBezTo>
                    <a:pt x="40689" y="453875"/>
                    <a:pt x="33521" y="444972"/>
                    <a:pt x="27598" y="435260"/>
                  </a:cubicBezTo>
                  <a:cubicBezTo>
                    <a:pt x="19389" y="421166"/>
                    <a:pt x="13210" y="405981"/>
                    <a:pt x="9227" y="390166"/>
                  </a:cubicBezTo>
                  <a:cubicBezTo>
                    <a:pt x="6118" y="377923"/>
                    <a:pt x="3831" y="365474"/>
                    <a:pt x="2418" y="352910"/>
                  </a:cubicBezTo>
                  <a:cubicBezTo>
                    <a:pt x="80" y="331198"/>
                    <a:pt x="-563" y="309332"/>
                    <a:pt x="491" y="287518"/>
                  </a:cubicBezTo>
                  <a:cubicBezTo>
                    <a:pt x="1390" y="266706"/>
                    <a:pt x="3060" y="246664"/>
                    <a:pt x="5373" y="227008"/>
                  </a:cubicBezTo>
                  <a:cubicBezTo>
                    <a:pt x="10255" y="187568"/>
                    <a:pt x="17192" y="149926"/>
                    <a:pt x="25671" y="111384"/>
                  </a:cubicBezTo>
                  <a:cubicBezTo>
                    <a:pt x="34150" y="72843"/>
                    <a:pt x="43785" y="37257"/>
                    <a:pt x="56247" y="0"/>
                  </a:cubicBezTo>
                  <a:lnTo>
                    <a:pt x="140653" y="16701"/>
                  </a:lnTo>
                  <a:cubicBezTo>
                    <a:pt x="137569" y="88902"/>
                    <a:pt x="134101" y="162901"/>
                    <a:pt x="136413" y="232789"/>
                  </a:cubicBezTo>
                  <a:cubicBezTo>
                    <a:pt x="136837" y="265241"/>
                    <a:pt x="140280" y="297590"/>
                    <a:pt x="146691" y="329400"/>
                  </a:cubicBezTo>
                  <a:cubicBezTo>
                    <a:pt x="147963" y="335271"/>
                    <a:pt x="149723" y="341039"/>
                    <a:pt x="151958" y="346615"/>
                  </a:cubicBezTo>
                  <a:cubicBezTo>
                    <a:pt x="153757" y="350983"/>
                    <a:pt x="155941" y="353681"/>
                    <a:pt x="155812" y="352524"/>
                  </a:cubicBezTo>
                  <a:cubicBezTo>
                    <a:pt x="155067" y="350572"/>
                    <a:pt x="153885" y="348812"/>
                    <a:pt x="152344" y="347385"/>
                  </a:cubicBezTo>
                  <a:cubicBezTo>
                    <a:pt x="148849" y="344007"/>
                    <a:pt x="144751" y="341309"/>
                    <a:pt x="140267" y="339420"/>
                  </a:cubicBezTo>
                  <a:cubicBezTo>
                    <a:pt x="135655" y="337480"/>
                    <a:pt x="130748" y="336311"/>
                    <a:pt x="125750" y="335952"/>
                  </a:cubicBezTo>
                  <a:cubicBezTo>
                    <a:pt x="123438" y="335952"/>
                    <a:pt x="122410" y="335952"/>
                    <a:pt x="120997" y="335952"/>
                  </a:cubicBezTo>
                  <a:lnTo>
                    <a:pt x="122410" y="335952"/>
                  </a:lnTo>
                  <a:lnTo>
                    <a:pt x="125108" y="335181"/>
                  </a:lnTo>
                  <a:cubicBezTo>
                    <a:pt x="155542" y="327370"/>
                    <a:pt x="185142" y="316604"/>
                    <a:pt x="213496" y="303063"/>
                  </a:cubicBezTo>
                  <a:cubicBezTo>
                    <a:pt x="243160" y="288751"/>
                    <a:pt x="271873" y="272525"/>
                    <a:pt x="299443" y="254501"/>
                  </a:cubicBezTo>
                  <a:cubicBezTo>
                    <a:pt x="327321" y="236001"/>
                    <a:pt x="354814" y="215960"/>
                    <a:pt x="381279" y="194762"/>
                  </a:cubicBezTo>
                  <a:cubicBezTo>
                    <a:pt x="394126" y="184227"/>
                    <a:pt x="407615" y="173179"/>
                    <a:pt x="419820" y="162002"/>
                  </a:cubicBezTo>
                  <a:lnTo>
                    <a:pt x="438577" y="145044"/>
                  </a:lnTo>
                  <a:lnTo>
                    <a:pt x="447570" y="136693"/>
                  </a:lnTo>
                  <a:lnTo>
                    <a:pt x="455407" y="129242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85" name="Google Shape;1185;g3f3ba1429e3_0_2125"/>
            <p:cNvSpPr/>
            <p:nvPr/>
          </p:nvSpPr>
          <p:spPr>
            <a:xfrm>
              <a:off x="8256827" y="1917741"/>
              <a:ext cx="387059" cy="415297"/>
            </a:xfrm>
            <a:custGeom>
              <a:rect b="b" l="l" r="r" t="t"/>
              <a:pathLst>
                <a:path extrusionOk="0" h="415297" w="387059">
                  <a:moveTo>
                    <a:pt x="386826" y="123539"/>
                  </a:moveTo>
                  <a:cubicBezTo>
                    <a:pt x="382458" y="2391"/>
                    <a:pt x="283022" y="-39747"/>
                    <a:pt x="158405" y="42860"/>
                  </a:cubicBezTo>
                  <a:cubicBezTo>
                    <a:pt x="103471" y="77688"/>
                    <a:pt x="50579" y="115651"/>
                    <a:pt x="0" y="156556"/>
                  </a:cubicBezTo>
                  <a:lnTo>
                    <a:pt x="80552" y="415297"/>
                  </a:lnTo>
                  <a:cubicBezTo>
                    <a:pt x="80552" y="415297"/>
                    <a:pt x="234717" y="366350"/>
                    <a:pt x="323875" y="270253"/>
                  </a:cubicBezTo>
                  <a:cubicBezTo>
                    <a:pt x="383871" y="204990"/>
                    <a:pt x="388368" y="164779"/>
                    <a:pt x="386826" y="12353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86" name="Google Shape;1186;g3f3ba1429e3_0_2125"/>
            <p:cNvSpPr/>
            <p:nvPr/>
          </p:nvSpPr>
          <p:spPr>
            <a:xfrm>
              <a:off x="8391208" y="2092925"/>
              <a:ext cx="105346" cy="219428"/>
            </a:xfrm>
            <a:custGeom>
              <a:rect b="b" l="l" r="r" t="t"/>
              <a:pathLst>
                <a:path extrusionOk="0" h="219428" w="105346">
                  <a:moveTo>
                    <a:pt x="100722" y="0"/>
                  </a:moveTo>
                  <a:cubicBezTo>
                    <a:pt x="100722" y="0"/>
                    <a:pt x="26337" y="106374"/>
                    <a:pt x="0" y="219428"/>
                  </a:cubicBezTo>
                  <a:cubicBezTo>
                    <a:pt x="36576" y="203832"/>
                    <a:pt x="71803" y="185268"/>
                    <a:pt x="105346" y="163929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87" name="Google Shape;1187;g3f3ba1429e3_0_2125"/>
            <p:cNvSpPr/>
            <p:nvPr/>
          </p:nvSpPr>
          <p:spPr>
            <a:xfrm>
              <a:off x="8038469" y="1759929"/>
              <a:ext cx="134852" cy="133224"/>
            </a:xfrm>
            <a:custGeom>
              <a:rect b="b" l="l" r="r" t="t"/>
              <a:pathLst>
                <a:path extrusionOk="0" h="133224" w="134852">
                  <a:moveTo>
                    <a:pt x="91686" y="133224"/>
                  </a:moveTo>
                  <a:lnTo>
                    <a:pt x="134852" y="35715"/>
                  </a:lnTo>
                  <a:lnTo>
                    <a:pt x="12676" y="0"/>
                  </a:lnTo>
                  <a:cubicBezTo>
                    <a:pt x="12676" y="0"/>
                    <a:pt x="-8264" y="46635"/>
                    <a:pt x="3684" y="126672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88" name="Google Shape;1188;g3f3ba1429e3_0_2125"/>
            <p:cNvSpPr/>
            <p:nvPr/>
          </p:nvSpPr>
          <p:spPr>
            <a:xfrm>
              <a:off x="8051145" y="1681305"/>
              <a:ext cx="135151" cy="114339"/>
            </a:xfrm>
            <a:custGeom>
              <a:rect b="b" l="l" r="r" t="t"/>
              <a:pathLst>
                <a:path extrusionOk="0" h="114339" w="135151">
                  <a:moveTo>
                    <a:pt x="135152" y="0"/>
                  </a:moveTo>
                  <a:lnTo>
                    <a:pt x="28906" y="12719"/>
                  </a:lnTo>
                  <a:lnTo>
                    <a:pt x="0" y="78624"/>
                  </a:lnTo>
                  <a:lnTo>
                    <a:pt x="122176" y="114339"/>
                  </a:lnTo>
                  <a:lnTo>
                    <a:pt x="135152" y="0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89" name="Google Shape;1189;g3f3ba1429e3_0_2125"/>
            <p:cNvSpPr/>
            <p:nvPr/>
          </p:nvSpPr>
          <p:spPr>
            <a:xfrm>
              <a:off x="8404306" y="2912313"/>
              <a:ext cx="440661" cy="2131076"/>
            </a:xfrm>
            <a:custGeom>
              <a:rect b="b" l="l" r="r" t="t"/>
              <a:pathLst>
                <a:path extrusionOk="0" h="2131076" w="440661">
                  <a:moveTo>
                    <a:pt x="88394" y="7194"/>
                  </a:moveTo>
                  <a:cubicBezTo>
                    <a:pt x="88394" y="7194"/>
                    <a:pt x="9513" y="668306"/>
                    <a:pt x="777" y="1022115"/>
                  </a:cubicBezTo>
                  <a:cubicBezTo>
                    <a:pt x="-8216" y="1389671"/>
                    <a:pt x="63856" y="2131077"/>
                    <a:pt x="63856" y="2131077"/>
                  </a:cubicBezTo>
                  <a:lnTo>
                    <a:pt x="270823" y="2126709"/>
                  </a:lnTo>
                  <a:cubicBezTo>
                    <a:pt x="270823" y="2126709"/>
                    <a:pt x="295746" y="1333015"/>
                    <a:pt x="325808" y="969314"/>
                  </a:cubicBezTo>
                  <a:cubicBezTo>
                    <a:pt x="358440" y="572852"/>
                    <a:pt x="440661" y="0"/>
                    <a:pt x="440661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90" name="Google Shape;1190;g3f3ba1429e3_0_2125"/>
            <p:cNvSpPr/>
            <p:nvPr/>
          </p:nvSpPr>
          <p:spPr>
            <a:xfrm>
              <a:off x="8404306" y="2912313"/>
              <a:ext cx="440661" cy="2131076"/>
            </a:xfrm>
            <a:custGeom>
              <a:rect b="b" l="l" r="r" t="t"/>
              <a:pathLst>
                <a:path extrusionOk="0" h="2131076" w="440661">
                  <a:moveTo>
                    <a:pt x="88394" y="7194"/>
                  </a:moveTo>
                  <a:cubicBezTo>
                    <a:pt x="88394" y="7194"/>
                    <a:pt x="9513" y="668306"/>
                    <a:pt x="777" y="1022115"/>
                  </a:cubicBezTo>
                  <a:cubicBezTo>
                    <a:pt x="-8216" y="1389671"/>
                    <a:pt x="63856" y="2131077"/>
                    <a:pt x="63856" y="2131077"/>
                  </a:cubicBezTo>
                  <a:lnTo>
                    <a:pt x="270823" y="2126709"/>
                  </a:lnTo>
                  <a:cubicBezTo>
                    <a:pt x="270823" y="2126709"/>
                    <a:pt x="295746" y="1333015"/>
                    <a:pt x="325808" y="969314"/>
                  </a:cubicBezTo>
                  <a:cubicBezTo>
                    <a:pt x="358440" y="572852"/>
                    <a:pt x="440661" y="0"/>
                    <a:pt x="440661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91" name="Google Shape;1191;g3f3ba1429e3_0_2125"/>
            <p:cNvSpPr/>
            <p:nvPr/>
          </p:nvSpPr>
          <p:spPr>
            <a:xfrm>
              <a:off x="8677205" y="3056349"/>
              <a:ext cx="144252" cy="904929"/>
            </a:xfrm>
            <a:custGeom>
              <a:rect b="b" l="l" r="r" t="t"/>
              <a:pathLst>
                <a:path extrusionOk="0" h="904929" w="144252">
                  <a:moveTo>
                    <a:pt x="62031" y="50341"/>
                  </a:moveTo>
                  <a:cubicBezTo>
                    <a:pt x="-30468" y="254224"/>
                    <a:pt x="-5673" y="709654"/>
                    <a:pt x="46871" y="904930"/>
                  </a:cubicBezTo>
                  <a:cubicBezTo>
                    <a:pt x="48798" y="876538"/>
                    <a:pt x="50854" y="849687"/>
                    <a:pt x="52909" y="824892"/>
                  </a:cubicBezTo>
                  <a:cubicBezTo>
                    <a:pt x="74364" y="563582"/>
                    <a:pt x="117145" y="225832"/>
                    <a:pt x="144252" y="25803"/>
                  </a:cubicBezTo>
                  <a:cubicBezTo>
                    <a:pt x="119072" y="-10683"/>
                    <a:pt x="90937" y="-13509"/>
                    <a:pt x="62031" y="5034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92" name="Google Shape;1192;g3f3ba1429e3_0_2125"/>
            <p:cNvSpPr/>
            <p:nvPr/>
          </p:nvSpPr>
          <p:spPr>
            <a:xfrm>
              <a:off x="8439256" y="4971318"/>
              <a:ext cx="261309" cy="81450"/>
            </a:xfrm>
            <a:custGeom>
              <a:rect b="b" l="l" r="r" t="t"/>
              <a:pathLst>
                <a:path extrusionOk="0" h="81450" w="261309">
                  <a:moveTo>
                    <a:pt x="261310" y="76569"/>
                  </a:moveTo>
                  <a:lnTo>
                    <a:pt x="17986" y="81451"/>
                  </a:lnTo>
                  <a:lnTo>
                    <a:pt x="0" y="642"/>
                  </a:lnTo>
                  <a:lnTo>
                    <a:pt x="258355" y="0"/>
                  </a:lnTo>
                  <a:lnTo>
                    <a:pt x="261310" y="76569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93" name="Google Shape;1193;g3f3ba1429e3_0_2125"/>
            <p:cNvSpPr/>
            <p:nvPr/>
          </p:nvSpPr>
          <p:spPr>
            <a:xfrm>
              <a:off x="9022129" y="4971832"/>
              <a:ext cx="145814" cy="266191"/>
            </a:xfrm>
            <a:custGeom>
              <a:rect b="b" l="l" r="r" t="t"/>
              <a:pathLst>
                <a:path extrusionOk="0" h="266191" w="145814">
                  <a:moveTo>
                    <a:pt x="145815" y="265164"/>
                  </a:moveTo>
                  <a:lnTo>
                    <a:pt x="31218" y="266192"/>
                  </a:lnTo>
                  <a:lnTo>
                    <a:pt x="0" y="1028"/>
                  </a:lnTo>
                  <a:lnTo>
                    <a:pt x="114596" y="0"/>
                  </a:lnTo>
                  <a:lnTo>
                    <a:pt x="145815" y="265164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94" name="Google Shape;1194;g3f3ba1429e3_0_2125"/>
            <p:cNvSpPr/>
            <p:nvPr/>
          </p:nvSpPr>
          <p:spPr>
            <a:xfrm>
              <a:off x="8810731" y="5223635"/>
              <a:ext cx="409000" cy="133352"/>
            </a:xfrm>
            <a:custGeom>
              <a:rect b="b" l="l" r="r" t="t"/>
              <a:pathLst>
                <a:path extrusionOk="0" h="133352" w="409000">
                  <a:moveTo>
                    <a:pt x="242360" y="1157"/>
                  </a:moveTo>
                  <a:lnTo>
                    <a:pt x="367619" y="0"/>
                  </a:lnTo>
                  <a:cubicBezTo>
                    <a:pt x="372334" y="103"/>
                    <a:pt x="376471" y="3212"/>
                    <a:pt x="377897" y="7708"/>
                  </a:cubicBezTo>
                  <a:lnTo>
                    <a:pt x="408216" y="109329"/>
                  </a:lnTo>
                  <a:cubicBezTo>
                    <a:pt x="410914" y="117551"/>
                    <a:pt x="406430" y="126403"/>
                    <a:pt x="398208" y="129101"/>
                  </a:cubicBezTo>
                  <a:cubicBezTo>
                    <a:pt x="396589" y="129640"/>
                    <a:pt x="394893" y="129897"/>
                    <a:pt x="393185" y="129884"/>
                  </a:cubicBezTo>
                  <a:cubicBezTo>
                    <a:pt x="347963" y="129884"/>
                    <a:pt x="282571" y="127443"/>
                    <a:pt x="226172" y="127957"/>
                  </a:cubicBezTo>
                  <a:cubicBezTo>
                    <a:pt x="159881" y="127957"/>
                    <a:pt x="130204" y="132582"/>
                    <a:pt x="52480" y="133353"/>
                  </a:cubicBezTo>
                  <a:cubicBezTo>
                    <a:pt x="5459" y="133353"/>
                    <a:pt x="-11756" y="86333"/>
                    <a:pt x="8157" y="81965"/>
                  </a:cubicBezTo>
                  <a:cubicBezTo>
                    <a:pt x="96288" y="61538"/>
                    <a:pt x="141895" y="58840"/>
                    <a:pt x="215895" y="10407"/>
                  </a:cubicBezTo>
                  <a:cubicBezTo>
                    <a:pt x="223629" y="4805"/>
                    <a:pt x="232827" y="1580"/>
                    <a:pt x="242360" y="115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95" name="Google Shape;1195;g3f3ba1429e3_0_2125"/>
            <p:cNvSpPr/>
            <p:nvPr/>
          </p:nvSpPr>
          <p:spPr>
            <a:xfrm>
              <a:off x="9022129" y="4971960"/>
              <a:ext cx="130783" cy="137720"/>
            </a:xfrm>
            <a:custGeom>
              <a:rect b="b" l="l" r="r" t="t"/>
              <a:pathLst>
                <a:path extrusionOk="0" h="137720" w="130783">
                  <a:moveTo>
                    <a:pt x="0" y="1028"/>
                  </a:moveTo>
                  <a:lnTo>
                    <a:pt x="16059" y="137721"/>
                  </a:lnTo>
                  <a:lnTo>
                    <a:pt x="130783" y="136693"/>
                  </a:lnTo>
                  <a:lnTo>
                    <a:pt x="114724" y="0"/>
                  </a:lnTo>
                  <a:lnTo>
                    <a:pt x="0" y="1028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96" name="Google Shape;1196;g3f3ba1429e3_0_2125"/>
            <p:cNvSpPr/>
            <p:nvPr/>
          </p:nvSpPr>
          <p:spPr>
            <a:xfrm>
              <a:off x="8972528" y="5216393"/>
              <a:ext cx="72112" cy="28940"/>
            </a:xfrm>
            <a:custGeom>
              <a:rect b="b" l="l" r="r" t="t"/>
              <a:pathLst>
                <a:path extrusionOk="0" h="28940" w="72112">
                  <a:moveTo>
                    <a:pt x="33285" y="28825"/>
                  </a:moveTo>
                  <a:cubicBezTo>
                    <a:pt x="45657" y="28593"/>
                    <a:pt x="57964" y="27077"/>
                    <a:pt x="70028" y="24328"/>
                  </a:cubicBezTo>
                  <a:cubicBezTo>
                    <a:pt x="71171" y="24148"/>
                    <a:pt x="72032" y="23172"/>
                    <a:pt x="72083" y="22016"/>
                  </a:cubicBezTo>
                  <a:cubicBezTo>
                    <a:pt x="72250" y="20898"/>
                    <a:pt x="71685" y="19806"/>
                    <a:pt x="70670" y="19318"/>
                  </a:cubicBezTo>
                  <a:cubicBezTo>
                    <a:pt x="65146" y="16620"/>
                    <a:pt x="16969" y="-6377"/>
                    <a:pt x="3865" y="1717"/>
                  </a:cubicBezTo>
                  <a:cubicBezTo>
                    <a:pt x="1335" y="3272"/>
                    <a:pt x="-143" y="6073"/>
                    <a:pt x="11" y="9040"/>
                  </a:cubicBezTo>
                  <a:cubicBezTo>
                    <a:pt x="-40" y="14025"/>
                    <a:pt x="2182" y="18753"/>
                    <a:pt x="6049" y="21887"/>
                  </a:cubicBezTo>
                  <a:cubicBezTo>
                    <a:pt x="14143" y="27090"/>
                    <a:pt x="23701" y="29518"/>
                    <a:pt x="33285" y="28825"/>
                  </a:cubicBezTo>
                  <a:close/>
                  <a:moveTo>
                    <a:pt x="60778" y="20602"/>
                  </a:moveTo>
                  <a:cubicBezTo>
                    <a:pt x="35983" y="24970"/>
                    <a:pt x="17098" y="24071"/>
                    <a:pt x="9389" y="17905"/>
                  </a:cubicBezTo>
                  <a:cubicBezTo>
                    <a:pt x="6705" y="15759"/>
                    <a:pt x="5176" y="12483"/>
                    <a:pt x="5278" y="9040"/>
                  </a:cubicBezTo>
                  <a:cubicBezTo>
                    <a:pt x="5124" y="7961"/>
                    <a:pt x="5625" y="6895"/>
                    <a:pt x="6563" y="6342"/>
                  </a:cubicBezTo>
                  <a:cubicBezTo>
                    <a:pt x="13757" y="1974"/>
                    <a:pt x="40736" y="12252"/>
                    <a:pt x="60778" y="20602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97" name="Google Shape;1197;g3f3ba1429e3_0_2125"/>
            <p:cNvSpPr/>
            <p:nvPr/>
          </p:nvSpPr>
          <p:spPr>
            <a:xfrm>
              <a:off x="8998540" y="5189837"/>
              <a:ext cx="46098" cy="51655"/>
            </a:xfrm>
            <a:custGeom>
              <a:rect b="b" l="l" r="r" t="t"/>
              <a:pathLst>
                <a:path extrusionOk="0" h="51655" w="46098">
                  <a:moveTo>
                    <a:pt x="43374" y="51656"/>
                  </a:moveTo>
                  <a:cubicBezTo>
                    <a:pt x="44928" y="51604"/>
                    <a:pt x="46149" y="50294"/>
                    <a:pt x="46097" y="48727"/>
                  </a:cubicBezTo>
                  <a:cubicBezTo>
                    <a:pt x="46097" y="48637"/>
                    <a:pt x="46085" y="48534"/>
                    <a:pt x="46072" y="48444"/>
                  </a:cubicBezTo>
                  <a:cubicBezTo>
                    <a:pt x="46072" y="46388"/>
                    <a:pt x="37079" y="-2945"/>
                    <a:pt x="9843" y="139"/>
                  </a:cubicBezTo>
                  <a:cubicBezTo>
                    <a:pt x="2648" y="909"/>
                    <a:pt x="593" y="4635"/>
                    <a:pt x="79" y="7462"/>
                  </a:cubicBezTo>
                  <a:cubicBezTo>
                    <a:pt x="-1720" y="20309"/>
                    <a:pt x="27700" y="45232"/>
                    <a:pt x="42346" y="51399"/>
                  </a:cubicBezTo>
                  <a:close/>
                  <a:moveTo>
                    <a:pt x="12155" y="5406"/>
                  </a:moveTo>
                  <a:cubicBezTo>
                    <a:pt x="28471" y="5406"/>
                    <a:pt x="36822" y="32256"/>
                    <a:pt x="39648" y="43947"/>
                  </a:cubicBezTo>
                  <a:cubicBezTo>
                    <a:pt x="24489" y="35468"/>
                    <a:pt x="4319" y="15941"/>
                    <a:pt x="5475" y="8232"/>
                  </a:cubicBezTo>
                  <a:cubicBezTo>
                    <a:pt x="5475" y="8232"/>
                    <a:pt x="5475" y="6049"/>
                    <a:pt x="10357" y="553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98" name="Google Shape;1198;g3f3ba1429e3_0_2125"/>
            <p:cNvSpPr/>
            <p:nvPr/>
          </p:nvSpPr>
          <p:spPr>
            <a:xfrm>
              <a:off x="8694656" y="2906404"/>
              <a:ext cx="491786" cy="2136600"/>
            </a:xfrm>
            <a:custGeom>
              <a:rect b="b" l="l" r="r" t="t"/>
              <a:pathLst>
                <a:path extrusionOk="0" h="2136600" w="491786">
                  <a:moveTo>
                    <a:pt x="0" y="8736"/>
                  </a:moveTo>
                  <a:cubicBezTo>
                    <a:pt x="0" y="8736"/>
                    <a:pt x="57169" y="720080"/>
                    <a:pt x="98922" y="1071062"/>
                  </a:cubicBezTo>
                  <a:cubicBezTo>
                    <a:pt x="142217" y="1436177"/>
                    <a:pt x="284820" y="2136601"/>
                    <a:pt x="284820" y="2136601"/>
                  </a:cubicBezTo>
                  <a:lnTo>
                    <a:pt x="491787" y="2132233"/>
                  </a:lnTo>
                  <a:cubicBezTo>
                    <a:pt x="491787" y="2132233"/>
                    <a:pt x="435003" y="1336997"/>
                    <a:pt x="413034" y="972654"/>
                  </a:cubicBezTo>
                  <a:cubicBezTo>
                    <a:pt x="389010" y="575036"/>
                    <a:pt x="382843" y="0"/>
                    <a:pt x="382843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99" name="Google Shape;1199;g3f3ba1429e3_0_2125"/>
            <p:cNvSpPr/>
            <p:nvPr/>
          </p:nvSpPr>
          <p:spPr>
            <a:xfrm>
              <a:off x="8694656" y="2906404"/>
              <a:ext cx="491786" cy="2136600"/>
            </a:xfrm>
            <a:custGeom>
              <a:rect b="b" l="l" r="r" t="t"/>
              <a:pathLst>
                <a:path extrusionOk="0" h="2136600" w="491786">
                  <a:moveTo>
                    <a:pt x="0" y="8736"/>
                  </a:moveTo>
                  <a:cubicBezTo>
                    <a:pt x="0" y="8736"/>
                    <a:pt x="57169" y="720080"/>
                    <a:pt x="98922" y="1071062"/>
                  </a:cubicBezTo>
                  <a:cubicBezTo>
                    <a:pt x="142217" y="1436177"/>
                    <a:pt x="284820" y="2136601"/>
                    <a:pt x="284820" y="2136601"/>
                  </a:cubicBezTo>
                  <a:lnTo>
                    <a:pt x="491787" y="2132233"/>
                  </a:lnTo>
                  <a:cubicBezTo>
                    <a:pt x="491787" y="2132233"/>
                    <a:pt x="435003" y="1336997"/>
                    <a:pt x="413034" y="972654"/>
                  </a:cubicBezTo>
                  <a:cubicBezTo>
                    <a:pt x="389010" y="575036"/>
                    <a:pt x="382843" y="0"/>
                    <a:pt x="382843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00" name="Google Shape;1200;g3f3ba1429e3_0_2125"/>
            <p:cNvSpPr/>
            <p:nvPr/>
          </p:nvSpPr>
          <p:spPr>
            <a:xfrm>
              <a:off x="8950570" y="4971318"/>
              <a:ext cx="261309" cy="81450"/>
            </a:xfrm>
            <a:custGeom>
              <a:rect b="b" l="l" r="r" t="t"/>
              <a:pathLst>
                <a:path extrusionOk="0" h="81450" w="261309">
                  <a:moveTo>
                    <a:pt x="261310" y="76569"/>
                  </a:moveTo>
                  <a:lnTo>
                    <a:pt x="17858" y="81451"/>
                  </a:lnTo>
                  <a:lnTo>
                    <a:pt x="0" y="642"/>
                  </a:lnTo>
                  <a:lnTo>
                    <a:pt x="258355" y="0"/>
                  </a:lnTo>
                  <a:lnTo>
                    <a:pt x="261310" y="76569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01" name="Google Shape;1201;g3f3ba1429e3_0_2125"/>
            <p:cNvSpPr/>
            <p:nvPr/>
          </p:nvSpPr>
          <p:spPr>
            <a:xfrm>
              <a:off x="8444706" y="1886907"/>
              <a:ext cx="646925" cy="1032600"/>
            </a:xfrm>
            <a:custGeom>
              <a:rect b="b" l="l" r="r" t="t"/>
              <a:pathLst>
                <a:path extrusionOk="0" h="1032600" w="646925">
                  <a:moveTo>
                    <a:pt x="33733" y="41961"/>
                  </a:moveTo>
                  <a:cubicBezTo>
                    <a:pt x="33733" y="41961"/>
                    <a:pt x="-50929" y="356201"/>
                    <a:pt x="47994" y="1032600"/>
                  </a:cubicBezTo>
                  <a:cubicBezTo>
                    <a:pt x="232735" y="1028618"/>
                    <a:pt x="542993" y="1021423"/>
                    <a:pt x="632794" y="1019753"/>
                  </a:cubicBezTo>
                  <a:cubicBezTo>
                    <a:pt x="635106" y="925584"/>
                    <a:pt x="565603" y="463860"/>
                    <a:pt x="646926" y="18707"/>
                  </a:cubicBezTo>
                  <a:cubicBezTo>
                    <a:pt x="588420" y="8610"/>
                    <a:pt x="529246" y="2854"/>
                    <a:pt x="469892" y="1492"/>
                  </a:cubicBezTo>
                  <a:cubicBezTo>
                    <a:pt x="383008" y="-1681"/>
                    <a:pt x="296020" y="208"/>
                    <a:pt x="209353" y="7145"/>
                  </a:cubicBezTo>
                  <a:cubicBezTo>
                    <a:pt x="150000" y="14172"/>
                    <a:pt x="91276" y="25812"/>
                    <a:pt x="33733" y="4196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02" name="Google Shape;1202;g3f3ba1429e3_0_2125"/>
            <p:cNvSpPr/>
            <p:nvPr/>
          </p:nvSpPr>
          <p:spPr>
            <a:xfrm>
              <a:off x="8960463" y="2143158"/>
              <a:ext cx="95710" cy="290472"/>
            </a:xfrm>
            <a:custGeom>
              <a:rect b="b" l="l" r="r" t="t"/>
              <a:pathLst>
                <a:path extrusionOk="0" h="290472" w="95710">
                  <a:moveTo>
                    <a:pt x="95711" y="79267"/>
                  </a:moveTo>
                  <a:lnTo>
                    <a:pt x="0" y="0"/>
                  </a:lnTo>
                  <a:cubicBezTo>
                    <a:pt x="6295" y="61923"/>
                    <a:pt x="62308" y="213647"/>
                    <a:pt x="91857" y="290473"/>
                  </a:cubicBezTo>
                  <a:cubicBezTo>
                    <a:pt x="91343" y="223154"/>
                    <a:pt x="91985" y="152110"/>
                    <a:pt x="95711" y="79267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03" name="Google Shape;1203;g3f3ba1429e3_0_2125"/>
            <p:cNvSpPr/>
            <p:nvPr/>
          </p:nvSpPr>
          <p:spPr>
            <a:xfrm>
              <a:off x="8606849" y="2099095"/>
              <a:ext cx="228066" cy="266202"/>
            </a:xfrm>
            <a:custGeom>
              <a:rect b="b" l="l" r="r" t="t"/>
              <a:pathLst>
                <a:path extrusionOk="0" h="266202" w="228066">
                  <a:moveTo>
                    <a:pt x="106949" y="11945"/>
                  </a:moveTo>
                  <a:lnTo>
                    <a:pt x="2502" y="218655"/>
                  </a:lnTo>
                  <a:cubicBezTo>
                    <a:pt x="-3253" y="229973"/>
                    <a:pt x="1256" y="243823"/>
                    <a:pt x="12587" y="249578"/>
                  </a:cubicBezTo>
                  <a:cubicBezTo>
                    <a:pt x="19191" y="252931"/>
                    <a:pt x="27014" y="252906"/>
                    <a:pt x="33592" y="249488"/>
                  </a:cubicBezTo>
                  <a:lnTo>
                    <a:pt x="101810" y="211975"/>
                  </a:lnTo>
                  <a:cubicBezTo>
                    <a:pt x="109377" y="207902"/>
                    <a:pt x="118601" y="208506"/>
                    <a:pt x="125577" y="213516"/>
                  </a:cubicBezTo>
                  <a:lnTo>
                    <a:pt x="192768" y="261950"/>
                  </a:lnTo>
                  <a:cubicBezTo>
                    <a:pt x="202699" y="269170"/>
                    <a:pt x="216599" y="266973"/>
                    <a:pt x="223819" y="257055"/>
                  </a:cubicBezTo>
                  <a:cubicBezTo>
                    <a:pt x="228187" y="251043"/>
                    <a:pt x="229266" y="243232"/>
                    <a:pt x="226684" y="236256"/>
                  </a:cubicBezTo>
                  <a:lnTo>
                    <a:pt x="148188" y="15543"/>
                  </a:lnTo>
                  <a:cubicBezTo>
                    <a:pt x="144347" y="3736"/>
                    <a:pt x="131667" y="-2726"/>
                    <a:pt x="119860" y="1102"/>
                  </a:cubicBezTo>
                  <a:cubicBezTo>
                    <a:pt x="114310" y="2914"/>
                    <a:pt x="109686" y="6794"/>
                    <a:pt x="106949" y="119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04" name="Google Shape;1204;g3f3ba1429e3_0_2125"/>
            <p:cNvSpPr/>
            <p:nvPr/>
          </p:nvSpPr>
          <p:spPr>
            <a:xfrm>
              <a:off x="8651872" y="1594972"/>
              <a:ext cx="262726" cy="395562"/>
            </a:xfrm>
            <a:custGeom>
              <a:rect b="b" l="l" r="r" t="t"/>
              <a:pathLst>
                <a:path extrusionOk="0" h="395562" w="262726">
                  <a:moveTo>
                    <a:pt x="230608" y="0"/>
                  </a:moveTo>
                  <a:cubicBezTo>
                    <a:pt x="215963" y="84277"/>
                    <a:pt x="202859" y="238185"/>
                    <a:pt x="262726" y="292785"/>
                  </a:cubicBezTo>
                  <a:cubicBezTo>
                    <a:pt x="262726" y="292785"/>
                    <a:pt x="245254" y="369097"/>
                    <a:pt x="85821" y="395562"/>
                  </a:cubicBezTo>
                  <a:cubicBezTo>
                    <a:pt x="-21323" y="361132"/>
                    <a:pt x="2187" y="298952"/>
                    <a:pt x="2187" y="298952"/>
                  </a:cubicBezTo>
                  <a:cubicBezTo>
                    <a:pt x="95200" y="274542"/>
                    <a:pt x="91217" y="205297"/>
                    <a:pt x="73617" y="140547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05" name="Google Shape;1205;g3f3ba1429e3_0_2125"/>
            <p:cNvSpPr/>
            <p:nvPr/>
          </p:nvSpPr>
          <p:spPr>
            <a:xfrm>
              <a:off x="8725489" y="1652142"/>
              <a:ext cx="96736" cy="128856"/>
            </a:xfrm>
            <a:custGeom>
              <a:rect b="b" l="l" r="r" t="t"/>
              <a:pathLst>
                <a:path extrusionOk="0" h="128856" w="96736">
                  <a:moveTo>
                    <a:pt x="93013" y="0"/>
                  </a:moveTo>
                  <a:lnTo>
                    <a:pt x="0" y="82735"/>
                  </a:lnTo>
                  <a:cubicBezTo>
                    <a:pt x="4330" y="97818"/>
                    <a:pt x="7335" y="113247"/>
                    <a:pt x="8993" y="128856"/>
                  </a:cubicBezTo>
                  <a:cubicBezTo>
                    <a:pt x="44708" y="122947"/>
                    <a:pt x="92884" y="82607"/>
                    <a:pt x="95839" y="45222"/>
                  </a:cubicBezTo>
                  <a:cubicBezTo>
                    <a:pt x="97664" y="30101"/>
                    <a:pt x="96700" y="14774"/>
                    <a:pt x="93013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06" name="Google Shape;1206;g3f3ba1429e3_0_2125"/>
            <p:cNvSpPr/>
            <p:nvPr/>
          </p:nvSpPr>
          <p:spPr>
            <a:xfrm>
              <a:off x="8590391" y="1292323"/>
              <a:ext cx="349385" cy="443484"/>
            </a:xfrm>
            <a:custGeom>
              <a:rect b="b" l="l" r="r" t="t"/>
              <a:pathLst>
                <a:path extrusionOk="0" h="443484" w="349385">
                  <a:moveTo>
                    <a:pt x="343093" y="198972"/>
                  </a:moveTo>
                  <a:cubicBezTo>
                    <a:pt x="312131" y="308430"/>
                    <a:pt x="299670" y="374078"/>
                    <a:pt x="231323" y="418915"/>
                  </a:cubicBezTo>
                  <a:cubicBezTo>
                    <a:pt x="128546" y="486234"/>
                    <a:pt x="2516" y="406068"/>
                    <a:pt x="75" y="289288"/>
                  </a:cubicBezTo>
                  <a:cubicBezTo>
                    <a:pt x="-2237" y="184455"/>
                    <a:pt x="48637" y="22967"/>
                    <a:pt x="167088" y="2412"/>
                  </a:cubicBezTo>
                  <a:cubicBezTo>
                    <a:pt x="251480" y="-12559"/>
                    <a:pt x="332031" y="43715"/>
                    <a:pt x="346998" y="128108"/>
                  </a:cubicBezTo>
                  <a:cubicBezTo>
                    <a:pt x="351187" y="151721"/>
                    <a:pt x="349851" y="175976"/>
                    <a:pt x="343093" y="198972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07" name="Google Shape;1207;g3f3ba1429e3_0_2125"/>
            <p:cNvSpPr/>
            <p:nvPr/>
          </p:nvSpPr>
          <p:spPr>
            <a:xfrm>
              <a:off x="8856466" y="1373392"/>
              <a:ext cx="155303" cy="210193"/>
            </a:xfrm>
            <a:custGeom>
              <a:rect b="b" l="l" r="r" t="t"/>
              <a:pathLst>
                <a:path extrusionOk="0" h="210193" w="155303">
                  <a:moveTo>
                    <a:pt x="11112" y="184966"/>
                  </a:moveTo>
                  <a:cubicBezTo>
                    <a:pt x="-3277" y="150022"/>
                    <a:pt x="-13683" y="34912"/>
                    <a:pt x="46313" y="6648"/>
                  </a:cubicBezTo>
                  <a:cubicBezTo>
                    <a:pt x="106309" y="-21616"/>
                    <a:pt x="168618" y="47373"/>
                    <a:pt x="152816" y="80005"/>
                  </a:cubicBezTo>
                  <a:cubicBezTo>
                    <a:pt x="128534" y="130622"/>
                    <a:pt x="44515" y="265902"/>
                    <a:pt x="11112" y="18496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08" name="Google Shape;1208;g3f3ba1429e3_0_2125"/>
            <p:cNvSpPr/>
            <p:nvPr/>
          </p:nvSpPr>
          <p:spPr>
            <a:xfrm>
              <a:off x="8683346" y="1274104"/>
              <a:ext cx="291438" cy="146532"/>
            </a:xfrm>
            <a:custGeom>
              <a:rect b="b" l="l" r="r" t="t"/>
              <a:pathLst>
                <a:path extrusionOk="0" h="146532" w="291438">
                  <a:moveTo>
                    <a:pt x="220076" y="146533"/>
                  </a:moveTo>
                  <a:cubicBezTo>
                    <a:pt x="205301" y="107991"/>
                    <a:pt x="29168" y="86151"/>
                    <a:pt x="4501" y="44655"/>
                  </a:cubicBezTo>
                  <a:cubicBezTo>
                    <a:pt x="-24790" y="-4678"/>
                    <a:pt x="95330" y="-10587"/>
                    <a:pt x="177937" y="14464"/>
                  </a:cubicBezTo>
                  <a:cubicBezTo>
                    <a:pt x="250523" y="36561"/>
                    <a:pt x="298957" y="57888"/>
                    <a:pt x="290478" y="111845"/>
                  </a:cubicBezTo>
                  <a:cubicBezTo>
                    <a:pt x="285724" y="142421"/>
                    <a:pt x="220076" y="146533"/>
                    <a:pt x="220076" y="14653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09" name="Google Shape;1209;g3f3ba1429e3_0_2125"/>
            <p:cNvSpPr/>
            <p:nvPr/>
          </p:nvSpPr>
          <p:spPr>
            <a:xfrm>
              <a:off x="8941706" y="1363210"/>
              <a:ext cx="59610" cy="36521"/>
            </a:xfrm>
            <a:custGeom>
              <a:rect b="b" l="l" r="r" t="t"/>
              <a:pathLst>
                <a:path extrusionOk="0" h="36521" w="59610">
                  <a:moveTo>
                    <a:pt x="0" y="17729"/>
                  </a:moveTo>
                  <a:cubicBezTo>
                    <a:pt x="0" y="17729"/>
                    <a:pt x="38541" y="28264"/>
                    <a:pt x="59611" y="0"/>
                  </a:cubicBezTo>
                  <a:cubicBezTo>
                    <a:pt x="52930" y="28007"/>
                    <a:pt x="20170" y="56270"/>
                    <a:pt x="0" y="1772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10" name="Google Shape;1210;g3f3ba1429e3_0_2125"/>
            <p:cNvSpPr/>
            <p:nvPr/>
          </p:nvSpPr>
          <p:spPr>
            <a:xfrm>
              <a:off x="8646673" y="1246691"/>
              <a:ext cx="185726" cy="170477"/>
            </a:xfrm>
            <a:custGeom>
              <a:rect b="b" l="l" r="r" t="t"/>
              <a:pathLst>
                <a:path extrusionOk="0" h="170477" w="185726">
                  <a:moveTo>
                    <a:pt x="118642" y="15413"/>
                  </a:moveTo>
                  <a:cubicBezTo>
                    <a:pt x="65712" y="-25698"/>
                    <a:pt x="-6360" y="22607"/>
                    <a:pt x="449" y="76180"/>
                  </a:cubicBezTo>
                  <a:cubicBezTo>
                    <a:pt x="7258" y="129752"/>
                    <a:pt x="185704" y="170477"/>
                    <a:pt x="185704" y="170477"/>
                  </a:cubicBezTo>
                  <a:cubicBezTo>
                    <a:pt x="185704" y="170477"/>
                    <a:pt x="188916" y="70013"/>
                    <a:pt x="118642" y="1541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11" name="Google Shape;1211;g3f3ba1429e3_0_2125"/>
            <p:cNvSpPr/>
            <p:nvPr/>
          </p:nvSpPr>
          <p:spPr>
            <a:xfrm>
              <a:off x="8647251" y="1317989"/>
              <a:ext cx="90828" cy="93912"/>
            </a:xfrm>
            <a:custGeom>
              <a:rect b="b" l="l" r="r" t="t"/>
              <a:pathLst>
                <a:path extrusionOk="0" h="93912" w="90828">
                  <a:moveTo>
                    <a:pt x="0" y="5139"/>
                  </a:moveTo>
                  <a:cubicBezTo>
                    <a:pt x="8094" y="42652"/>
                    <a:pt x="35458" y="72072"/>
                    <a:pt x="90829" y="93912"/>
                  </a:cubicBezTo>
                  <a:cubicBezTo>
                    <a:pt x="58775" y="70209"/>
                    <a:pt x="34494" y="37526"/>
                    <a:pt x="210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12" name="Google Shape;1212;g3f3ba1429e3_0_2125"/>
            <p:cNvSpPr/>
            <p:nvPr/>
          </p:nvSpPr>
          <p:spPr>
            <a:xfrm>
              <a:off x="8736492" y="1466977"/>
              <a:ext cx="22507" cy="33092"/>
            </a:xfrm>
            <a:custGeom>
              <a:rect b="b" l="l" r="r" t="t"/>
              <a:pathLst>
                <a:path extrusionOk="0" h="33092" w="22507">
                  <a:moveTo>
                    <a:pt x="21885" y="18795"/>
                  </a:moveTo>
                  <a:cubicBezTo>
                    <a:pt x="19958" y="27916"/>
                    <a:pt x="13663" y="34211"/>
                    <a:pt x="7754" y="32927"/>
                  </a:cubicBezTo>
                  <a:cubicBezTo>
                    <a:pt x="1844" y="31642"/>
                    <a:pt x="-1368" y="23163"/>
                    <a:pt x="559" y="14170"/>
                  </a:cubicBezTo>
                  <a:cubicBezTo>
                    <a:pt x="2486" y="5177"/>
                    <a:pt x="8910" y="-1118"/>
                    <a:pt x="14819" y="166"/>
                  </a:cubicBezTo>
                  <a:cubicBezTo>
                    <a:pt x="20729" y="1451"/>
                    <a:pt x="23941" y="10316"/>
                    <a:pt x="21885" y="1879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13" name="Google Shape;1213;g3f3ba1429e3_0_2125"/>
            <p:cNvSpPr/>
            <p:nvPr/>
          </p:nvSpPr>
          <p:spPr>
            <a:xfrm>
              <a:off x="8634358" y="1444781"/>
              <a:ext cx="22573" cy="33063"/>
            </a:xfrm>
            <a:custGeom>
              <a:rect b="b" l="l" r="r" t="t"/>
              <a:pathLst>
                <a:path extrusionOk="0" h="33063" w="22573">
                  <a:moveTo>
                    <a:pt x="22014" y="18894"/>
                  </a:moveTo>
                  <a:cubicBezTo>
                    <a:pt x="19958" y="27887"/>
                    <a:pt x="13664" y="34182"/>
                    <a:pt x="7754" y="32897"/>
                  </a:cubicBezTo>
                  <a:cubicBezTo>
                    <a:pt x="1844" y="31612"/>
                    <a:pt x="-1368" y="23262"/>
                    <a:pt x="559" y="14269"/>
                  </a:cubicBezTo>
                  <a:cubicBezTo>
                    <a:pt x="2487" y="5276"/>
                    <a:pt x="8910" y="-1019"/>
                    <a:pt x="14820" y="137"/>
                  </a:cubicBezTo>
                  <a:cubicBezTo>
                    <a:pt x="20729" y="1293"/>
                    <a:pt x="23941" y="9901"/>
                    <a:pt x="22014" y="1889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14" name="Google Shape;1214;g3f3ba1429e3_0_2125"/>
            <p:cNvSpPr/>
            <p:nvPr/>
          </p:nvSpPr>
          <p:spPr>
            <a:xfrm>
              <a:off x="8627851" y="1475237"/>
              <a:ext cx="59996" cy="85311"/>
            </a:xfrm>
            <a:custGeom>
              <a:rect b="b" l="l" r="r" t="t"/>
              <a:pathLst>
                <a:path extrusionOk="0" h="85311" w="59996">
                  <a:moveTo>
                    <a:pt x="59996" y="0"/>
                  </a:moveTo>
                  <a:cubicBezTo>
                    <a:pt x="43230" y="25270"/>
                    <a:pt x="23035" y="48100"/>
                    <a:pt x="0" y="67833"/>
                  </a:cubicBezTo>
                  <a:cubicBezTo>
                    <a:pt x="12847" y="86204"/>
                    <a:pt x="41496" y="85305"/>
                    <a:pt x="41496" y="85305"/>
                  </a:cubicBezTo>
                  <a:close/>
                </a:path>
              </a:pathLst>
            </a:custGeom>
            <a:solidFill>
              <a:srgbClr val="FF56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15" name="Google Shape;1215;g3f3ba1429e3_0_2125"/>
            <p:cNvSpPr/>
            <p:nvPr/>
          </p:nvSpPr>
          <p:spPr>
            <a:xfrm>
              <a:off x="8688106" y="1569801"/>
              <a:ext cx="72237" cy="23716"/>
            </a:xfrm>
            <a:custGeom>
              <a:rect b="b" l="l" r="r" t="t"/>
              <a:pathLst>
                <a:path extrusionOk="0" h="23716" w="72237">
                  <a:moveTo>
                    <a:pt x="2054" y="21445"/>
                  </a:moveTo>
                  <a:lnTo>
                    <a:pt x="2054" y="21445"/>
                  </a:lnTo>
                  <a:cubicBezTo>
                    <a:pt x="26540" y="27522"/>
                    <a:pt x="52453" y="21239"/>
                    <a:pt x="71428" y="4615"/>
                  </a:cubicBezTo>
                  <a:cubicBezTo>
                    <a:pt x="72494" y="3575"/>
                    <a:pt x="72507" y="1866"/>
                    <a:pt x="71466" y="800"/>
                  </a:cubicBezTo>
                  <a:cubicBezTo>
                    <a:pt x="71454" y="787"/>
                    <a:pt x="71441" y="774"/>
                    <a:pt x="71428" y="761"/>
                  </a:cubicBezTo>
                  <a:cubicBezTo>
                    <a:pt x="70336" y="-254"/>
                    <a:pt x="68653" y="-254"/>
                    <a:pt x="67574" y="761"/>
                  </a:cubicBezTo>
                  <a:cubicBezTo>
                    <a:pt x="49781" y="15728"/>
                    <a:pt x="25962" y="21406"/>
                    <a:pt x="3338" y="16049"/>
                  </a:cubicBezTo>
                  <a:cubicBezTo>
                    <a:pt x="1848" y="15728"/>
                    <a:pt x="383" y="16679"/>
                    <a:pt x="62" y="18169"/>
                  </a:cubicBezTo>
                  <a:cubicBezTo>
                    <a:pt x="-259" y="19659"/>
                    <a:pt x="692" y="21124"/>
                    <a:pt x="2182" y="2144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16" name="Google Shape;1216;g3f3ba1429e3_0_2125"/>
            <p:cNvSpPr/>
            <p:nvPr/>
          </p:nvSpPr>
          <p:spPr>
            <a:xfrm>
              <a:off x="8757669" y="1420590"/>
              <a:ext cx="45215" cy="39083"/>
            </a:xfrm>
            <a:custGeom>
              <a:rect b="b" l="l" r="r" t="t"/>
              <a:pathLst>
                <a:path extrusionOk="0" h="39083" w="45215">
                  <a:moveTo>
                    <a:pt x="38607" y="38973"/>
                  </a:moveTo>
                  <a:cubicBezTo>
                    <a:pt x="41601" y="39577"/>
                    <a:pt x="44504" y="37637"/>
                    <a:pt x="45108" y="34644"/>
                  </a:cubicBezTo>
                  <a:cubicBezTo>
                    <a:pt x="45326" y="33552"/>
                    <a:pt x="45211" y="32421"/>
                    <a:pt x="44774" y="31393"/>
                  </a:cubicBezTo>
                  <a:cubicBezTo>
                    <a:pt x="37734" y="15335"/>
                    <a:pt x="23383" y="3669"/>
                    <a:pt x="6233" y="46"/>
                  </a:cubicBezTo>
                  <a:cubicBezTo>
                    <a:pt x="3265" y="-339"/>
                    <a:pt x="529" y="1717"/>
                    <a:pt x="66" y="4671"/>
                  </a:cubicBezTo>
                  <a:cubicBezTo>
                    <a:pt x="-396" y="7613"/>
                    <a:pt x="1620" y="10376"/>
                    <a:pt x="4563" y="10838"/>
                  </a:cubicBezTo>
                  <a:cubicBezTo>
                    <a:pt x="4563" y="10838"/>
                    <a:pt x="4563" y="10838"/>
                    <a:pt x="4563" y="10838"/>
                  </a:cubicBezTo>
                  <a:lnTo>
                    <a:pt x="4563" y="10838"/>
                  </a:lnTo>
                  <a:cubicBezTo>
                    <a:pt x="18091" y="13806"/>
                    <a:pt x="29332" y="23146"/>
                    <a:pt x="34753" y="35890"/>
                  </a:cubicBezTo>
                  <a:cubicBezTo>
                    <a:pt x="35486" y="37470"/>
                    <a:pt x="36912" y="38613"/>
                    <a:pt x="38607" y="3897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17" name="Google Shape;1217;g3f3ba1429e3_0_2125"/>
            <p:cNvSpPr/>
            <p:nvPr/>
          </p:nvSpPr>
          <p:spPr>
            <a:xfrm>
              <a:off x="8614947" y="1388624"/>
              <a:ext cx="50699" cy="30398"/>
            </a:xfrm>
            <a:custGeom>
              <a:rect b="b" l="l" r="r" t="t"/>
              <a:pathLst>
                <a:path extrusionOk="0" h="30398" w="50699">
                  <a:moveTo>
                    <a:pt x="4168" y="30214"/>
                  </a:moveTo>
                  <a:cubicBezTo>
                    <a:pt x="6236" y="30779"/>
                    <a:pt x="8434" y="30021"/>
                    <a:pt x="9692" y="28287"/>
                  </a:cubicBezTo>
                  <a:cubicBezTo>
                    <a:pt x="17940" y="17226"/>
                    <a:pt x="30967" y="10738"/>
                    <a:pt x="44765" y="10815"/>
                  </a:cubicBezTo>
                  <a:cubicBezTo>
                    <a:pt x="47746" y="11097"/>
                    <a:pt x="50392" y="8913"/>
                    <a:pt x="50675" y="5933"/>
                  </a:cubicBezTo>
                  <a:cubicBezTo>
                    <a:pt x="50957" y="2952"/>
                    <a:pt x="48773" y="306"/>
                    <a:pt x="45793" y="23"/>
                  </a:cubicBezTo>
                  <a:cubicBezTo>
                    <a:pt x="28295" y="-491"/>
                    <a:pt x="11658" y="7564"/>
                    <a:pt x="1213" y="21606"/>
                  </a:cubicBezTo>
                  <a:cubicBezTo>
                    <a:pt x="-649" y="23842"/>
                    <a:pt x="-328" y="27169"/>
                    <a:pt x="1907" y="29019"/>
                  </a:cubicBezTo>
                  <a:cubicBezTo>
                    <a:pt x="1971" y="29083"/>
                    <a:pt x="2048" y="29135"/>
                    <a:pt x="2113" y="29186"/>
                  </a:cubicBezTo>
                  <a:cubicBezTo>
                    <a:pt x="2704" y="29700"/>
                    <a:pt x="3410" y="30060"/>
                    <a:pt x="4168" y="3021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18" name="Google Shape;1218;g3f3ba1429e3_0_2125"/>
            <p:cNvSpPr/>
            <p:nvPr/>
          </p:nvSpPr>
          <p:spPr>
            <a:xfrm>
              <a:off x="8949800" y="1993232"/>
              <a:ext cx="388600" cy="968157"/>
            </a:xfrm>
            <a:custGeom>
              <a:rect b="b" l="l" r="r" t="t"/>
              <a:pathLst>
                <a:path extrusionOk="0" h="968157" w="388600">
                  <a:moveTo>
                    <a:pt x="169839" y="0"/>
                  </a:moveTo>
                  <a:cubicBezTo>
                    <a:pt x="193220" y="40854"/>
                    <a:pt x="212748" y="80423"/>
                    <a:pt x="233047" y="121148"/>
                  </a:cubicBezTo>
                  <a:cubicBezTo>
                    <a:pt x="253345" y="161873"/>
                    <a:pt x="271588" y="202856"/>
                    <a:pt x="288931" y="244737"/>
                  </a:cubicBezTo>
                  <a:cubicBezTo>
                    <a:pt x="306275" y="286619"/>
                    <a:pt x="323104" y="329143"/>
                    <a:pt x="337750" y="373208"/>
                  </a:cubicBezTo>
                  <a:cubicBezTo>
                    <a:pt x="352974" y="417158"/>
                    <a:pt x="365847" y="461879"/>
                    <a:pt x="376292" y="507203"/>
                  </a:cubicBezTo>
                  <a:lnTo>
                    <a:pt x="384128" y="542276"/>
                  </a:lnTo>
                  <a:cubicBezTo>
                    <a:pt x="387558" y="558746"/>
                    <a:pt x="389023" y="575563"/>
                    <a:pt x="388496" y="592380"/>
                  </a:cubicBezTo>
                  <a:cubicBezTo>
                    <a:pt x="387404" y="623624"/>
                    <a:pt x="380480" y="654380"/>
                    <a:pt x="368069" y="683080"/>
                  </a:cubicBezTo>
                  <a:cubicBezTo>
                    <a:pt x="346255" y="731437"/>
                    <a:pt x="315229" y="775065"/>
                    <a:pt x="276727" y="811551"/>
                  </a:cubicBezTo>
                  <a:cubicBezTo>
                    <a:pt x="242386" y="844709"/>
                    <a:pt x="204963" y="874528"/>
                    <a:pt x="164957" y="900581"/>
                  </a:cubicBezTo>
                  <a:cubicBezTo>
                    <a:pt x="145558" y="913429"/>
                    <a:pt x="125516" y="925248"/>
                    <a:pt x="105346" y="936553"/>
                  </a:cubicBezTo>
                  <a:cubicBezTo>
                    <a:pt x="85176" y="947859"/>
                    <a:pt x="65135" y="958265"/>
                    <a:pt x="42652" y="968157"/>
                  </a:cubicBezTo>
                  <a:lnTo>
                    <a:pt x="0" y="893516"/>
                  </a:lnTo>
                  <a:cubicBezTo>
                    <a:pt x="15545" y="880669"/>
                    <a:pt x="32632" y="867822"/>
                    <a:pt x="48562" y="853947"/>
                  </a:cubicBezTo>
                  <a:cubicBezTo>
                    <a:pt x="64492" y="840072"/>
                    <a:pt x="80038" y="825940"/>
                    <a:pt x="95454" y="811808"/>
                  </a:cubicBezTo>
                  <a:cubicBezTo>
                    <a:pt x="125221" y="784187"/>
                    <a:pt x="152842" y="754343"/>
                    <a:pt x="178061" y="722521"/>
                  </a:cubicBezTo>
                  <a:cubicBezTo>
                    <a:pt x="200492" y="695234"/>
                    <a:pt x="217887" y="664169"/>
                    <a:pt x="229449" y="630792"/>
                  </a:cubicBezTo>
                  <a:cubicBezTo>
                    <a:pt x="233419" y="618357"/>
                    <a:pt x="234999" y="605278"/>
                    <a:pt x="234074" y="592251"/>
                  </a:cubicBezTo>
                  <a:cubicBezTo>
                    <a:pt x="233702" y="587010"/>
                    <a:pt x="232713" y="581845"/>
                    <a:pt x="231119" y="576835"/>
                  </a:cubicBezTo>
                  <a:lnTo>
                    <a:pt x="222383" y="548057"/>
                  </a:lnTo>
                  <a:cubicBezTo>
                    <a:pt x="196419" y="468238"/>
                    <a:pt x="165535" y="390102"/>
                    <a:pt x="129884" y="314112"/>
                  </a:cubicBezTo>
                  <a:cubicBezTo>
                    <a:pt x="112284" y="275570"/>
                    <a:pt x="93527" y="237029"/>
                    <a:pt x="74770" y="198488"/>
                  </a:cubicBezTo>
                  <a:cubicBezTo>
                    <a:pt x="56014" y="159946"/>
                    <a:pt x="36229" y="121405"/>
                    <a:pt x="17087" y="84791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19" name="Google Shape;1219;g3f3ba1429e3_0_2125"/>
            <p:cNvSpPr/>
            <p:nvPr/>
          </p:nvSpPr>
          <p:spPr>
            <a:xfrm>
              <a:off x="8930027" y="1903175"/>
              <a:ext cx="347629" cy="479580"/>
            </a:xfrm>
            <a:custGeom>
              <a:rect b="b" l="l" r="r" t="t"/>
              <a:pathLst>
                <a:path extrusionOk="0" h="479580" w="347629">
                  <a:moveTo>
                    <a:pt x="165972" y="3082"/>
                  </a:moveTo>
                  <a:cubicBezTo>
                    <a:pt x="273117" y="26207"/>
                    <a:pt x="347630" y="305760"/>
                    <a:pt x="347630" y="305760"/>
                  </a:cubicBezTo>
                  <a:lnTo>
                    <a:pt x="156080" y="479581"/>
                  </a:lnTo>
                  <a:cubicBezTo>
                    <a:pt x="95185" y="411825"/>
                    <a:pt x="47278" y="333432"/>
                    <a:pt x="14762" y="248333"/>
                  </a:cubicBezTo>
                  <a:cubicBezTo>
                    <a:pt x="-35984" y="108428"/>
                    <a:pt x="51376" y="-21841"/>
                    <a:pt x="165972" y="308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20" name="Google Shape;1220;g3f3ba1429e3_0_2125"/>
            <p:cNvSpPr/>
            <p:nvPr/>
          </p:nvSpPr>
          <p:spPr>
            <a:xfrm>
              <a:off x="8849849" y="2873515"/>
              <a:ext cx="172665" cy="125516"/>
            </a:xfrm>
            <a:custGeom>
              <a:rect b="b" l="l" r="r" t="t"/>
              <a:pathLst>
                <a:path extrusionOk="0" h="125516" w="172665">
                  <a:moveTo>
                    <a:pt x="123204" y="0"/>
                  </a:moveTo>
                  <a:lnTo>
                    <a:pt x="0" y="1285"/>
                  </a:lnTo>
                  <a:lnTo>
                    <a:pt x="77083" y="125516"/>
                  </a:lnTo>
                  <a:cubicBezTo>
                    <a:pt x="77083" y="125516"/>
                    <a:pt x="164828" y="103805"/>
                    <a:pt x="172665" y="59739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21" name="Google Shape;1221;g3f3ba1429e3_0_2125"/>
            <p:cNvSpPr/>
            <p:nvPr/>
          </p:nvSpPr>
          <p:spPr>
            <a:xfrm>
              <a:off x="8773152" y="2874800"/>
              <a:ext cx="153137" cy="173050"/>
            </a:xfrm>
            <a:custGeom>
              <a:rect b="b" l="l" r="r" t="t"/>
              <a:pathLst>
                <a:path extrusionOk="0" h="173050" w="153137">
                  <a:moveTo>
                    <a:pt x="0" y="73357"/>
                  </a:moveTo>
                  <a:lnTo>
                    <a:pt x="67961" y="173050"/>
                  </a:lnTo>
                  <a:lnTo>
                    <a:pt x="153138" y="124231"/>
                  </a:lnTo>
                  <a:lnTo>
                    <a:pt x="76697" y="0"/>
                  </a:lnTo>
                  <a:lnTo>
                    <a:pt x="0" y="73357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22" name="Google Shape;1222;g3f3ba1429e3_0_2125"/>
            <p:cNvSpPr/>
            <p:nvPr/>
          </p:nvSpPr>
          <p:spPr>
            <a:xfrm>
              <a:off x="8854983" y="1517307"/>
              <a:ext cx="118833" cy="128416"/>
            </a:xfrm>
            <a:custGeom>
              <a:rect b="b" l="l" r="r" t="t"/>
              <a:pathLst>
                <a:path extrusionOk="0" h="128416" w="118833">
                  <a:moveTo>
                    <a:pt x="112160" y="74196"/>
                  </a:moveTo>
                  <a:cubicBezTo>
                    <a:pt x="98478" y="99377"/>
                    <a:pt x="75379" y="118133"/>
                    <a:pt x="47925" y="126356"/>
                  </a:cubicBezTo>
                  <a:cubicBezTo>
                    <a:pt x="11439" y="137019"/>
                    <a:pt x="-7189" y="104516"/>
                    <a:pt x="2575" y="69957"/>
                  </a:cubicBezTo>
                  <a:cubicBezTo>
                    <a:pt x="11439" y="38867"/>
                    <a:pt x="41116" y="-4171"/>
                    <a:pt x="77602" y="326"/>
                  </a:cubicBezTo>
                  <a:cubicBezTo>
                    <a:pt x="114087" y="4822"/>
                    <a:pt x="128476" y="43235"/>
                    <a:pt x="112160" y="74196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1223" name="Google Shape;1223;g3f3ba1429e3_0_2125"/>
          <p:cNvGrpSpPr/>
          <p:nvPr/>
        </p:nvGrpSpPr>
        <p:grpSpPr>
          <a:xfrm>
            <a:off x="6181783" y="2432841"/>
            <a:ext cx="2702942" cy="1829559"/>
            <a:chOff x="6155150" y="2199793"/>
            <a:chExt cx="2702942" cy="1829559"/>
          </a:xfrm>
        </p:grpSpPr>
        <p:sp>
          <p:nvSpPr>
            <p:cNvPr id="1224" name="Google Shape;1224;g3f3ba1429e3_0_2125"/>
            <p:cNvSpPr/>
            <p:nvPr/>
          </p:nvSpPr>
          <p:spPr>
            <a:xfrm rot="-249423">
              <a:off x="7738494" y="3722082"/>
              <a:ext cx="137353" cy="12849"/>
            </a:xfrm>
            <a:custGeom>
              <a:rect b="b" l="l" r="r" t="t"/>
              <a:pathLst>
                <a:path extrusionOk="0" h="12847" w="137335">
                  <a:moveTo>
                    <a:pt x="0" y="0"/>
                  </a:moveTo>
                  <a:lnTo>
                    <a:pt x="137336" y="0"/>
                  </a:lnTo>
                  <a:lnTo>
                    <a:pt x="137336" y="12847"/>
                  </a:lnTo>
                  <a:lnTo>
                    <a:pt x="0" y="12847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25" name="Google Shape;1225;g3f3ba1429e3_0_2125"/>
            <p:cNvSpPr/>
            <p:nvPr/>
          </p:nvSpPr>
          <p:spPr>
            <a:xfrm rot="-249423">
              <a:off x="7931373" y="3710681"/>
              <a:ext cx="67456" cy="12849"/>
            </a:xfrm>
            <a:custGeom>
              <a:rect b="b" l="l" r="r" t="t"/>
              <a:pathLst>
                <a:path extrusionOk="0" h="12847" w="67447">
                  <a:moveTo>
                    <a:pt x="0" y="0"/>
                  </a:moveTo>
                  <a:lnTo>
                    <a:pt x="67447" y="0"/>
                  </a:lnTo>
                  <a:lnTo>
                    <a:pt x="67447" y="12847"/>
                  </a:lnTo>
                  <a:lnTo>
                    <a:pt x="0" y="12847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26" name="Google Shape;1226;g3f3ba1429e3_0_2125"/>
            <p:cNvSpPr/>
            <p:nvPr/>
          </p:nvSpPr>
          <p:spPr>
            <a:xfrm>
              <a:off x="6155150" y="2199793"/>
              <a:ext cx="2702942" cy="1829559"/>
            </a:xfrm>
            <a:custGeom>
              <a:rect b="b" l="l" r="r" t="t"/>
              <a:pathLst>
                <a:path extrusionOk="0" h="1829559" w="2702942">
                  <a:moveTo>
                    <a:pt x="2434161" y="406"/>
                  </a:moveTo>
                  <a:lnTo>
                    <a:pt x="165877" y="163949"/>
                  </a:lnTo>
                  <a:cubicBezTo>
                    <a:pt x="67622" y="171619"/>
                    <a:pt x="-6159" y="256911"/>
                    <a:pt x="406" y="355243"/>
                  </a:cubicBezTo>
                  <a:lnTo>
                    <a:pt x="77489" y="1424378"/>
                  </a:lnTo>
                  <a:cubicBezTo>
                    <a:pt x="85081" y="1522787"/>
                    <a:pt x="170566" y="1596683"/>
                    <a:pt x="269039" y="1589977"/>
                  </a:cubicBezTo>
                  <a:lnTo>
                    <a:pt x="397510" y="1580727"/>
                  </a:lnTo>
                  <a:cubicBezTo>
                    <a:pt x="416948" y="1579327"/>
                    <a:pt x="433842" y="1593921"/>
                    <a:pt x="435281" y="1613359"/>
                  </a:cubicBezTo>
                  <a:lnTo>
                    <a:pt x="449669" y="1811461"/>
                  </a:lnTo>
                  <a:cubicBezTo>
                    <a:pt x="450324" y="1822086"/>
                    <a:pt x="459459" y="1830167"/>
                    <a:pt x="470083" y="1829524"/>
                  </a:cubicBezTo>
                  <a:cubicBezTo>
                    <a:pt x="475312" y="1829203"/>
                    <a:pt x="480194" y="1826762"/>
                    <a:pt x="483586" y="1822767"/>
                  </a:cubicBezTo>
                  <a:lnTo>
                    <a:pt x="698646" y="1574175"/>
                  </a:lnTo>
                  <a:cubicBezTo>
                    <a:pt x="707690" y="1563757"/>
                    <a:pt x="720473" y="1557346"/>
                    <a:pt x="734232" y="1556318"/>
                  </a:cubicBezTo>
                  <a:lnTo>
                    <a:pt x="2536937" y="1426434"/>
                  </a:lnTo>
                  <a:cubicBezTo>
                    <a:pt x="2635243" y="1418841"/>
                    <a:pt x="2709101" y="1333510"/>
                    <a:pt x="2702537" y="1235140"/>
                  </a:cubicBezTo>
                  <a:lnTo>
                    <a:pt x="2625454" y="166005"/>
                  </a:lnTo>
                  <a:cubicBezTo>
                    <a:pt x="2617861" y="67699"/>
                    <a:pt x="2532531" y="-6159"/>
                    <a:pt x="2434161" y="40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27" name="Google Shape;1227;g3f3ba1429e3_0_2125"/>
            <p:cNvSpPr/>
            <p:nvPr/>
          </p:nvSpPr>
          <p:spPr>
            <a:xfrm>
              <a:off x="6652353" y="2827009"/>
              <a:ext cx="408152" cy="423954"/>
            </a:xfrm>
            <a:custGeom>
              <a:rect b="b" l="l" r="r" t="t"/>
              <a:pathLst>
                <a:path extrusionOk="0" h="423954" w="408152">
                  <a:moveTo>
                    <a:pt x="0" y="27493"/>
                  </a:moveTo>
                  <a:lnTo>
                    <a:pt x="122561" y="18628"/>
                  </a:lnTo>
                  <a:lnTo>
                    <a:pt x="132582" y="157377"/>
                  </a:lnTo>
                  <a:lnTo>
                    <a:pt x="266449" y="147742"/>
                  </a:lnTo>
                  <a:lnTo>
                    <a:pt x="256428" y="8993"/>
                  </a:lnTo>
                  <a:lnTo>
                    <a:pt x="379503" y="0"/>
                  </a:lnTo>
                  <a:lnTo>
                    <a:pt x="408152" y="396461"/>
                  </a:lnTo>
                  <a:lnTo>
                    <a:pt x="285077" y="405326"/>
                  </a:lnTo>
                  <a:lnTo>
                    <a:pt x="273515" y="244994"/>
                  </a:lnTo>
                  <a:lnTo>
                    <a:pt x="139648" y="254758"/>
                  </a:lnTo>
                  <a:lnTo>
                    <a:pt x="151210" y="415090"/>
                  </a:lnTo>
                  <a:lnTo>
                    <a:pt x="28778" y="4239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28" name="Google Shape;1228;g3f3ba1429e3_0_2125"/>
            <p:cNvSpPr/>
            <p:nvPr/>
          </p:nvSpPr>
          <p:spPr>
            <a:xfrm>
              <a:off x="6155150" y="2326871"/>
              <a:ext cx="676292" cy="1463321"/>
            </a:xfrm>
            <a:custGeom>
              <a:rect b="b" l="l" r="r" t="t"/>
              <a:pathLst>
                <a:path extrusionOk="0" h="1463321" w="676292">
                  <a:moveTo>
                    <a:pt x="165877" y="36871"/>
                  </a:moveTo>
                  <a:cubicBezTo>
                    <a:pt x="67622" y="44541"/>
                    <a:pt x="-6159" y="129833"/>
                    <a:pt x="406" y="228164"/>
                  </a:cubicBezTo>
                  <a:lnTo>
                    <a:pt x="77489" y="1297300"/>
                  </a:lnTo>
                  <a:cubicBezTo>
                    <a:pt x="85081" y="1395709"/>
                    <a:pt x="170566" y="1469605"/>
                    <a:pt x="269039" y="1462899"/>
                  </a:cubicBezTo>
                  <a:lnTo>
                    <a:pt x="287924" y="1461486"/>
                  </a:lnTo>
                  <a:cubicBezTo>
                    <a:pt x="352442" y="1456822"/>
                    <a:pt x="405771" y="1409391"/>
                    <a:pt x="417937" y="1345862"/>
                  </a:cubicBezTo>
                  <a:lnTo>
                    <a:pt x="676292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29" name="Google Shape;1229;g3f3ba1429e3_0_2125"/>
            <p:cNvSpPr/>
            <p:nvPr/>
          </p:nvSpPr>
          <p:spPr>
            <a:xfrm>
              <a:off x="7109547" y="2911852"/>
              <a:ext cx="335471" cy="302867"/>
            </a:xfrm>
            <a:custGeom>
              <a:rect b="b" l="l" r="r" t="t"/>
              <a:pathLst>
                <a:path extrusionOk="0" h="302867" w="335471">
                  <a:moveTo>
                    <a:pt x="335472" y="166959"/>
                  </a:moveTo>
                  <a:lnTo>
                    <a:pt x="114759" y="182890"/>
                  </a:lnTo>
                  <a:cubicBezTo>
                    <a:pt x="116455" y="197189"/>
                    <a:pt x="122454" y="210627"/>
                    <a:pt x="131974" y="221431"/>
                  </a:cubicBezTo>
                  <a:cubicBezTo>
                    <a:pt x="143035" y="233070"/>
                    <a:pt x="158914" y="238877"/>
                    <a:pt x="174883" y="237104"/>
                  </a:cubicBezTo>
                  <a:cubicBezTo>
                    <a:pt x="185701" y="236334"/>
                    <a:pt x="196145" y="232788"/>
                    <a:pt x="205202" y="226827"/>
                  </a:cubicBezTo>
                  <a:cubicBezTo>
                    <a:pt x="212294" y="221457"/>
                    <a:pt x="218345" y="214840"/>
                    <a:pt x="223060" y="207299"/>
                  </a:cubicBezTo>
                  <a:lnTo>
                    <a:pt x="332260" y="209483"/>
                  </a:lnTo>
                  <a:cubicBezTo>
                    <a:pt x="320377" y="236411"/>
                    <a:pt x="301080" y="259394"/>
                    <a:pt x="276632" y="275774"/>
                  </a:cubicBezTo>
                  <a:cubicBezTo>
                    <a:pt x="254188" y="289996"/>
                    <a:pt x="221043" y="298552"/>
                    <a:pt x="177196" y="301469"/>
                  </a:cubicBezTo>
                  <a:cubicBezTo>
                    <a:pt x="146543" y="305040"/>
                    <a:pt x="115465" y="301751"/>
                    <a:pt x="86238" y="291833"/>
                  </a:cubicBezTo>
                  <a:cubicBezTo>
                    <a:pt x="62805" y="281992"/>
                    <a:pt x="42700" y="265625"/>
                    <a:pt x="28298" y="244684"/>
                  </a:cubicBezTo>
                  <a:cubicBezTo>
                    <a:pt x="11789" y="220840"/>
                    <a:pt x="2308" y="192846"/>
                    <a:pt x="934" y="163876"/>
                  </a:cubicBezTo>
                  <a:cubicBezTo>
                    <a:pt x="-3704" y="123202"/>
                    <a:pt x="9079" y="82451"/>
                    <a:pt x="36135" y="51721"/>
                  </a:cubicBezTo>
                  <a:cubicBezTo>
                    <a:pt x="62857" y="21916"/>
                    <a:pt x="101398" y="5176"/>
                    <a:pt x="151759" y="1489"/>
                  </a:cubicBezTo>
                  <a:cubicBezTo>
                    <a:pt x="185097" y="-2468"/>
                    <a:pt x="218897" y="1489"/>
                    <a:pt x="250424" y="13051"/>
                  </a:cubicBezTo>
                  <a:cubicBezTo>
                    <a:pt x="274564" y="23367"/>
                    <a:pt x="294888" y="40916"/>
                    <a:pt x="308622" y="63283"/>
                  </a:cubicBezTo>
                  <a:cubicBezTo>
                    <a:pt x="324334" y="91059"/>
                    <a:pt x="333147" y="122213"/>
                    <a:pt x="334316" y="154112"/>
                  </a:cubicBezTo>
                  <a:close/>
                  <a:moveTo>
                    <a:pt x="219848" y="122251"/>
                  </a:moveTo>
                  <a:cubicBezTo>
                    <a:pt x="218281" y="105550"/>
                    <a:pt x="211086" y="89864"/>
                    <a:pt x="199421" y="77800"/>
                  </a:cubicBezTo>
                  <a:cubicBezTo>
                    <a:pt x="175744" y="59583"/>
                    <a:pt x="141789" y="64003"/>
                    <a:pt x="123572" y="87680"/>
                  </a:cubicBezTo>
                  <a:cubicBezTo>
                    <a:pt x="122827" y="88643"/>
                    <a:pt x="122120" y="89633"/>
                    <a:pt x="121439" y="90648"/>
                  </a:cubicBezTo>
                  <a:cubicBezTo>
                    <a:pt x="114579" y="102737"/>
                    <a:pt x="111123" y="116457"/>
                    <a:pt x="111419" y="1303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30" name="Google Shape;1230;g3f3ba1429e3_0_2125"/>
            <p:cNvSpPr/>
            <p:nvPr/>
          </p:nvSpPr>
          <p:spPr>
            <a:xfrm>
              <a:off x="7479064" y="2786797"/>
              <a:ext cx="139005" cy="404298"/>
            </a:xfrm>
            <a:custGeom>
              <a:rect b="b" l="l" r="r" t="t"/>
              <a:pathLst>
                <a:path extrusionOk="0" h="404298" w="139005">
                  <a:moveTo>
                    <a:pt x="0" y="7965"/>
                  </a:moveTo>
                  <a:lnTo>
                    <a:pt x="110357" y="0"/>
                  </a:lnTo>
                  <a:lnTo>
                    <a:pt x="139006" y="396333"/>
                  </a:lnTo>
                  <a:lnTo>
                    <a:pt x="28649" y="4042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31" name="Google Shape;1231;g3f3ba1429e3_0_2125"/>
            <p:cNvSpPr/>
            <p:nvPr/>
          </p:nvSpPr>
          <p:spPr>
            <a:xfrm>
              <a:off x="7663420" y="2773436"/>
              <a:ext cx="139005" cy="404298"/>
            </a:xfrm>
            <a:custGeom>
              <a:rect b="b" l="l" r="r" t="t"/>
              <a:pathLst>
                <a:path extrusionOk="0" h="404298" w="139005">
                  <a:moveTo>
                    <a:pt x="0" y="7965"/>
                  </a:moveTo>
                  <a:lnTo>
                    <a:pt x="110357" y="0"/>
                  </a:lnTo>
                  <a:lnTo>
                    <a:pt x="139006" y="396333"/>
                  </a:lnTo>
                  <a:lnTo>
                    <a:pt x="28778" y="4042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32" name="Google Shape;1232;g3f3ba1429e3_0_2125"/>
            <p:cNvSpPr/>
            <p:nvPr/>
          </p:nvSpPr>
          <p:spPr>
            <a:xfrm>
              <a:off x="7848164" y="2859307"/>
              <a:ext cx="330937" cy="302431"/>
            </a:xfrm>
            <a:custGeom>
              <a:rect b="b" l="l" r="r" t="t"/>
              <a:pathLst>
                <a:path extrusionOk="0" h="302431" w="330937">
                  <a:moveTo>
                    <a:pt x="768" y="163620"/>
                  </a:moveTo>
                  <a:cubicBezTo>
                    <a:pt x="-3446" y="122959"/>
                    <a:pt x="9813" y="82413"/>
                    <a:pt x="37254" y="52107"/>
                  </a:cubicBezTo>
                  <a:cubicBezTo>
                    <a:pt x="64747" y="21531"/>
                    <a:pt x="103673" y="4406"/>
                    <a:pt x="154034" y="719"/>
                  </a:cubicBezTo>
                  <a:cubicBezTo>
                    <a:pt x="211422" y="-3393"/>
                    <a:pt x="256040" y="10136"/>
                    <a:pt x="287901" y="41315"/>
                  </a:cubicBezTo>
                  <a:cubicBezTo>
                    <a:pt x="342681" y="99089"/>
                    <a:pt x="345494" y="188723"/>
                    <a:pt x="294453" y="249824"/>
                  </a:cubicBezTo>
                  <a:cubicBezTo>
                    <a:pt x="267217" y="280143"/>
                    <a:pt x="227738" y="297268"/>
                    <a:pt x="176003" y="301212"/>
                  </a:cubicBezTo>
                  <a:cubicBezTo>
                    <a:pt x="135817" y="306030"/>
                    <a:pt x="95220" y="296472"/>
                    <a:pt x="61406" y="274233"/>
                  </a:cubicBezTo>
                  <a:cubicBezTo>
                    <a:pt x="24947" y="248924"/>
                    <a:pt x="2490" y="207968"/>
                    <a:pt x="768" y="163620"/>
                  </a:cubicBezTo>
                  <a:close/>
                  <a:moveTo>
                    <a:pt x="111125" y="155398"/>
                  </a:moveTo>
                  <a:cubicBezTo>
                    <a:pt x="110919" y="175683"/>
                    <a:pt x="117882" y="195378"/>
                    <a:pt x="130781" y="211026"/>
                  </a:cubicBezTo>
                  <a:cubicBezTo>
                    <a:pt x="150617" y="231324"/>
                    <a:pt x="183146" y="231709"/>
                    <a:pt x="203444" y="211873"/>
                  </a:cubicBezTo>
                  <a:cubicBezTo>
                    <a:pt x="205435" y="209946"/>
                    <a:pt x="207247" y="207852"/>
                    <a:pt x="208891" y="205630"/>
                  </a:cubicBezTo>
                  <a:cubicBezTo>
                    <a:pt x="219271" y="187747"/>
                    <a:pt x="223177" y="166832"/>
                    <a:pt x="219940" y="146405"/>
                  </a:cubicBezTo>
                  <a:cubicBezTo>
                    <a:pt x="220068" y="126530"/>
                    <a:pt x="213195" y="107247"/>
                    <a:pt x="200541" y="91933"/>
                  </a:cubicBezTo>
                  <a:cubicBezTo>
                    <a:pt x="190507" y="80936"/>
                    <a:pt x="175925" y="75232"/>
                    <a:pt x="161100" y="76516"/>
                  </a:cubicBezTo>
                  <a:cubicBezTo>
                    <a:pt x="145632" y="77236"/>
                    <a:pt x="131384" y="85124"/>
                    <a:pt x="122559" y="97843"/>
                  </a:cubicBezTo>
                  <a:cubicBezTo>
                    <a:pt x="112204" y="115122"/>
                    <a:pt x="108337" y="135523"/>
                    <a:pt x="111639" y="1553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33" name="Google Shape;1233;g3f3ba1429e3_0_2125"/>
            <p:cNvSpPr/>
            <p:nvPr/>
          </p:nvSpPr>
          <p:spPr>
            <a:xfrm>
              <a:off x="8213789" y="2733096"/>
              <a:ext cx="142474" cy="404555"/>
            </a:xfrm>
            <a:custGeom>
              <a:rect b="b" l="l" r="r" t="t"/>
              <a:pathLst>
                <a:path extrusionOk="0" h="404555" w="142474">
                  <a:moveTo>
                    <a:pt x="0" y="8479"/>
                  </a:moveTo>
                  <a:lnTo>
                    <a:pt x="117551" y="0"/>
                  </a:lnTo>
                  <a:lnTo>
                    <a:pt x="124103" y="89930"/>
                  </a:lnTo>
                  <a:lnTo>
                    <a:pt x="114468" y="273001"/>
                  </a:lnTo>
                  <a:lnTo>
                    <a:pt x="41753" y="278268"/>
                  </a:lnTo>
                  <a:lnTo>
                    <a:pt x="6424" y="98409"/>
                  </a:lnTo>
                  <a:close/>
                  <a:moveTo>
                    <a:pt x="25694" y="307560"/>
                  </a:moveTo>
                  <a:lnTo>
                    <a:pt x="135409" y="299594"/>
                  </a:lnTo>
                  <a:lnTo>
                    <a:pt x="142474" y="396718"/>
                  </a:lnTo>
                  <a:lnTo>
                    <a:pt x="32632" y="40455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1234" name="Google Shape;1234;g3f3ba1429e3_0_2125"/>
          <p:cNvGrpSpPr/>
          <p:nvPr/>
        </p:nvGrpSpPr>
        <p:grpSpPr>
          <a:xfrm>
            <a:off x="5355452" y="1806760"/>
            <a:ext cx="1514699" cy="3783660"/>
            <a:chOff x="5328819" y="1573712"/>
            <a:chExt cx="1514699" cy="3783660"/>
          </a:xfrm>
        </p:grpSpPr>
        <p:sp>
          <p:nvSpPr>
            <p:cNvPr id="1235" name="Google Shape;1235;g3f3ba1429e3_0_2125"/>
            <p:cNvSpPr/>
            <p:nvPr/>
          </p:nvSpPr>
          <p:spPr>
            <a:xfrm>
              <a:off x="5839960" y="1573712"/>
              <a:ext cx="503548" cy="533070"/>
            </a:xfrm>
            <a:custGeom>
              <a:rect b="b" l="l" r="r" t="t"/>
              <a:pathLst>
                <a:path extrusionOk="0" h="533070" w="503548">
                  <a:moveTo>
                    <a:pt x="449719" y="438020"/>
                  </a:moveTo>
                  <a:cubicBezTo>
                    <a:pt x="449141" y="456828"/>
                    <a:pt x="450130" y="475649"/>
                    <a:pt x="452674" y="494290"/>
                  </a:cubicBezTo>
                  <a:cubicBezTo>
                    <a:pt x="336267" y="533165"/>
                    <a:pt x="212112" y="543006"/>
                    <a:pt x="91028" y="522939"/>
                  </a:cubicBezTo>
                  <a:cubicBezTo>
                    <a:pt x="96835" y="500958"/>
                    <a:pt x="100368" y="478450"/>
                    <a:pt x="101563" y="455749"/>
                  </a:cubicBezTo>
                  <a:cubicBezTo>
                    <a:pt x="97516" y="478604"/>
                    <a:pt x="89564" y="500598"/>
                    <a:pt x="78053" y="520755"/>
                  </a:cubicBezTo>
                  <a:cubicBezTo>
                    <a:pt x="55185" y="516387"/>
                    <a:pt x="42338" y="512662"/>
                    <a:pt x="42338" y="512662"/>
                  </a:cubicBezTo>
                  <a:cubicBezTo>
                    <a:pt x="42338" y="512662"/>
                    <a:pt x="65720" y="386246"/>
                    <a:pt x="23581" y="294261"/>
                  </a:cubicBezTo>
                  <a:cubicBezTo>
                    <a:pt x="-18557" y="202276"/>
                    <a:pt x="2512" y="150887"/>
                    <a:pt x="34373" y="136370"/>
                  </a:cubicBezTo>
                  <a:cubicBezTo>
                    <a:pt x="93469" y="-45288"/>
                    <a:pt x="315596" y="-16639"/>
                    <a:pt x="390751" y="57103"/>
                  </a:cubicBezTo>
                  <a:cubicBezTo>
                    <a:pt x="486077" y="150630"/>
                    <a:pt x="486590" y="414124"/>
                    <a:pt x="503549" y="474377"/>
                  </a:cubicBezTo>
                  <a:cubicBezTo>
                    <a:pt x="489545" y="480415"/>
                    <a:pt x="475799" y="485940"/>
                    <a:pt x="462053" y="490822"/>
                  </a:cubicBezTo>
                  <a:cubicBezTo>
                    <a:pt x="455166" y="473992"/>
                    <a:pt x="451004" y="456160"/>
                    <a:pt x="449719" y="43802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36" name="Google Shape;1236;g3f3ba1429e3_0_2125"/>
            <p:cNvSpPr/>
            <p:nvPr/>
          </p:nvSpPr>
          <p:spPr>
            <a:xfrm>
              <a:off x="6280815" y="2294496"/>
              <a:ext cx="454144" cy="364729"/>
            </a:xfrm>
            <a:custGeom>
              <a:rect b="b" l="l" r="r" t="t"/>
              <a:pathLst>
                <a:path extrusionOk="0" h="364729" w="454144">
                  <a:moveTo>
                    <a:pt x="100721" y="0"/>
                  </a:moveTo>
                  <a:lnTo>
                    <a:pt x="112284" y="36614"/>
                  </a:lnTo>
                  <a:cubicBezTo>
                    <a:pt x="116523" y="49461"/>
                    <a:pt x="120763" y="62309"/>
                    <a:pt x="125131" y="74513"/>
                  </a:cubicBezTo>
                  <a:cubicBezTo>
                    <a:pt x="133738" y="100207"/>
                    <a:pt x="142731" y="125902"/>
                    <a:pt x="152367" y="150568"/>
                  </a:cubicBezTo>
                  <a:cubicBezTo>
                    <a:pt x="162002" y="175234"/>
                    <a:pt x="171252" y="201186"/>
                    <a:pt x="181273" y="226366"/>
                  </a:cubicBezTo>
                  <a:lnTo>
                    <a:pt x="196175" y="264907"/>
                  </a:lnTo>
                  <a:lnTo>
                    <a:pt x="199901" y="274414"/>
                  </a:lnTo>
                  <a:lnTo>
                    <a:pt x="200800" y="276598"/>
                  </a:lnTo>
                  <a:lnTo>
                    <a:pt x="200800" y="276598"/>
                  </a:lnTo>
                  <a:cubicBezTo>
                    <a:pt x="200800" y="276598"/>
                    <a:pt x="200800" y="276598"/>
                    <a:pt x="200800" y="276598"/>
                  </a:cubicBezTo>
                  <a:cubicBezTo>
                    <a:pt x="199207" y="275211"/>
                    <a:pt x="197383" y="274119"/>
                    <a:pt x="195404" y="273386"/>
                  </a:cubicBezTo>
                  <a:cubicBezTo>
                    <a:pt x="192578" y="272358"/>
                    <a:pt x="191422" y="273386"/>
                    <a:pt x="193220" y="273386"/>
                  </a:cubicBezTo>
                  <a:cubicBezTo>
                    <a:pt x="196317" y="273374"/>
                    <a:pt x="199387" y="272898"/>
                    <a:pt x="202342" y="271973"/>
                  </a:cubicBezTo>
                  <a:cubicBezTo>
                    <a:pt x="212388" y="268787"/>
                    <a:pt x="222036" y="264483"/>
                    <a:pt x="231119" y="259126"/>
                  </a:cubicBezTo>
                  <a:cubicBezTo>
                    <a:pt x="253024" y="246356"/>
                    <a:pt x="273977" y="232019"/>
                    <a:pt x="293813" y="216217"/>
                  </a:cubicBezTo>
                  <a:cubicBezTo>
                    <a:pt x="314626" y="200029"/>
                    <a:pt x="335052" y="182686"/>
                    <a:pt x="355094" y="164828"/>
                  </a:cubicBezTo>
                  <a:cubicBezTo>
                    <a:pt x="375135" y="146971"/>
                    <a:pt x="395305" y="128343"/>
                    <a:pt x="414704" y="110100"/>
                  </a:cubicBezTo>
                  <a:lnTo>
                    <a:pt x="454145" y="143502"/>
                  </a:lnTo>
                  <a:cubicBezTo>
                    <a:pt x="437701" y="167141"/>
                    <a:pt x="420357" y="188724"/>
                    <a:pt x="402757" y="210692"/>
                  </a:cubicBezTo>
                  <a:cubicBezTo>
                    <a:pt x="385156" y="232661"/>
                    <a:pt x="365372" y="253216"/>
                    <a:pt x="345073" y="273643"/>
                  </a:cubicBezTo>
                  <a:cubicBezTo>
                    <a:pt x="324184" y="294969"/>
                    <a:pt x="301431" y="314407"/>
                    <a:pt x="277112" y="331712"/>
                  </a:cubicBezTo>
                  <a:cubicBezTo>
                    <a:pt x="263199" y="341463"/>
                    <a:pt x="248244" y="349647"/>
                    <a:pt x="232533" y="356122"/>
                  </a:cubicBezTo>
                  <a:cubicBezTo>
                    <a:pt x="222563" y="360117"/>
                    <a:pt x="212106" y="362802"/>
                    <a:pt x="201443" y="364087"/>
                  </a:cubicBezTo>
                  <a:cubicBezTo>
                    <a:pt x="186964" y="365885"/>
                    <a:pt x="172267" y="363894"/>
                    <a:pt x="158790" y="358306"/>
                  </a:cubicBezTo>
                  <a:cubicBezTo>
                    <a:pt x="144106" y="352049"/>
                    <a:pt x="131593" y="341592"/>
                    <a:pt x="122818" y="328243"/>
                  </a:cubicBezTo>
                  <a:cubicBezTo>
                    <a:pt x="120891" y="325288"/>
                    <a:pt x="119093" y="322334"/>
                    <a:pt x="117679" y="319636"/>
                  </a:cubicBezTo>
                  <a:lnTo>
                    <a:pt x="114211" y="312698"/>
                  </a:lnTo>
                  <a:lnTo>
                    <a:pt x="109586" y="303320"/>
                  </a:lnTo>
                  <a:cubicBezTo>
                    <a:pt x="103548" y="290473"/>
                    <a:pt x="96739" y="277626"/>
                    <a:pt x="91471" y="265550"/>
                  </a:cubicBezTo>
                  <a:cubicBezTo>
                    <a:pt x="79781" y="239855"/>
                    <a:pt x="68090" y="214161"/>
                    <a:pt x="57427" y="188467"/>
                  </a:cubicBezTo>
                  <a:cubicBezTo>
                    <a:pt x="46763" y="162773"/>
                    <a:pt x="36357" y="136308"/>
                    <a:pt x="26465" y="109843"/>
                  </a:cubicBezTo>
                  <a:cubicBezTo>
                    <a:pt x="21840" y="96996"/>
                    <a:pt x="17215" y="82992"/>
                    <a:pt x="12847" y="69503"/>
                  </a:cubicBezTo>
                  <a:cubicBezTo>
                    <a:pt x="8479" y="56013"/>
                    <a:pt x="4240" y="42781"/>
                    <a:pt x="0" y="26979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37" name="Google Shape;1237;g3f3ba1429e3_0_2125"/>
            <p:cNvSpPr/>
            <p:nvPr/>
          </p:nvSpPr>
          <p:spPr>
            <a:xfrm>
              <a:off x="6215246" y="2173077"/>
              <a:ext cx="211126" cy="283806"/>
            </a:xfrm>
            <a:custGeom>
              <a:rect b="b" l="l" r="r" t="t"/>
              <a:pathLst>
                <a:path extrusionOk="0" h="283806" w="211126">
                  <a:moveTo>
                    <a:pt x="135843" y="7337"/>
                  </a:moveTo>
                  <a:cubicBezTo>
                    <a:pt x="180165" y="18643"/>
                    <a:pt x="211127" y="200814"/>
                    <a:pt x="211127" y="200814"/>
                  </a:cubicBezTo>
                  <a:lnTo>
                    <a:pt x="89079" y="283807"/>
                  </a:lnTo>
                  <a:cubicBezTo>
                    <a:pt x="89079" y="283807"/>
                    <a:pt x="-27829" y="99965"/>
                    <a:pt x="6216" y="51274"/>
                  </a:cubicBezTo>
                  <a:cubicBezTo>
                    <a:pt x="41674" y="657"/>
                    <a:pt x="71222" y="-9107"/>
                    <a:pt x="135843" y="733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38" name="Google Shape;1238;g3f3ba1429e3_0_2125"/>
            <p:cNvSpPr/>
            <p:nvPr/>
          </p:nvSpPr>
          <p:spPr>
            <a:xfrm>
              <a:off x="6215246" y="2173077"/>
              <a:ext cx="211126" cy="283806"/>
            </a:xfrm>
            <a:custGeom>
              <a:rect b="b" l="l" r="r" t="t"/>
              <a:pathLst>
                <a:path extrusionOk="0" h="283806" w="211126">
                  <a:moveTo>
                    <a:pt x="135843" y="7337"/>
                  </a:moveTo>
                  <a:cubicBezTo>
                    <a:pt x="180165" y="18643"/>
                    <a:pt x="211127" y="200814"/>
                    <a:pt x="211127" y="200814"/>
                  </a:cubicBezTo>
                  <a:lnTo>
                    <a:pt x="89079" y="283807"/>
                  </a:lnTo>
                  <a:cubicBezTo>
                    <a:pt x="89079" y="283807"/>
                    <a:pt x="-27829" y="99965"/>
                    <a:pt x="6216" y="51274"/>
                  </a:cubicBezTo>
                  <a:cubicBezTo>
                    <a:pt x="41674" y="657"/>
                    <a:pt x="71222" y="-9107"/>
                    <a:pt x="135843" y="733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39" name="Google Shape;1239;g3f3ba1429e3_0_2125"/>
            <p:cNvSpPr/>
            <p:nvPr/>
          </p:nvSpPr>
          <p:spPr>
            <a:xfrm>
              <a:off x="6215246" y="2173077"/>
              <a:ext cx="211126" cy="283806"/>
            </a:xfrm>
            <a:custGeom>
              <a:rect b="b" l="l" r="r" t="t"/>
              <a:pathLst>
                <a:path extrusionOk="0" h="283806" w="211126">
                  <a:moveTo>
                    <a:pt x="135843" y="7337"/>
                  </a:moveTo>
                  <a:cubicBezTo>
                    <a:pt x="180165" y="18643"/>
                    <a:pt x="211127" y="200814"/>
                    <a:pt x="211127" y="200814"/>
                  </a:cubicBezTo>
                  <a:lnTo>
                    <a:pt x="89079" y="283807"/>
                  </a:lnTo>
                  <a:cubicBezTo>
                    <a:pt x="89079" y="283807"/>
                    <a:pt x="-27829" y="99965"/>
                    <a:pt x="6216" y="51274"/>
                  </a:cubicBezTo>
                  <a:cubicBezTo>
                    <a:pt x="41674" y="657"/>
                    <a:pt x="71222" y="-9107"/>
                    <a:pt x="135843" y="7337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40" name="Google Shape;1240;g3f3ba1429e3_0_2125"/>
            <p:cNvSpPr/>
            <p:nvPr/>
          </p:nvSpPr>
          <p:spPr>
            <a:xfrm>
              <a:off x="6312547" y="2221139"/>
              <a:ext cx="68603" cy="230091"/>
            </a:xfrm>
            <a:custGeom>
              <a:rect b="b" l="l" r="r" t="t"/>
              <a:pathLst>
                <a:path extrusionOk="0" h="230091" w="68603">
                  <a:moveTo>
                    <a:pt x="34559" y="0"/>
                  </a:moveTo>
                  <a:lnTo>
                    <a:pt x="68603" y="183585"/>
                  </a:lnTo>
                  <a:lnTo>
                    <a:pt x="0" y="230092"/>
                  </a:lnTo>
                  <a:lnTo>
                    <a:pt x="34559" y="0"/>
                  </a:lnTo>
                  <a:close/>
                </a:path>
              </a:pathLst>
            </a:custGeom>
            <a:solidFill>
              <a:srgbClr val="000000">
                <a:alpha val="2902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41" name="Google Shape;1241;g3f3ba1429e3_0_2125"/>
            <p:cNvSpPr/>
            <p:nvPr/>
          </p:nvSpPr>
          <p:spPr>
            <a:xfrm>
              <a:off x="6693464" y="2310812"/>
              <a:ext cx="90957" cy="136905"/>
            </a:xfrm>
            <a:custGeom>
              <a:rect b="b" l="l" r="r" t="t"/>
              <a:pathLst>
                <a:path extrusionOk="0" h="136905" w="90957">
                  <a:moveTo>
                    <a:pt x="0" y="98152"/>
                  </a:moveTo>
                  <a:lnTo>
                    <a:pt x="40725" y="0"/>
                  </a:lnTo>
                  <a:lnTo>
                    <a:pt x="90957" y="98152"/>
                  </a:lnTo>
                  <a:cubicBezTo>
                    <a:pt x="90957" y="98152"/>
                    <a:pt x="58326" y="146971"/>
                    <a:pt x="15288" y="13502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42" name="Google Shape;1242;g3f3ba1429e3_0_2125"/>
            <p:cNvSpPr/>
            <p:nvPr/>
          </p:nvSpPr>
          <p:spPr>
            <a:xfrm>
              <a:off x="6734061" y="2300663"/>
              <a:ext cx="109457" cy="108301"/>
            </a:xfrm>
            <a:custGeom>
              <a:rect b="b" l="l" r="r" t="t"/>
              <a:pathLst>
                <a:path extrusionOk="0" h="108301" w="109457">
                  <a:moveTo>
                    <a:pt x="44965" y="0"/>
                  </a:moveTo>
                  <a:lnTo>
                    <a:pt x="109457" y="25951"/>
                  </a:lnTo>
                  <a:lnTo>
                    <a:pt x="50361" y="108301"/>
                  </a:lnTo>
                  <a:lnTo>
                    <a:pt x="0" y="10149"/>
                  </a:lnTo>
                  <a:lnTo>
                    <a:pt x="44965" y="0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43" name="Google Shape;1243;g3f3ba1429e3_0_2125"/>
            <p:cNvSpPr/>
            <p:nvPr/>
          </p:nvSpPr>
          <p:spPr>
            <a:xfrm>
              <a:off x="6111490" y="4998425"/>
              <a:ext cx="114724" cy="248848"/>
            </a:xfrm>
            <a:custGeom>
              <a:rect b="b" l="l" r="r" t="t"/>
              <a:pathLst>
                <a:path extrusionOk="0" h="248848" w="114724">
                  <a:moveTo>
                    <a:pt x="0" y="248849"/>
                  </a:moveTo>
                  <a:lnTo>
                    <a:pt x="107530" y="248849"/>
                  </a:lnTo>
                  <a:lnTo>
                    <a:pt x="114724" y="0"/>
                  </a:lnTo>
                  <a:lnTo>
                    <a:pt x="7194" y="0"/>
                  </a:lnTo>
                  <a:lnTo>
                    <a:pt x="0" y="248849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44" name="Google Shape;1244;g3f3ba1429e3_0_2125"/>
            <p:cNvSpPr/>
            <p:nvPr/>
          </p:nvSpPr>
          <p:spPr>
            <a:xfrm>
              <a:off x="5390511" y="4711421"/>
              <a:ext cx="228164" cy="257455"/>
            </a:xfrm>
            <a:custGeom>
              <a:rect b="b" l="l" r="r" t="t"/>
              <a:pathLst>
                <a:path extrusionOk="0" h="257455" w="228164">
                  <a:moveTo>
                    <a:pt x="0" y="215317"/>
                  </a:moveTo>
                  <a:lnTo>
                    <a:pt x="98794" y="257456"/>
                  </a:lnTo>
                  <a:lnTo>
                    <a:pt x="228164" y="42138"/>
                  </a:lnTo>
                  <a:lnTo>
                    <a:pt x="129242" y="0"/>
                  </a:lnTo>
                  <a:lnTo>
                    <a:pt x="0" y="215317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45" name="Google Shape;1245;g3f3ba1429e3_0_2125"/>
            <p:cNvSpPr/>
            <p:nvPr/>
          </p:nvSpPr>
          <p:spPr>
            <a:xfrm>
              <a:off x="5328819" y="4889676"/>
              <a:ext cx="267496" cy="237037"/>
            </a:xfrm>
            <a:custGeom>
              <a:rect b="b" l="l" r="r" t="t"/>
              <a:pathLst>
                <a:path extrusionOk="0" h="237037" w="267496">
                  <a:moveTo>
                    <a:pt x="179500" y="64556"/>
                  </a:moveTo>
                  <a:lnTo>
                    <a:pt x="76723" y="1348"/>
                  </a:lnTo>
                  <a:cubicBezTo>
                    <a:pt x="73085" y="-991"/>
                    <a:pt x="68267" y="-220"/>
                    <a:pt x="65546" y="3146"/>
                  </a:cubicBezTo>
                  <a:lnTo>
                    <a:pt x="3752" y="77274"/>
                  </a:lnTo>
                  <a:cubicBezTo>
                    <a:pt x="-2198" y="84777"/>
                    <a:pt x="-935" y="95684"/>
                    <a:pt x="6572" y="101645"/>
                  </a:cubicBezTo>
                  <a:cubicBezTo>
                    <a:pt x="7186" y="102120"/>
                    <a:pt x="7832" y="102570"/>
                    <a:pt x="8505" y="102968"/>
                  </a:cubicBezTo>
                  <a:cubicBezTo>
                    <a:pt x="44734" y="124423"/>
                    <a:pt x="63234" y="132902"/>
                    <a:pt x="108456" y="160652"/>
                  </a:cubicBezTo>
                  <a:cubicBezTo>
                    <a:pt x="136334" y="177867"/>
                    <a:pt x="175132" y="205616"/>
                    <a:pt x="213545" y="229255"/>
                  </a:cubicBezTo>
                  <a:cubicBezTo>
                    <a:pt x="251958" y="252894"/>
                    <a:pt x="277780" y="216408"/>
                    <a:pt x="263520" y="202919"/>
                  </a:cubicBezTo>
                  <a:cubicBezTo>
                    <a:pt x="201212" y="143436"/>
                    <a:pt x="203010" y="115173"/>
                    <a:pt x="191319" y="79972"/>
                  </a:cubicBezTo>
                  <a:cubicBezTo>
                    <a:pt x="189379" y="73574"/>
                    <a:pt x="185178" y="68088"/>
                    <a:pt x="179500" y="645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46" name="Google Shape;1246;g3f3ba1429e3_0_2125"/>
            <p:cNvSpPr/>
            <p:nvPr/>
          </p:nvSpPr>
          <p:spPr>
            <a:xfrm>
              <a:off x="6079469" y="5234811"/>
              <a:ext cx="318146" cy="122561"/>
            </a:xfrm>
            <a:custGeom>
              <a:rect b="b" l="l" r="r" t="t"/>
              <a:pathLst>
                <a:path extrusionOk="0" h="122561" w="318146">
                  <a:moveTo>
                    <a:pt x="143149" y="1"/>
                  </a:moveTo>
                  <a:lnTo>
                    <a:pt x="22515" y="1"/>
                  </a:lnTo>
                  <a:cubicBezTo>
                    <a:pt x="18224" y="-51"/>
                    <a:pt x="14550" y="3071"/>
                    <a:pt x="13907" y="7323"/>
                  </a:cubicBezTo>
                  <a:lnTo>
                    <a:pt x="161" y="102906"/>
                  </a:lnTo>
                  <a:cubicBezTo>
                    <a:pt x="-1124" y="112258"/>
                    <a:pt x="5428" y="120866"/>
                    <a:pt x="14768" y="122151"/>
                  </a:cubicBezTo>
                  <a:cubicBezTo>
                    <a:pt x="15680" y="122279"/>
                    <a:pt x="16592" y="122331"/>
                    <a:pt x="17504" y="122305"/>
                  </a:cubicBezTo>
                  <a:cubicBezTo>
                    <a:pt x="59643" y="121663"/>
                    <a:pt x="79941" y="119093"/>
                    <a:pt x="133128" y="119093"/>
                  </a:cubicBezTo>
                  <a:cubicBezTo>
                    <a:pt x="165760" y="119093"/>
                    <a:pt x="233336" y="122562"/>
                    <a:pt x="278429" y="122562"/>
                  </a:cubicBezTo>
                  <a:cubicBezTo>
                    <a:pt x="323522" y="122562"/>
                    <a:pt x="325835" y="77982"/>
                    <a:pt x="307078" y="73871"/>
                  </a:cubicBezTo>
                  <a:cubicBezTo>
                    <a:pt x="222930" y="55757"/>
                    <a:pt x="189784" y="30834"/>
                    <a:pt x="161392" y="7066"/>
                  </a:cubicBezTo>
                  <a:cubicBezTo>
                    <a:pt x="156369" y="2583"/>
                    <a:pt x="149881" y="77"/>
                    <a:pt x="14314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47" name="Google Shape;1247;g3f3ba1429e3_0_2125"/>
            <p:cNvSpPr/>
            <p:nvPr/>
          </p:nvSpPr>
          <p:spPr>
            <a:xfrm>
              <a:off x="6114959" y="4998554"/>
              <a:ext cx="111127" cy="128214"/>
            </a:xfrm>
            <a:custGeom>
              <a:rect b="b" l="l" r="r" t="t"/>
              <a:pathLst>
                <a:path extrusionOk="0" h="128214" w="111127">
                  <a:moveTo>
                    <a:pt x="111128" y="0"/>
                  </a:moveTo>
                  <a:lnTo>
                    <a:pt x="107530" y="128214"/>
                  </a:lnTo>
                  <a:lnTo>
                    <a:pt x="0" y="128214"/>
                  </a:lnTo>
                  <a:lnTo>
                    <a:pt x="3726" y="0"/>
                  </a:lnTo>
                  <a:lnTo>
                    <a:pt x="111128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48" name="Google Shape;1248;g3f3ba1429e3_0_2125"/>
            <p:cNvSpPr/>
            <p:nvPr/>
          </p:nvSpPr>
          <p:spPr>
            <a:xfrm>
              <a:off x="5453076" y="4711549"/>
              <a:ext cx="165470" cy="153008"/>
            </a:xfrm>
            <a:custGeom>
              <a:rect b="b" l="l" r="r" t="t"/>
              <a:pathLst>
                <a:path extrusionOk="0" h="153008" w="165470">
                  <a:moveTo>
                    <a:pt x="66676" y="0"/>
                  </a:moveTo>
                  <a:lnTo>
                    <a:pt x="165471" y="42010"/>
                  </a:lnTo>
                  <a:lnTo>
                    <a:pt x="98794" y="153009"/>
                  </a:lnTo>
                  <a:lnTo>
                    <a:pt x="0" y="110871"/>
                  </a:lnTo>
                  <a:lnTo>
                    <a:pt x="66676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49" name="Google Shape;1249;g3f3ba1429e3_0_2125"/>
            <p:cNvSpPr/>
            <p:nvPr/>
          </p:nvSpPr>
          <p:spPr>
            <a:xfrm>
              <a:off x="5785816" y="2149356"/>
              <a:ext cx="578119" cy="679450"/>
            </a:xfrm>
            <a:custGeom>
              <a:rect b="b" l="l" r="r" t="t"/>
              <a:pathLst>
                <a:path extrusionOk="0" h="679450" w="578119">
                  <a:moveTo>
                    <a:pt x="565272" y="31058"/>
                  </a:moveTo>
                  <a:cubicBezTo>
                    <a:pt x="565272" y="31058"/>
                    <a:pt x="616661" y="49044"/>
                    <a:pt x="513884" y="679451"/>
                  </a:cubicBezTo>
                  <a:lnTo>
                    <a:pt x="77083" y="679451"/>
                  </a:lnTo>
                  <a:cubicBezTo>
                    <a:pt x="84406" y="501904"/>
                    <a:pt x="84662" y="392447"/>
                    <a:pt x="0" y="27975"/>
                  </a:cubicBezTo>
                  <a:cubicBezTo>
                    <a:pt x="61075" y="15346"/>
                    <a:pt x="122998" y="7188"/>
                    <a:pt x="185255" y="3565"/>
                  </a:cubicBezTo>
                  <a:cubicBezTo>
                    <a:pt x="251251" y="-1188"/>
                    <a:pt x="317490" y="-1188"/>
                    <a:pt x="383486" y="3565"/>
                  </a:cubicBezTo>
                  <a:cubicBezTo>
                    <a:pt x="468791" y="11273"/>
                    <a:pt x="565272" y="31058"/>
                    <a:pt x="565272" y="31058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50" name="Google Shape;1250;g3f3ba1429e3_0_2125"/>
            <p:cNvSpPr/>
            <p:nvPr/>
          </p:nvSpPr>
          <p:spPr>
            <a:xfrm>
              <a:off x="5785816" y="2149356"/>
              <a:ext cx="578119" cy="679450"/>
            </a:xfrm>
            <a:custGeom>
              <a:rect b="b" l="l" r="r" t="t"/>
              <a:pathLst>
                <a:path extrusionOk="0" h="679450" w="578119">
                  <a:moveTo>
                    <a:pt x="565272" y="31058"/>
                  </a:moveTo>
                  <a:cubicBezTo>
                    <a:pt x="565272" y="31058"/>
                    <a:pt x="616661" y="49044"/>
                    <a:pt x="513884" y="679451"/>
                  </a:cubicBezTo>
                  <a:lnTo>
                    <a:pt x="77083" y="679451"/>
                  </a:lnTo>
                  <a:cubicBezTo>
                    <a:pt x="84406" y="501904"/>
                    <a:pt x="84662" y="392447"/>
                    <a:pt x="0" y="27975"/>
                  </a:cubicBezTo>
                  <a:cubicBezTo>
                    <a:pt x="61075" y="15346"/>
                    <a:pt x="122998" y="7188"/>
                    <a:pt x="185255" y="3565"/>
                  </a:cubicBezTo>
                  <a:cubicBezTo>
                    <a:pt x="251251" y="-1188"/>
                    <a:pt x="317490" y="-1188"/>
                    <a:pt x="383486" y="3565"/>
                  </a:cubicBezTo>
                  <a:cubicBezTo>
                    <a:pt x="468791" y="11273"/>
                    <a:pt x="565272" y="31058"/>
                    <a:pt x="565272" y="31058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51" name="Google Shape;1251;g3f3ba1429e3_0_2125"/>
            <p:cNvSpPr/>
            <p:nvPr/>
          </p:nvSpPr>
          <p:spPr>
            <a:xfrm>
              <a:off x="5947176" y="2149315"/>
              <a:ext cx="263620" cy="91866"/>
            </a:xfrm>
            <a:custGeom>
              <a:rect b="b" l="l" r="r" t="t"/>
              <a:pathLst>
                <a:path extrusionOk="0" h="91866" w="263620">
                  <a:moveTo>
                    <a:pt x="24153" y="3478"/>
                  </a:moveTo>
                  <a:cubicBezTo>
                    <a:pt x="90148" y="-1159"/>
                    <a:pt x="156388" y="-1159"/>
                    <a:pt x="222383" y="3478"/>
                  </a:cubicBezTo>
                  <a:cubicBezTo>
                    <a:pt x="233046" y="4506"/>
                    <a:pt x="243966" y="5662"/>
                    <a:pt x="254758" y="6947"/>
                  </a:cubicBezTo>
                  <a:cubicBezTo>
                    <a:pt x="263867" y="20629"/>
                    <a:pt x="266089" y="37767"/>
                    <a:pt x="260796" y="53325"/>
                  </a:cubicBezTo>
                  <a:cubicBezTo>
                    <a:pt x="246793" y="87884"/>
                    <a:pt x="196561" y="91867"/>
                    <a:pt x="160075" y="91867"/>
                  </a:cubicBezTo>
                  <a:cubicBezTo>
                    <a:pt x="25052" y="91867"/>
                    <a:pt x="2184" y="12985"/>
                    <a:pt x="1285" y="9645"/>
                  </a:cubicBezTo>
                  <a:lnTo>
                    <a:pt x="0" y="48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52" name="Google Shape;1252;g3f3ba1429e3_0_2125"/>
            <p:cNvSpPr/>
            <p:nvPr/>
          </p:nvSpPr>
          <p:spPr>
            <a:xfrm>
              <a:off x="5971328" y="1929767"/>
              <a:ext cx="215950" cy="287389"/>
            </a:xfrm>
            <a:custGeom>
              <a:rect b="b" l="l" r="r" t="t"/>
              <a:pathLst>
                <a:path extrusionOk="0" h="287389" w="215950">
                  <a:moveTo>
                    <a:pt x="19656" y="0"/>
                  </a:moveTo>
                  <a:cubicBezTo>
                    <a:pt x="32503" y="64235"/>
                    <a:pt x="44708" y="180630"/>
                    <a:pt x="0" y="223154"/>
                  </a:cubicBezTo>
                  <a:cubicBezTo>
                    <a:pt x="0" y="223154"/>
                    <a:pt x="17472" y="287390"/>
                    <a:pt x="135922" y="287390"/>
                  </a:cubicBezTo>
                  <a:cubicBezTo>
                    <a:pt x="266192" y="287390"/>
                    <a:pt x="198231" y="223154"/>
                    <a:pt x="198231" y="223154"/>
                  </a:cubicBezTo>
                  <a:cubicBezTo>
                    <a:pt x="127058" y="206196"/>
                    <a:pt x="128985" y="153394"/>
                    <a:pt x="141318" y="10393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53" name="Google Shape;1253;g3f3ba1429e3_0_2125"/>
            <p:cNvSpPr/>
            <p:nvPr/>
          </p:nvSpPr>
          <p:spPr>
            <a:xfrm>
              <a:off x="5958353" y="1884417"/>
              <a:ext cx="82992" cy="216216"/>
            </a:xfrm>
            <a:custGeom>
              <a:rect b="b" l="l" r="r" t="t"/>
              <a:pathLst>
                <a:path extrusionOk="0" h="216216" w="82992">
                  <a:moveTo>
                    <a:pt x="45607" y="0"/>
                  </a:moveTo>
                  <a:cubicBezTo>
                    <a:pt x="30319" y="50489"/>
                    <a:pt x="51517" y="169967"/>
                    <a:pt x="82992" y="216217"/>
                  </a:cubicBezTo>
                  <a:cubicBezTo>
                    <a:pt x="20941" y="180630"/>
                    <a:pt x="0" y="72201"/>
                    <a:pt x="0" y="7220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54" name="Google Shape;1254;g3f3ba1429e3_0_2125"/>
            <p:cNvSpPr/>
            <p:nvPr/>
          </p:nvSpPr>
          <p:spPr>
            <a:xfrm>
              <a:off x="6038240" y="1972163"/>
              <a:ext cx="74406" cy="96610"/>
            </a:xfrm>
            <a:custGeom>
              <a:rect b="b" l="l" r="r" t="t"/>
              <a:pathLst>
                <a:path extrusionOk="0" h="96610" w="74406">
                  <a:moveTo>
                    <a:pt x="2334" y="0"/>
                  </a:moveTo>
                  <a:lnTo>
                    <a:pt x="74406" y="61409"/>
                  </a:lnTo>
                  <a:cubicBezTo>
                    <a:pt x="71246" y="72920"/>
                    <a:pt x="69178" y="84714"/>
                    <a:pt x="68240" y="96610"/>
                  </a:cubicBezTo>
                  <a:cubicBezTo>
                    <a:pt x="41132" y="92627"/>
                    <a:pt x="4004" y="62822"/>
                    <a:pt x="921" y="34430"/>
                  </a:cubicBezTo>
                  <a:cubicBezTo>
                    <a:pt x="-672" y="22958"/>
                    <a:pt x="-197" y="11305"/>
                    <a:pt x="2334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55" name="Google Shape;1255;g3f3ba1429e3_0_2125"/>
            <p:cNvSpPr/>
            <p:nvPr/>
          </p:nvSpPr>
          <p:spPr>
            <a:xfrm>
              <a:off x="5927767" y="1635072"/>
              <a:ext cx="322889" cy="403121"/>
            </a:xfrm>
            <a:custGeom>
              <a:rect b="b" l="l" r="r" t="t"/>
              <a:pathLst>
                <a:path extrusionOk="0" h="403121" w="322889">
                  <a:moveTo>
                    <a:pt x="4378" y="180870"/>
                  </a:moveTo>
                  <a:cubicBezTo>
                    <a:pt x="29301" y="284546"/>
                    <a:pt x="37523" y="328997"/>
                    <a:pt x="99960" y="373577"/>
                  </a:cubicBezTo>
                  <a:cubicBezTo>
                    <a:pt x="193873" y="440510"/>
                    <a:pt x="315792" y="387323"/>
                    <a:pt x="322344" y="278251"/>
                  </a:cubicBezTo>
                  <a:cubicBezTo>
                    <a:pt x="328253" y="180099"/>
                    <a:pt x="286629" y="27090"/>
                    <a:pt x="176786" y="3452"/>
                  </a:cubicBezTo>
                  <a:cubicBezTo>
                    <a:pt x="98354" y="-13866"/>
                    <a:pt x="20745" y="35672"/>
                    <a:pt x="3427" y="114104"/>
                  </a:cubicBezTo>
                  <a:cubicBezTo>
                    <a:pt x="-1442" y="136137"/>
                    <a:pt x="-1121" y="158992"/>
                    <a:pt x="4378" y="18087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56" name="Google Shape;1256;g3f3ba1429e3_0_2125"/>
            <p:cNvSpPr/>
            <p:nvPr/>
          </p:nvSpPr>
          <p:spPr>
            <a:xfrm>
              <a:off x="5979808" y="2828550"/>
              <a:ext cx="397583" cy="2273165"/>
            </a:xfrm>
            <a:custGeom>
              <a:rect b="b" l="l" r="r" t="t"/>
              <a:pathLst>
                <a:path extrusionOk="0" h="2273165" w="397583">
                  <a:moveTo>
                    <a:pt x="320021" y="257"/>
                  </a:moveTo>
                  <a:cubicBezTo>
                    <a:pt x="320021" y="257"/>
                    <a:pt x="404684" y="827867"/>
                    <a:pt x="397104" y="1155468"/>
                  </a:cubicBezTo>
                  <a:cubicBezTo>
                    <a:pt x="389781" y="1496173"/>
                    <a:pt x="264907" y="2273166"/>
                    <a:pt x="264907" y="2273166"/>
                  </a:cubicBezTo>
                  <a:lnTo>
                    <a:pt x="119735" y="2273166"/>
                  </a:lnTo>
                  <a:cubicBezTo>
                    <a:pt x="119735" y="2273166"/>
                    <a:pt x="142731" y="1515829"/>
                    <a:pt x="129884" y="1181162"/>
                  </a:cubicBezTo>
                  <a:cubicBezTo>
                    <a:pt x="115881" y="81630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57" name="Google Shape;1257;g3f3ba1429e3_0_2125"/>
            <p:cNvSpPr/>
            <p:nvPr/>
          </p:nvSpPr>
          <p:spPr>
            <a:xfrm>
              <a:off x="5979808" y="2828550"/>
              <a:ext cx="397583" cy="2273165"/>
            </a:xfrm>
            <a:custGeom>
              <a:rect b="b" l="l" r="r" t="t"/>
              <a:pathLst>
                <a:path extrusionOk="0" h="2273165" w="397583">
                  <a:moveTo>
                    <a:pt x="320021" y="257"/>
                  </a:moveTo>
                  <a:cubicBezTo>
                    <a:pt x="320021" y="257"/>
                    <a:pt x="404684" y="827867"/>
                    <a:pt x="397104" y="1155468"/>
                  </a:cubicBezTo>
                  <a:cubicBezTo>
                    <a:pt x="389781" y="1496173"/>
                    <a:pt x="264907" y="2273166"/>
                    <a:pt x="264907" y="2273166"/>
                  </a:cubicBezTo>
                  <a:lnTo>
                    <a:pt x="119735" y="2273166"/>
                  </a:lnTo>
                  <a:cubicBezTo>
                    <a:pt x="119735" y="2273166"/>
                    <a:pt x="142731" y="1515829"/>
                    <a:pt x="129884" y="1181162"/>
                  </a:cubicBezTo>
                  <a:cubicBezTo>
                    <a:pt x="115881" y="81630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58" name="Google Shape;1258;g3f3ba1429e3_0_2125"/>
            <p:cNvSpPr/>
            <p:nvPr/>
          </p:nvSpPr>
          <p:spPr>
            <a:xfrm>
              <a:off x="6079501" y="5046088"/>
              <a:ext cx="190907" cy="61023"/>
            </a:xfrm>
            <a:custGeom>
              <a:rect b="b" l="l" r="r" t="t"/>
              <a:pathLst>
                <a:path extrusionOk="0" h="61023" w="190907">
                  <a:moveTo>
                    <a:pt x="7965" y="61024"/>
                  </a:moveTo>
                  <a:lnTo>
                    <a:pt x="178318" y="61024"/>
                  </a:lnTo>
                  <a:lnTo>
                    <a:pt x="190908" y="6680"/>
                  </a:lnTo>
                  <a:lnTo>
                    <a:pt x="0" y="0"/>
                  </a:lnTo>
                  <a:lnTo>
                    <a:pt x="7965" y="61024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59" name="Google Shape;1259;g3f3ba1429e3_0_2125"/>
            <p:cNvSpPr/>
            <p:nvPr/>
          </p:nvSpPr>
          <p:spPr>
            <a:xfrm>
              <a:off x="6017449" y="2983675"/>
              <a:ext cx="146139" cy="806223"/>
            </a:xfrm>
            <a:custGeom>
              <a:rect b="b" l="l" r="r" t="t"/>
              <a:pathLst>
                <a:path extrusionOk="0" h="806223" w="146139">
                  <a:moveTo>
                    <a:pt x="94169" y="51071"/>
                  </a:moveTo>
                  <a:cubicBezTo>
                    <a:pt x="201314" y="266645"/>
                    <a:pt x="115624" y="659895"/>
                    <a:pt x="77725" y="806224"/>
                  </a:cubicBezTo>
                  <a:cubicBezTo>
                    <a:pt x="58326" y="586538"/>
                    <a:pt x="25566" y="318034"/>
                    <a:pt x="0" y="120574"/>
                  </a:cubicBezTo>
                  <a:cubicBezTo>
                    <a:pt x="16187" y="9575"/>
                    <a:pt x="44708" y="-48365"/>
                    <a:pt x="94169" y="5107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60" name="Google Shape;1260;g3f3ba1429e3_0_2125"/>
            <p:cNvSpPr/>
            <p:nvPr/>
          </p:nvSpPr>
          <p:spPr>
            <a:xfrm>
              <a:off x="5450764" y="2828807"/>
              <a:ext cx="733826" cy="2023032"/>
            </a:xfrm>
            <a:custGeom>
              <a:rect b="b" l="l" r="r" t="t"/>
              <a:pathLst>
                <a:path extrusionOk="0" h="2023032" w="733826">
                  <a:moveTo>
                    <a:pt x="733826" y="0"/>
                  </a:moveTo>
                  <a:cubicBezTo>
                    <a:pt x="733826" y="0"/>
                    <a:pt x="634904" y="860756"/>
                    <a:pt x="560262" y="1136583"/>
                  </a:cubicBezTo>
                  <a:cubicBezTo>
                    <a:pt x="471745" y="1464569"/>
                    <a:pt x="134766" y="2023033"/>
                    <a:pt x="134766" y="2023033"/>
                  </a:cubicBezTo>
                  <a:lnTo>
                    <a:pt x="0" y="1965734"/>
                  </a:lnTo>
                  <a:cubicBezTo>
                    <a:pt x="0" y="1965734"/>
                    <a:pt x="208508" y="1331602"/>
                    <a:pt x="276341" y="1158808"/>
                  </a:cubicBezTo>
                  <a:cubicBezTo>
                    <a:pt x="420871" y="790097"/>
                    <a:pt x="297153" y="240626"/>
                    <a:pt x="412649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61" name="Google Shape;1261;g3f3ba1429e3_0_2125"/>
            <p:cNvSpPr/>
            <p:nvPr/>
          </p:nvSpPr>
          <p:spPr>
            <a:xfrm>
              <a:off x="5450764" y="2828807"/>
              <a:ext cx="733826" cy="2023032"/>
            </a:xfrm>
            <a:custGeom>
              <a:rect b="b" l="l" r="r" t="t"/>
              <a:pathLst>
                <a:path extrusionOk="0" h="2023032" w="733826">
                  <a:moveTo>
                    <a:pt x="733826" y="0"/>
                  </a:moveTo>
                  <a:cubicBezTo>
                    <a:pt x="733826" y="0"/>
                    <a:pt x="634904" y="860756"/>
                    <a:pt x="560262" y="1136583"/>
                  </a:cubicBezTo>
                  <a:cubicBezTo>
                    <a:pt x="471745" y="1464569"/>
                    <a:pt x="134766" y="2023033"/>
                    <a:pt x="134766" y="2023033"/>
                  </a:cubicBezTo>
                  <a:lnTo>
                    <a:pt x="0" y="1965734"/>
                  </a:lnTo>
                  <a:cubicBezTo>
                    <a:pt x="0" y="1965734"/>
                    <a:pt x="208508" y="1331602"/>
                    <a:pt x="276341" y="1158808"/>
                  </a:cubicBezTo>
                  <a:cubicBezTo>
                    <a:pt x="420871" y="790097"/>
                    <a:pt x="297153" y="240626"/>
                    <a:pt x="412649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62" name="Google Shape;1262;g3f3ba1429e3_0_2125"/>
            <p:cNvSpPr/>
            <p:nvPr/>
          </p:nvSpPr>
          <p:spPr>
            <a:xfrm>
              <a:off x="5432136" y="4728508"/>
              <a:ext cx="207480" cy="137592"/>
            </a:xfrm>
            <a:custGeom>
              <a:rect b="b" l="l" r="r" t="t"/>
              <a:pathLst>
                <a:path extrusionOk="0" h="137592" w="207480">
                  <a:moveTo>
                    <a:pt x="0" y="66419"/>
                  </a:moveTo>
                  <a:lnTo>
                    <a:pt x="167269" y="137592"/>
                  </a:lnTo>
                  <a:lnTo>
                    <a:pt x="207481" y="92627"/>
                  </a:lnTo>
                  <a:lnTo>
                    <a:pt x="14517" y="0"/>
                  </a:lnTo>
                  <a:lnTo>
                    <a:pt x="0" y="66419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63" name="Google Shape;1263;g3f3ba1429e3_0_2125"/>
            <p:cNvSpPr/>
            <p:nvPr/>
          </p:nvSpPr>
          <p:spPr>
            <a:xfrm>
              <a:off x="6096353" y="1799925"/>
              <a:ext cx="21175" cy="31160"/>
            </a:xfrm>
            <a:custGeom>
              <a:rect b="b" l="l" r="r" t="t"/>
              <a:pathLst>
                <a:path extrusionOk="0" h="31160" w="21175">
                  <a:moveTo>
                    <a:pt x="620" y="17431"/>
                  </a:moveTo>
                  <a:cubicBezTo>
                    <a:pt x="2162" y="25910"/>
                    <a:pt x="7815" y="32076"/>
                    <a:pt x="13467" y="31049"/>
                  </a:cubicBezTo>
                  <a:cubicBezTo>
                    <a:pt x="19120" y="30021"/>
                    <a:pt x="22332" y="22313"/>
                    <a:pt x="20790" y="13834"/>
                  </a:cubicBezTo>
                  <a:cubicBezTo>
                    <a:pt x="19249" y="5354"/>
                    <a:pt x="13596" y="-812"/>
                    <a:pt x="7943" y="87"/>
                  </a:cubicBezTo>
                  <a:cubicBezTo>
                    <a:pt x="2290" y="986"/>
                    <a:pt x="-1564" y="8823"/>
                    <a:pt x="620" y="1743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64" name="Google Shape;1264;g3f3ba1429e3_0_2125"/>
            <p:cNvSpPr/>
            <p:nvPr/>
          </p:nvSpPr>
          <p:spPr>
            <a:xfrm>
              <a:off x="6192436" y="1782966"/>
              <a:ext cx="21050" cy="31160"/>
            </a:xfrm>
            <a:custGeom>
              <a:rect b="b" l="l" r="r" t="t"/>
              <a:pathLst>
                <a:path extrusionOk="0" h="31160" w="21050">
                  <a:moveTo>
                    <a:pt x="376" y="17431"/>
                  </a:moveTo>
                  <a:cubicBezTo>
                    <a:pt x="1789" y="25910"/>
                    <a:pt x="7570" y="32076"/>
                    <a:pt x="13223" y="31049"/>
                  </a:cubicBezTo>
                  <a:cubicBezTo>
                    <a:pt x="18876" y="30021"/>
                    <a:pt x="22216" y="22313"/>
                    <a:pt x="20674" y="13833"/>
                  </a:cubicBezTo>
                  <a:cubicBezTo>
                    <a:pt x="19133" y="5354"/>
                    <a:pt x="13480" y="-812"/>
                    <a:pt x="7827" y="87"/>
                  </a:cubicBezTo>
                  <a:cubicBezTo>
                    <a:pt x="2175" y="986"/>
                    <a:pt x="-1166" y="8823"/>
                    <a:pt x="376" y="1743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65" name="Google Shape;1265;g3f3ba1429e3_0_2125"/>
            <p:cNvSpPr/>
            <p:nvPr/>
          </p:nvSpPr>
          <p:spPr>
            <a:xfrm>
              <a:off x="6197823" y="1774446"/>
              <a:ext cx="19399" cy="11799"/>
            </a:xfrm>
            <a:custGeom>
              <a:rect b="b" l="l" r="r" t="t"/>
              <a:pathLst>
                <a:path extrusionOk="0" h="11799" w="19399">
                  <a:moveTo>
                    <a:pt x="0" y="9635"/>
                  </a:moveTo>
                  <a:lnTo>
                    <a:pt x="19399" y="0"/>
                  </a:lnTo>
                  <a:cubicBezTo>
                    <a:pt x="19399" y="0"/>
                    <a:pt x="11691" y="17857"/>
                    <a:pt x="0" y="963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66" name="Google Shape;1266;g3f3ba1429e3_0_2125"/>
            <p:cNvSpPr/>
            <p:nvPr/>
          </p:nvSpPr>
          <p:spPr>
            <a:xfrm>
              <a:off x="6169816" y="1819539"/>
              <a:ext cx="40082" cy="60223"/>
            </a:xfrm>
            <a:custGeom>
              <a:rect b="b" l="l" r="r" t="t"/>
              <a:pathLst>
                <a:path extrusionOk="0" h="60223" w="40082">
                  <a:moveTo>
                    <a:pt x="0" y="0"/>
                  </a:moveTo>
                  <a:cubicBezTo>
                    <a:pt x="11036" y="18127"/>
                    <a:pt x="24525" y="34649"/>
                    <a:pt x="40083" y="49076"/>
                  </a:cubicBezTo>
                  <a:cubicBezTo>
                    <a:pt x="32362" y="56887"/>
                    <a:pt x="21609" y="60921"/>
                    <a:pt x="10663" y="60125"/>
                  </a:cubicBezTo>
                  <a:close/>
                </a:path>
              </a:pathLst>
            </a:custGeom>
            <a:solidFill>
              <a:srgbClr val="ED847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67" name="Google Shape;1267;g3f3ba1429e3_0_2125"/>
            <p:cNvSpPr/>
            <p:nvPr/>
          </p:nvSpPr>
          <p:spPr>
            <a:xfrm>
              <a:off x="6091303" y="1896018"/>
              <a:ext cx="67491" cy="23860"/>
            </a:xfrm>
            <a:custGeom>
              <a:rect b="b" l="l" r="r" t="t"/>
              <a:pathLst>
                <a:path extrusionOk="0" h="23860" w="67491">
                  <a:moveTo>
                    <a:pt x="50506" y="23857"/>
                  </a:moveTo>
                  <a:cubicBezTo>
                    <a:pt x="55375" y="23844"/>
                    <a:pt x="60231" y="23420"/>
                    <a:pt x="65023" y="22572"/>
                  </a:cubicBezTo>
                  <a:cubicBezTo>
                    <a:pt x="66436" y="22521"/>
                    <a:pt x="67541" y="21313"/>
                    <a:pt x="67490" y="19900"/>
                  </a:cubicBezTo>
                  <a:cubicBezTo>
                    <a:pt x="67426" y="18487"/>
                    <a:pt x="66231" y="17382"/>
                    <a:pt x="64818" y="17433"/>
                  </a:cubicBezTo>
                  <a:cubicBezTo>
                    <a:pt x="64586" y="17446"/>
                    <a:pt x="64342" y="17485"/>
                    <a:pt x="64124" y="17562"/>
                  </a:cubicBezTo>
                  <a:cubicBezTo>
                    <a:pt x="42669" y="21840"/>
                    <a:pt x="20457" y="15583"/>
                    <a:pt x="4385" y="732"/>
                  </a:cubicBezTo>
                  <a:cubicBezTo>
                    <a:pt x="3383" y="-244"/>
                    <a:pt x="1790" y="-244"/>
                    <a:pt x="788" y="732"/>
                  </a:cubicBezTo>
                  <a:cubicBezTo>
                    <a:pt x="-202" y="1644"/>
                    <a:pt x="-266" y="3186"/>
                    <a:pt x="634" y="4175"/>
                  </a:cubicBezTo>
                  <a:cubicBezTo>
                    <a:pt x="685" y="4227"/>
                    <a:pt x="736" y="4278"/>
                    <a:pt x="788" y="4329"/>
                  </a:cubicBezTo>
                  <a:cubicBezTo>
                    <a:pt x="14200" y="17048"/>
                    <a:pt x="32032" y="24050"/>
                    <a:pt x="50506" y="2385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68" name="Google Shape;1268;g3f3ba1429e3_0_2125"/>
            <p:cNvSpPr/>
            <p:nvPr/>
          </p:nvSpPr>
          <p:spPr>
            <a:xfrm>
              <a:off x="5908606" y="1610137"/>
              <a:ext cx="294719" cy="280960"/>
            </a:xfrm>
            <a:custGeom>
              <a:rect b="b" l="l" r="r" t="t"/>
              <a:pathLst>
                <a:path extrusionOk="0" h="280960" w="294719">
                  <a:moveTo>
                    <a:pt x="59896" y="145038"/>
                  </a:moveTo>
                  <a:cubicBezTo>
                    <a:pt x="62710" y="172364"/>
                    <a:pt x="67001" y="199510"/>
                    <a:pt x="72744" y="226360"/>
                  </a:cubicBezTo>
                  <a:cubicBezTo>
                    <a:pt x="72744" y="226360"/>
                    <a:pt x="136979" y="145038"/>
                    <a:pt x="147642" y="101486"/>
                  </a:cubicBezTo>
                  <a:cubicBezTo>
                    <a:pt x="145098" y="118637"/>
                    <a:pt x="140114" y="135325"/>
                    <a:pt x="132868" y="151076"/>
                  </a:cubicBezTo>
                  <a:cubicBezTo>
                    <a:pt x="132868" y="151076"/>
                    <a:pt x="219329" y="132191"/>
                    <a:pt x="227808" y="75150"/>
                  </a:cubicBezTo>
                  <a:cubicBezTo>
                    <a:pt x="227667" y="100690"/>
                    <a:pt x="224815" y="126140"/>
                    <a:pt x="219329" y="151076"/>
                  </a:cubicBezTo>
                  <a:cubicBezTo>
                    <a:pt x="219329" y="151076"/>
                    <a:pt x="301807" y="118701"/>
                    <a:pt x="294228" y="63973"/>
                  </a:cubicBezTo>
                  <a:cubicBezTo>
                    <a:pt x="286648" y="9244"/>
                    <a:pt x="159975" y="-11954"/>
                    <a:pt x="101521" y="6546"/>
                  </a:cubicBezTo>
                  <a:cubicBezTo>
                    <a:pt x="43067" y="25046"/>
                    <a:pt x="-14103" y="85042"/>
                    <a:pt x="3112" y="167520"/>
                  </a:cubicBezTo>
                  <a:cubicBezTo>
                    <a:pt x="20327" y="249999"/>
                    <a:pt x="53345" y="280960"/>
                    <a:pt x="53345" y="280960"/>
                  </a:cubicBezTo>
                  <a:cubicBezTo>
                    <a:pt x="53345" y="280960"/>
                    <a:pt x="29577" y="197840"/>
                    <a:pt x="59896" y="14503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69" name="Google Shape;1269;g3f3ba1429e3_0_2125"/>
            <p:cNvSpPr/>
            <p:nvPr/>
          </p:nvSpPr>
          <p:spPr>
            <a:xfrm>
              <a:off x="5924055" y="1843557"/>
              <a:ext cx="82997" cy="95092"/>
            </a:xfrm>
            <a:custGeom>
              <a:rect b="b" l="l" r="r" t="t"/>
              <a:pathLst>
                <a:path extrusionOk="0" h="95092" w="82997">
                  <a:moveTo>
                    <a:pt x="3593" y="50495"/>
                  </a:moveTo>
                  <a:cubicBezTo>
                    <a:pt x="11520" y="69522"/>
                    <a:pt x="26679" y="84630"/>
                    <a:pt x="45731" y="92505"/>
                  </a:cubicBezTo>
                  <a:cubicBezTo>
                    <a:pt x="71426" y="102783"/>
                    <a:pt x="86714" y="80814"/>
                    <a:pt x="82217" y="55377"/>
                  </a:cubicBezTo>
                  <a:cubicBezTo>
                    <a:pt x="78235" y="32381"/>
                    <a:pt x="60120" y="-508"/>
                    <a:pt x="33527" y="6"/>
                  </a:cubicBezTo>
                  <a:cubicBezTo>
                    <a:pt x="14179" y="867"/>
                    <a:pt x="-814" y="17247"/>
                    <a:pt x="34" y="36595"/>
                  </a:cubicBezTo>
                  <a:cubicBezTo>
                    <a:pt x="253" y="41425"/>
                    <a:pt x="1460" y="46153"/>
                    <a:pt x="3593" y="5049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70" name="Google Shape;1270;g3f3ba1429e3_0_2125"/>
            <p:cNvSpPr/>
            <p:nvPr/>
          </p:nvSpPr>
          <p:spPr>
            <a:xfrm>
              <a:off x="5941652" y="1715606"/>
              <a:ext cx="89929" cy="214161"/>
            </a:xfrm>
            <a:custGeom>
              <a:rect b="b" l="l" r="r" t="t"/>
              <a:pathLst>
                <a:path extrusionOk="0" h="214161" w="89929">
                  <a:moveTo>
                    <a:pt x="42395" y="0"/>
                  </a:moveTo>
                  <a:cubicBezTo>
                    <a:pt x="29548" y="51388"/>
                    <a:pt x="56270" y="169582"/>
                    <a:pt x="89930" y="214161"/>
                  </a:cubicBezTo>
                  <a:cubicBezTo>
                    <a:pt x="25694" y="181658"/>
                    <a:pt x="0" y="74256"/>
                    <a:pt x="0" y="742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71" name="Google Shape;1271;g3f3ba1429e3_0_2125"/>
            <p:cNvSpPr/>
            <p:nvPr/>
          </p:nvSpPr>
          <p:spPr>
            <a:xfrm>
              <a:off x="6055210" y="1752687"/>
              <a:ext cx="43194" cy="35573"/>
            </a:xfrm>
            <a:custGeom>
              <a:rect b="b" l="l" r="r" t="t"/>
              <a:pathLst>
                <a:path extrusionOk="0" h="35573" w="43194">
                  <a:moveTo>
                    <a:pt x="6562" y="35377"/>
                  </a:moveTo>
                  <a:cubicBezTo>
                    <a:pt x="7898" y="34979"/>
                    <a:pt x="9003" y="34041"/>
                    <a:pt x="9645" y="32808"/>
                  </a:cubicBezTo>
                  <a:cubicBezTo>
                    <a:pt x="15144" y="21053"/>
                    <a:pt x="25935" y="12638"/>
                    <a:pt x="38679" y="10197"/>
                  </a:cubicBezTo>
                  <a:cubicBezTo>
                    <a:pt x="41442" y="9799"/>
                    <a:pt x="43407" y="7319"/>
                    <a:pt x="43176" y="4544"/>
                  </a:cubicBezTo>
                  <a:cubicBezTo>
                    <a:pt x="42919" y="1795"/>
                    <a:pt x="40478" y="-235"/>
                    <a:pt x="37716" y="22"/>
                  </a:cubicBezTo>
                  <a:cubicBezTo>
                    <a:pt x="37652" y="35"/>
                    <a:pt x="37588" y="35"/>
                    <a:pt x="37523" y="48"/>
                  </a:cubicBezTo>
                  <a:cubicBezTo>
                    <a:pt x="21349" y="2848"/>
                    <a:pt x="7551" y="13344"/>
                    <a:pt x="524" y="28183"/>
                  </a:cubicBezTo>
                  <a:cubicBezTo>
                    <a:pt x="-723" y="30727"/>
                    <a:pt x="331" y="33810"/>
                    <a:pt x="2887" y="35056"/>
                  </a:cubicBezTo>
                  <a:cubicBezTo>
                    <a:pt x="4031" y="35608"/>
                    <a:pt x="5341" y="35724"/>
                    <a:pt x="6562" y="3537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72" name="Google Shape;1272;g3f3ba1429e3_0_2125"/>
            <p:cNvSpPr/>
            <p:nvPr/>
          </p:nvSpPr>
          <p:spPr>
            <a:xfrm>
              <a:off x="6183592" y="1723113"/>
              <a:ext cx="49225" cy="25127"/>
            </a:xfrm>
            <a:custGeom>
              <a:rect b="b" l="l" r="r" t="t"/>
              <a:pathLst>
                <a:path extrusionOk="0" h="25127" w="49225">
                  <a:moveTo>
                    <a:pt x="44293" y="25124"/>
                  </a:moveTo>
                  <a:cubicBezTo>
                    <a:pt x="45603" y="25176"/>
                    <a:pt x="46862" y="24662"/>
                    <a:pt x="47761" y="23711"/>
                  </a:cubicBezTo>
                  <a:cubicBezTo>
                    <a:pt x="49714" y="21707"/>
                    <a:pt x="49714" y="18521"/>
                    <a:pt x="47761" y="16517"/>
                  </a:cubicBezTo>
                  <a:cubicBezTo>
                    <a:pt x="36649" y="4492"/>
                    <a:pt x="20474" y="-1520"/>
                    <a:pt x="4210" y="330"/>
                  </a:cubicBezTo>
                  <a:cubicBezTo>
                    <a:pt x="1422" y="843"/>
                    <a:pt x="-428" y="3528"/>
                    <a:pt x="86" y="6316"/>
                  </a:cubicBezTo>
                  <a:cubicBezTo>
                    <a:pt x="86" y="6329"/>
                    <a:pt x="99" y="6355"/>
                    <a:pt x="99" y="6368"/>
                  </a:cubicBezTo>
                  <a:cubicBezTo>
                    <a:pt x="677" y="9065"/>
                    <a:pt x="3285" y="10826"/>
                    <a:pt x="6008" y="10350"/>
                  </a:cubicBezTo>
                  <a:cubicBezTo>
                    <a:pt x="18843" y="8911"/>
                    <a:pt x="31574" y="13690"/>
                    <a:pt x="40310" y="23197"/>
                  </a:cubicBezTo>
                  <a:cubicBezTo>
                    <a:pt x="41274" y="24405"/>
                    <a:pt x="42738" y="25112"/>
                    <a:pt x="44293" y="2512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73" name="Google Shape;1273;g3f3ba1429e3_0_2125"/>
            <p:cNvSpPr/>
            <p:nvPr/>
          </p:nvSpPr>
          <p:spPr>
            <a:xfrm>
              <a:off x="5662613" y="2295524"/>
              <a:ext cx="176519" cy="745902"/>
            </a:xfrm>
            <a:custGeom>
              <a:rect b="b" l="l" r="r" t="t"/>
              <a:pathLst>
                <a:path extrusionOk="0" h="745902" w="176519">
                  <a:moveTo>
                    <a:pt x="176519" y="34302"/>
                  </a:moveTo>
                  <a:cubicBezTo>
                    <a:pt x="158662" y="90700"/>
                    <a:pt x="141575" y="149926"/>
                    <a:pt x="127058" y="208251"/>
                  </a:cubicBezTo>
                  <a:cubicBezTo>
                    <a:pt x="112451" y="265832"/>
                    <a:pt x="101762" y="324338"/>
                    <a:pt x="95068" y="383357"/>
                  </a:cubicBezTo>
                  <a:lnTo>
                    <a:pt x="94041" y="394149"/>
                  </a:lnTo>
                  <a:cubicBezTo>
                    <a:pt x="94041" y="397618"/>
                    <a:pt x="94041" y="398388"/>
                    <a:pt x="94041" y="401472"/>
                  </a:cubicBezTo>
                  <a:cubicBezTo>
                    <a:pt x="94182" y="407536"/>
                    <a:pt x="94657" y="413574"/>
                    <a:pt x="95454" y="419586"/>
                  </a:cubicBezTo>
                  <a:cubicBezTo>
                    <a:pt x="97086" y="433654"/>
                    <a:pt x="99449" y="447631"/>
                    <a:pt x="102520" y="461468"/>
                  </a:cubicBezTo>
                  <a:cubicBezTo>
                    <a:pt x="108558" y="490117"/>
                    <a:pt x="115367" y="519665"/>
                    <a:pt x="124103" y="548956"/>
                  </a:cubicBezTo>
                  <a:cubicBezTo>
                    <a:pt x="132839" y="578248"/>
                    <a:pt x="140290" y="608053"/>
                    <a:pt x="149026" y="637602"/>
                  </a:cubicBezTo>
                  <a:lnTo>
                    <a:pt x="174721" y="726246"/>
                  </a:lnTo>
                  <a:lnTo>
                    <a:pt x="127058" y="745903"/>
                  </a:lnTo>
                  <a:cubicBezTo>
                    <a:pt x="97766" y="689889"/>
                    <a:pt x="72329" y="632848"/>
                    <a:pt x="48562" y="574008"/>
                  </a:cubicBezTo>
                  <a:cubicBezTo>
                    <a:pt x="37128" y="544460"/>
                    <a:pt x="25951" y="514655"/>
                    <a:pt x="16701" y="483179"/>
                  </a:cubicBezTo>
                  <a:cubicBezTo>
                    <a:pt x="12076" y="467506"/>
                    <a:pt x="7708" y="451447"/>
                    <a:pt x="3854" y="433975"/>
                  </a:cubicBezTo>
                  <a:cubicBezTo>
                    <a:pt x="2030" y="424725"/>
                    <a:pt x="732" y="415372"/>
                    <a:pt x="0" y="405968"/>
                  </a:cubicBezTo>
                  <a:cubicBezTo>
                    <a:pt x="0" y="401215"/>
                    <a:pt x="0" y="394149"/>
                    <a:pt x="0" y="389909"/>
                  </a:cubicBezTo>
                  <a:lnTo>
                    <a:pt x="0" y="377062"/>
                  </a:lnTo>
                  <a:cubicBezTo>
                    <a:pt x="1092" y="344328"/>
                    <a:pt x="4098" y="311683"/>
                    <a:pt x="8993" y="279296"/>
                  </a:cubicBezTo>
                  <a:cubicBezTo>
                    <a:pt x="13232" y="247178"/>
                    <a:pt x="19528" y="215831"/>
                    <a:pt x="26336" y="184613"/>
                  </a:cubicBezTo>
                  <a:cubicBezTo>
                    <a:pt x="39710" y="122086"/>
                    <a:pt x="56861" y="60433"/>
                    <a:pt x="77725" y="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74" name="Google Shape;1274;g3f3ba1429e3_0_2125"/>
            <p:cNvSpPr/>
            <p:nvPr/>
          </p:nvSpPr>
          <p:spPr>
            <a:xfrm>
              <a:off x="5689848" y="2174928"/>
              <a:ext cx="216539" cy="287480"/>
            </a:xfrm>
            <a:custGeom>
              <a:rect b="b" l="l" r="r" t="t"/>
              <a:pathLst>
                <a:path extrusionOk="0" h="287480" w="216539">
                  <a:moveTo>
                    <a:pt x="96225" y="2403"/>
                  </a:moveTo>
                  <a:cubicBezTo>
                    <a:pt x="52545" y="15250"/>
                    <a:pt x="0" y="166204"/>
                    <a:pt x="0" y="166204"/>
                  </a:cubicBezTo>
                  <a:lnTo>
                    <a:pt x="169582" y="287480"/>
                  </a:lnTo>
                  <a:cubicBezTo>
                    <a:pt x="169582" y="287480"/>
                    <a:pt x="231505" y="161835"/>
                    <a:pt x="213133" y="105308"/>
                  </a:cubicBezTo>
                  <a:cubicBezTo>
                    <a:pt x="193991" y="46469"/>
                    <a:pt x="146200" y="-12757"/>
                    <a:pt x="96225" y="240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75" name="Google Shape;1275;g3f3ba1429e3_0_2125"/>
            <p:cNvSpPr/>
            <p:nvPr/>
          </p:nvSpPr>
          <p:spPr>
            <a:xfrm>
              <a:off x="5689848" y="2174928"/>
              <a:ext cx="216539" cy="287480"/>
            </a:xfrm>
            <a:custGeom>
              <a:rect b="b" l="l" r="r" t="t"/>
              <a:pathLst>
                <a:path extrusionOk="0" h="287480" w="216539">
                  <a:moveTo>
                    <a:pt x="96225" y="2403"/>
                  </a:moveTo>
                  <a:cubicBezTo>
                    <a:pt x="52545" y="15250"/>
                    <a:pt x="0" y="166204"/>
                    <a:pt x="0" y="166204"/>
                  </a:cubicBezTo>
                  <a:lnTo>
                    <a:pt x="169582" y="287480"/>
                  </a:lnTo>
                  <a:cubicBezTo>
                    <a:pt x="169582" y="287480"/>
                    <a:pt x="231505" y="161835"/>
                    <a:pt x="213133" y="105308"/>
                  </a:cubicBezTo>
                  <a:cubicBezTo>
                    <a:pt x="193991" y="46469"/>
                    <a:pt x="146200" y="-12757"/>
                    <a:pt x="96225" y="2403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76" name="Google Shape;1276;g3f3ba1429e3_0_2125"/>
            <p:cNvSpPr/>
            <p:nvPr/>
          </p:nvSpPr>
          <p:spPr>
            <a:xfrm>
              <a:off x="5506777" y="4967010"/>
              <a:ext cx="55213" cy="28727"/>
            </a:xfrm>
            <a:custGeom>
              <a:rect b="b" l="l" r="r" t="t"/>
              <a:pathLst>
                <a:path extrusionOk="0" h="28727" w="55213">
                  <a:moveTo>
                    <a:pt x="44965" y="28075"/>
                  </a:moveTo>
                  <a:cubicBezTo>
                    <a:pt x="49192" y="26585"/>
                    <a:pt x="52545" y="23296"/>
                    <a:pt x="54086" y="19082"/>
                  </a:cubicBezTo>
                  <a:cubicBezTo>
                    <a:pt x="55589" y="16372"/>
                    <a:pt x="55589" y="13057"/>
                    <a:pt x="54086" y="10346"/>
                  </a:cubicBezTo>
                  <a:cubicBezTo>
                    <a:pt x="46378" y="-959"/>
                    <a:pt x="7451" y="-60"/>
                    <a:pt x="2698" y="69"/>
                  </a:cubicBezTo>
                  <a:cubicBezTo>
                    <a:pt x="1696" y="81"/>
                    <a:pt x="784" y="685"/>
                    <a:pt x="385" y="1610"/>
                  </a:cubicBezTo>
                  <a:cubicBezTo>
                    <a:pt x="-128" y="2433"/>
                    <a:pt x="-128" y="3486"/>
                    <a:pt x="385" y="4308"/>
                  </a:cubicBezTo>
                  <a:cubicBezTo>
                    <a:pt x="10535" y="14457"/>
                    <a:pt x="29548" y="31030"/>
                    <a:pt x="42909" y="28461"/>
                  </a:cubicBezTo>
                  <a:close/>
                  <a:moveTo>
                    <a:pt x="8864" y="4694"/>
                  </a:moveTo>
                  <a:cubicBezTo>
                    <a:pt x="24409" y="4694"/>
                    <a:pt x="45222" y="6878"/>
                    <a:pt x="49333" y="12916"/>
                  </a:cubicBezTo>
                  <a:cubicBezTo>
                    <a:pt x="50052" y="14098"/>
                    <a:pt x="50052" y="15588"/>
                    <a:pt x="49333" y="16770"/>
                  </a:cubicBezTo>
                  <a:cubicBezTo>
                    <a:pt x="48177" y="19917"/>
                    <a:pt x="45530" y="22281"/>
                    <a:pt x="42267" y="23065"/>
                  </a:cubicBezTo>
                  <a:cubicBezTo>
                    <a:pt x="35201" y="24864"/>
                    <a:pt x="22868" y="17541"/>
                    <a:pt x="8864" y="469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77" name="Google Shape;1277;g3f3ba1429e3_0_2125"/>
            <p:cNvSpPr/>
            <p:nvPr/>
          </p:nvSpPr>
          <p:spPr>
            <a:xfrm>
              <a:off x="5506944" y="4937889"/>
              <a:ext cx="47748" cy="34199"/>
            </a:xfrm>
            <a:custGeom>
              <a:rect b="b" l="l" r="r" t="t"/>
              <a:pathLst>
                <a:path extrusionOk="0" h="34199" w="47748">
                  <a:moveTo>
                    <a:pt x="20131" y="31116"/>
                  </a:moveTo>
                  <a:cubicBezTo>
                    <a:pt x="31951" y="27390"/>
                    <a:pt x="44541" y="20838"/>
                    <a:pt x="47239" y="13516"/>
                  </a:cubicBezTo>
                  <a:cubicBezTo>
                    <a:pt x="48613" y="9597"/>
                    <a:pt x="47136" y="5242"/>
                    <a:pt x="43642" y="2981"/>
                  </a:cubicBezTo>
                  <a:cubicBezTo>
                    <a:pt x="40610" y="450"/>
                    <a:pt x="36588" y="-539"/>
                    <a:pt x="32722" y="283"/>
                  </a:cubicBezTo>
                  <a:cubicBezTo>
                    <a:pt x="17433" y="2981"/>
                    <a:pt x="989" y="29189"/>
                    <a:pt x="347" y="30345"/>
                  </a:cubicBezTo>
                  <a:cubicBezTo>
                    <a:pt x="-116" y="31142"/>
                    <a:pt x="-116" y="32118"/>
                    <a:pt x="347" y="32915"/>
                  </a:cubicBezTo>
                  <a:cubicBezTo>
                    <a:pt x="822" y="33685"/>
                    <a:pt x="1632" y="34161"/>
                    <a:pt x="2531" y="34199"/>
                  </a:cubicBezTo>
                  <a:cubicBezTo>
                    <a:pt x="8518" y="34032"/>
                    <a:pt x="14440" y="32992"/>
                    <a:pt x="20131" y="31116"/>
                  </a:cubicBezTo>
                  <a:close/>
                  <a:moveTo>
                    <a:pt x="31951" y="5422"/>
                  </a:moveTo>
                  <a:lnTo>
                    <a:pt x="33621" y="5422"/>
                  </a:lnTo>
                  <a:cubicBezTo>
                    <a:pt x="36062" y="4908"/>
                    <a:pt x="38618" y="5525"/>
                    <a:pt x="40558" y="7092"/>
                  </a:cubicBezTo>
                  <a:cubicBezTo>
                    <a:pt x="43128" y="9147"/>
                    <a:pt x="42871" y="10689"/>
                    <a:pt x="42485" y="11846"/>
                  </a:cubicBezTo>
                  <a:cubicBezTo>
                    <a:pt x="39916" y="18911"/>
                    <a:pt x="20388" y="27390"/>
                    <a:pt x="7413" y="29061"/>
                  </a:cubicBezTo>
                  <a:cubicBezTo>
                    <a:pt x="13322" y="19181"/>
                    <a:pt x="21801" y="11100"/>
                    <a:pt x="31951" y="5679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78" name="Google Shape;1278;g3f3ba1429e3_0_2125"/>
            <p:cNvSpPr/>
            <p:nvPr/>
          </p:nvSpPr>
          <p:spPr>
            <a:xfrm>
              <a:off x="6226548" y="5226042"/>
              <a:ext cx="66878" cy="27663"/>
            </a:xfrm>
            <a:custGeom>
              <a:rect b="b" l="l" r="r" t="t"/>
              <a:pathLst>
                <a:path extrusionOk="0" h="27663" w="66878">
                  <a:moveTo>
                    <a:pt x="36409" y="27527"/>
                  </a:moveTo>
                  <a:cubicBezTo>
                    <a:pt x="45466" y="28272"/>
                    <a:pt x="54511" y="25959"/>
                    <a:pt x="62103" y="20975"/>
                  </a:cubicBezTo>
                  <a:cubicBezTo>
                    <a:pt x="65688" y="17725"/>
                    <a:pt x="67422" y="12907"/>
                    <a:pt x="66728" y="8128"/>
                  </a:cubicBezTo>
                  <a:cubicBezTo>
                    <a:pt x="66523" y="5301"/>
                    <a:pt x="64878" y="2771"/>
                    <a:pt x="62360" y="1447"/>
                  </a:cubicBezTo>
                  <a:cubicBezTo>
                    <a:pt x="49513" y="-5747"/>
                    <a:pt x="6475" y="16093"/>
                    <a:pt x="1594" y="18534"/>
                  </a:cubicBezTo>
                  <a:cubicBezTo>
                    <a:pt x="283" y="19074"/>
                    <a:pt x="-346" y="20576"/>
                    <a:pt x="193" y="21887"/>
                  </a:cubicBezTo>
                  <a:cubicBezTo>
                    <a:pt x="450" y="22516"/>
                    <a:pt x="964" y="23030"/>
                    <a:pt x="1594" y="23287"/>
                  </a:cubicBezTo>
                  <a:cubicBezTo>
                    <a:pt x="13028" y="25870"/>
                    <a:pt x="24693" y="27296"/>
                    <a:pt x="36409" y="27527"/>
                  </a:cubicBezTo>
                  <a:close/>
                  <a:moveTo>
                    <a:pt x="55551" y="5301"/>
                  </a:moveTo>
                  <a:cubicBezTo>
                    <a:pt x="57183" y="5199"/>
                    <a:pt x="58815" y="5507"/>
                    <a:pt x="60305" y="6201"/>
                  </a:cubicBezTo>
                  <a:cubicBezTo>
                    <a:pt x="61333" y="6766"/>
                    <a:pt x="61975" y="7845"/>
                    <a:pt x="61975" y="9027"/>
                  </a:cubicBezTo>
                  <a:cubicBezTo>
                    <a:pt x="62463" y="12033"/>
                    <a:pt x="61397" y="15078"/>
                    <a:pt x="59149" y="17121"/>
                  </a:cubicBezTo>
                  <a:cubicBezTo>
                    <a:pt x="52596" y="23030"/>
                    <a:pt x="34868" y="24058"/>
                    <a:pt x="11100" y="20075"/>
                  </a:cubicBezTo>
                  <a:cubicBezTo>
                    <a:pt x="24975" y="12676"/>
                    <a:pt x="40006" y="7678"/>
                    <a:pt x="55551" y="530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79" name="Google Shape;1279;g3f3ba1429e3_0_2125"/>
            <p:cNvSpPr/>
            <p:nvPr/>
          </p:nvSpPr>
          <p:spPr>
            <a:xfrm>
              <a:off x="6227112" y="5201421"/>
              <a:ext cx="39974" cy="48462"/>
            </a:xfrm>
            <a:custGeom>
              <a:rect b="b" l="l" r="r" t="t"/>
              <a:pathLst>
                <a:path extrusionOk="0" h="48462" w="39974">
                  <a:moveTo>
                    <a:pt x="2572" y="48421"/>
                  </a:moveTo>
                  <a:lnTo>
                    <a:pt x="3600" y="48421"/>
                  </a:lnTo>
                  <a:cubicBezTo>
                    <a:pt x="16447" y="42640"/>
                    <a:pt x="42141" y="19515"/>
                    <a:pt x="39828" y="7311"/>
                  </a:cubicBezTo>
                  <a:cubicBezTo>
                    <a:pt x="39828" y="4356"/>
                    <a:pt x="37259" y="887"/>
                    <a:pt x="30193" y="117"/>
                  </a:cubicBezTo>
                  <a:cubicBezTo>
                    <a:pt x="25080" y="-462"/>
                    <a:pt x="19954" y="1131"/>
                    <a:pt x="16061" y="4484"/>
                  </a:cubicBezTo>
                  <a:cubicBezTo>
                    <a:pt x="3214" y="15790"/>
                    <a:pt x="131" y="44696"/>
                    <a:pt x="2" y="45852"/>
                  </a:cubicBezTo>
                  <a:cubicBezTo>
                    <a:pt x="-36" y="46764"/>
                    <a:pt x="401" y="47638"/>
                    <a:pt x="1159" y="48165"/>
                  </a:cubicBezTo>
                  <a:cubicBezTo>
                    <a:pt x="1583" y="48434"/>
                    <a:pt x="2084" y="48524"/>
                    <a:pt x="2572" y="48421"/>
                  </a:cubicBezTo>
                  <a:close/>
                  <a:moveTo>
                    <a:pt x="28266" y="4870"/>
                  </a:moveTo>
                  <a:lnTo>
                    <a:pt x="29808" y="4870"/>
                  </a:lnTo>
                  <a:cubicBezTo>
                    <a:pt x="34432" y="4870"/>
                    <a:pt x="34818" y="7311"/>
                    <a:pt x="34818" y="7824"/>
                  </a:cubicBezTo>
                  <a:cubicBezTo>
                    <a:pt x="36103" y="15147"/>
                    <a:pt x="18888" y="33519"/>
                    <a:pt x="5784" y="41356"/>
                  </a:cubicBezTo>
                  <a:cubicBezTo>
                    <a:pt x="6811" y="29151"/>
                    <a:pt x="11616" y="17562"/>
                    <a:pt x="19530" y="8210"/>
                  </a:cubicBezTo>
                  <a:cubicBezTo>
                    <a:pt x="21881" y="6064"/>
                    <a:pt x="24951" y="4882"/>
                    <a:pt x="28138" y="487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80" name="Google Shape;1280;g3f3ba1429e3_0_2125"/>
            <p:cNvSpPr/>
            <p:nvPr/>
          </p:nvSpPr>
          <p:spPr>
            <a:xfrm>
              <a:off x="5845452" y="2799877"/>
              <a:ext cx="468508" cy="47943"/>
            </a:xfrm>
            <a:custGeom>
              <a:rect b="b" l="l" r="r" t="t"/>
              <a:pathLst>
                <a:path extrusionOk="0" h="47943" w="468508">
                  <a:moveTo>
                    <a:pt x="11409" y="3365"/>
                  </a:moveTo>
                  <a:lnTo>
                    <a:pt x="361" y="41906"/>
                  </a:lnTo>
                  <a:cubicBezTo>
                    <a:pt x="-1181" y="44861"/>
                    <a:pt x="2416" y="47944"/>
                    <a:pt x="7427" y="47944"/>
                  </a:cubicBezTo>
                  <a:lnTo>
                    <a:pt x="457075" y="47944"/>
                  </a:lnTo>
                  <a:cubicBezTo>
                    <a:pt x="461058" y="47944"/>
                    <a:pt x="464269" y="46017"/>
                    <a:pt x="464526" y="43576"/>
                  </a:cubicBezTo>
                  <a:lnTo>
                    <a:pt x="468509" y="5035"/>
                  </a:lnTo>
                  <a:cubicBezTo>
                    <a:pt x="468509" y="2337"/>
                    <a:pt x="465297" y="24"/>
                    <a:pt x="461058" y="24"/>
                  </a:cubicBezTo>
                  <a:lnTo>
                    <a:pt x="18603" y="24"/>
                  </a:lnTo>
                  <a:cubicBezTo>
                    <a:pt x="15790" y="-194"/>
                    <a:pt x="13054" y="1078"/>
                    <a:pt x="11409" y="336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81" name="Google Shape;1281;g3f3ba1429e3_0_2125"/>
            <p:cNvSpPr/>
            <p:nvPr/>
          </p:nvSpPr>
          <p:spPr>
            <a:xfrm>
              <a:off x="5900277" y="2795790"/>
              <a:ext cx="25964" cy="56784"/>
            </a:xfrm>
            <a:custGeom>
              <a:rect b="b" l="l" r="r" t="t"/>
              <a:pathLst>
                <a:path extrusionOk="0" h="56784" w="25964">
                  <a:moveTo>
                    <a:pt x="15937" y="56784"/>
                  </a:moveTo>
                  <a:lnTo>
                    <a:pt x="3989" y="56784"/>
                  </a:lnTo>
                  <a:cubicBezTo>
                    <a:pt x="1677" y="56784"/>
                    <a:pt x="-122" y="55628"/>
                    <a:pt x="6" y="54086"/>
                  </a:cubicBezTo>
                  <a:lnTo>
                    <a:pt x="5531" y="2698"/>
                  </a:lnTo>
                  <a:cubicBezTo>
                    <a:pt x="5531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086" y="1285"/>
                    <a:pt x="25958" y="2698"/>
                  </a:cubicBezTo>
                  <a:lnTo>
                    <a:pt x="20433" y="54086"/>
                  </a:lnTo>
                  <a:cubicBezTo>
                    <a:pt x="20433" y="56142"/>
                    <a:pt x="18378" y="56784"/>
                    <a:pt x="15937" y="5678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82" name="Google Shape;1282;g3f3ba1429e3_0_2125"/>
            <p:cNvSpPr/>
            <p:nvPr/>
          </p:nvSpPr>
          <p:spPr>
            <a:xfrm>
              <a:off x="5900277" y="2795790"/>
              <a:ext cx="25964" cy="56784"/>
            </a:xfrm>
            <a:custGeom>
              <a:rect b="b" l="l" r="r" t="t"/>
              <a:pathLst>
                <a:path extrusionOk="0" h="56784" w="25964">
                  <a:moveTo>
                    <a:pt x="15937" y="56784"/>
                  </a:moveTo>
                  <a:lnTo>
                    <a:pt x="3989" y="56784"/>
                  </a:lnTo>
                  <a:cubicBezTo>
                    <a:pt x="1677" y="56784"/>
                    <a:pt x="-122" y="55628"/>
                    <a:pt x="6" y="54086"/>
                  </a:cubicBezTo>
                  <a:lnTo>
                    <a:pt x="5531" y="2698"/>
                  </a:lnTo>
                  <a:cubicBezTo>
                    <a:pt x="5531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086" y="1285"/>
                    <a:pt x="25958" y="2698"/>
                  </a:cubicBezTo>
                  <a:lnTo>
                    <a:pt x="20433" y="54086"/>
                  </a:lnTo>
                  <a:cubicBezTo>
                    <a:pt x="20433" y="56142"/>
                    <a:pt x="18378" y="56784"/>
                    <a:pt x="15937" y="5678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83" name="Google Shape;1283;g3f3ba1429e3_0_2125"/>
            <p:cNvSpPr/>
            <p:nvPr/>
          </p:nvSpPr>
          <p:spPr>
            <a:xfrm>
              <a:off x="6252802" y="2795790"/>
              <a:ext cx="25981" cy="56784"/>
            </a:xfrm>
            <a:custGeom>
              <a:rect b="b" l="l" r="r" t="t"/>
              <a:pathLst>
                <a:path extrusionOk="0" h="56784" w="25981">
                  <a:moveTo>
                    <a:pt x="15808" y="56784"/>
                  </a:moveTo>
                  <a:lnTo>
                    <a:pt x="3989" y="56784"/>
                  </a:lnTo>
                  <a:cubicBezTo>
                    <a:pt x="1676" y="56784"/>
                    <a:pt x="-122" y="55628"/>
                    <a:pt x="6" y="54086"/>
                  </a:cubicBezTo>
                  <a:lnTo>
                    <a:pt x="5659" y="2698"/>
                  </a:lnTo>
                  <a:cubicBezTo>
                    <a:pt x="5659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214" y="1285"/>
                    <a:pt x="25957" y="2698"/>
                  </a:cubicBezTo>
                  <a:lnTo>
                    <a:pt x="20433" y="54086"/>
                  </a:lnTo>
                  <a:cubicBezTo>
                    <a:pt x="20305" y="56142"/>
                    <a:pt x="18249" y="56784"/>
                    <a:pt x="15808" y="5678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84" name="Google Shape;1284;g3f3ba1429e3_0_2125"/>
            <p:cNvSpPr/>
            <p:nvPr/>
          </p:nvSpPr>
          <p:spPr>
            <a:xfrm>
              <a:off x="6252802" y="2795790"/>
              <a:ext cx="25981" cy="56784"/>
            </a:xfrm>
            <a:custGeom>
              <a:rect b="b" l="l" r="r" t="t"/>
              <a:pathLst>
                <a:path extrusionOk="0" h="56784" w="25981">
                  <a:moveTo>
                    <a:pt x="15808" y="56784"/>
                  </a:moveTo>
                  <a:lnTo>
                    <a:pt x="3989" y="56784"/>
                  </a:lnTo>
                  <a:cubicBezTo>
                    <a:pt x="1676" y="56784"/>
                    <a:pt x="-122" y="55628"/>
                    <a:pt x="6" y="54086"/>
                  </a:cubicBezTo>
                  <a:lnTo>
                    <a:pt x="5659" y="2698"/>
                  </a:lnTo>
                  <a:cubicBezTo>
                    <a:pt x="5659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214" y="1285"/>
                    <a:pt x="25957" y="2698"/>
                  </a:cubicBezTo>
                  <a:lnTo>
                    <a:pt x="20433" y="54086"/>
                  </a:lnTo>
                  <a:cubicBezTo>
                    <a:pt x="20305" y="56142"/>
                    <a:pt x="18249" y="56784"/>
                    <a:pt x="15808" y="5678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85" name="Google Shape;1285;g3f3ba1429e3_0_2125"/>
            <p:cNvSpPr/>
            <p:nvPr/>
          </p:nvSpPr>
          <p:spPr>
            <a:xfrm>
              <a:off x="6076650" y="2795790"/>
              <a:ext cx="25982" cy="56784"/>
            </a:xfrm>
            <a:custGeom>
              <a:rect b="b" l="l" r="r" t="t"/>
              <a:pathLst>
                <a:path extrusionOk="0" h="56784" w="25982">
                  <a:moveTo>
                    <a:pt x="15826" y="56784"/>
                  </a:moveTo>
                  <a:lnTo>
                    <a:pt x="4007" y="56784"/>
                  </a:lnTo>
                  <a:cubicBezTo>
                    <a:pt x="1566" y="56784"/>
                    <a:pt x="-233" y="55628"/>
                    <a:pt x="24" y="54086"/>
                  </a:cubicBezTo>
                  <a:lnTo>
                    <a:pt x="5549" y="2698"/>
                  </a:lnTo>
                  <a:cubicBezTo>
                    <a:pt x="5549" y="1285"/>
                    <a:pt x="7733" y="0"/>
                    <a:pt x="10174" y="0"/>
                  </a:cubicBezTo>
                  <a:lnTo>
                    <a:pt x="21993" y="0"/>
                  </a:lnTo>
                  <a:cubicBezTo>
                    <a:pt x="24305" y="0"/>
                    <a:pt x="26104" y="1285"/>
                    <a:pt x="25976" y="2698"/>
                  </a:cubicBezTo>
                  <a:lnTo>
                    <a:pt x="20451" y="54086"/>
                  </a:lnTo>
                  <a:cubicBezTo>
                    <a:pt x="20323" y="56142"/>
                    <a:pt x="18139" y="56784"/>
                    <a:pt x="15826" y="5678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86" name="Google Shape;1286;g3f3ba1429e3_0_2125"/>
            <p:cNvSpPr/>
            <p:nvPr/>
          </p:nvSpPr>
          <p:spPr>
            <a:xfrm>
              <a:off x="6076650" y="2795790"/>
              <a:ext cx="25982" cy="56784"/>
            </a:xfrm>
            <a:custGeom>
              <a:rect b="b" l="l" r="r" t="t"/>
              <a:pathLst>
                <a:path extrusionOk="0" h="56784" w="25982">
                  <a:moveTo>
                    <a:pt x="15826" y="56784"/>
                  </a:moveTo>
                  <a:lnTo>
                    <a:pt x="4007" y="56784"/>
                  </a:lnTo>
                  <a:cubicBezTo>
                    <a:pt x="1566" y="56784"/>
                    <a:pt x="-233" y="55628"/>
                    <a:pt x="24" y="54086"/>
                  </a:cubicBezTo>
                  <a:lnTo>
                    <a:pt x="5549" y="2698"/>
                  </a:lnTo>
                  <a:cubicBezTo>
                    <a:pt x="5549" y="1285"/>
                    <a:pt x="7733" y="0"/>
                    <a:pt x="10174" y="0"/>
                  </a:cubicBezTo>
                  <a:lnTo>
                    <a:pt x="21993" y="0"/>
                  </a:lnTo>
                  <a:cubicBezTo>
                    <a:pt x="24305" y="0"/>
                    <a:pt x="26104" y="1285"/>
                    <a:pt x="25976" y="2698"/>
                  </a:cubicBezTo>
                  <a:lnTo>
                    <a:pt x="20451" y="54086"/>
                  </a:lnTo>
                  <a:cubicBezTo>
                    <a:pt x="20323" y="56142"/>
                    <a:pt x="18139" y="56784"/>
                    <a:pt x="15826" y="5678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87" name="Google Shape;1287;g3f3ba1429e3_0_2125"/>
            <p:cNvSpPr/>
            <p:nvPr/>
          </p:nvSpPr>
          <p:spPr>
            <a:xfrm>
              <a:off x="6101341" y="1791404"/>
              <a:ext cx="19399" cy="11730"/>
            </a:xfrm>
            <a:custGeom>
              <a:rect b="b" l="l" r="r" t="t"/>
              <a:pathLst>
                <a:path extrusionOk="0" h="11730" w="19399">
                  <a:moveTo>
                    <a:pt x="0" y="9507"/>
                  </a:moveTo>
                  <a:lnTo>
                    <a:pt x="19399" y="0"/>
                  </a:lnTo>
                  <a:cubicBezTo>
                    <a:pt x="19399" y="0"/>
                    <a:pt x="11691" y="17857"/>
                    <a:pt x="0" y="950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88" name="Google Shape;1288;g3f3ba1429e3_0_2125"/>
            <p:cNvSpPr/>
            <p:nvPr/>
          </p:nvSpPr>
          <p:spPr>
            <a:xfrm>
              <a:off x="5786120" y="3007253"/>
              <a:ext cx="139730" cy="94169"/>
            </a:xfrm>
            <a:custGeom>
              <a:rect b="b" l="l" r="r" t="t"/>
              <a:pathLst>
                <a:path extrusionOk="0" h="94169" w="139730">
                  <a:moveTo>
                    <a:pt x="47616" y="0"/>
                  </a:moveTo>
                  <a:lnTo>
                    <a:pt x="139730" y="70659"/>
                  </a:lnTo>
                  <a:lnTo>
                    <a:pt x="32971" y="94169"/>
                  </a:lnTo>
                  <a:cubicBezTo>
                    <a:pt x="32971" y="94169"/>
                    <a:pt x="-12380" y="42781"/>
                    <a:pt x="3294" y="38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89" name="Google Shape;1289;g3f3ba1429e3_0_2125"/>
            <p:cNvSpPr/>
            <p:nvPr/>
          </p:nvSpPr>
          <p:spPr>
            <a:xfrm>
              <a:off x="5808684" y="3077912"/>
              <a:ext cx="139776" cy="102262"/>
            </a:xfrm>
            <a:custGeom>
              <a:rect b="b" l="l" r="r" t="t"/>
              <a:pathLst>
                <a:path extrusionOk="0" h="102262" w="139776">
                  <a:moveTo>
                    <a:pt x="139776" y="87489"/>
                  </a:moveTo>
                  <a:lnTo>
                    <a:pt x="49333" y="102263"/>
                  </a:lnTo>
                  <a:lnTo>
                    <a:pt x="0" y="9507"/>
                  </a:lnTo>
                  <a:lnTo>
                    <a:pt x="117165" y="0"/>
                  </a:lnTo>
                  <a:lnTo>
                    <a:pt x="139776" y="87489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290" name="Google Shape;1290;g3f3ba1429e3_0_2125"/>
          <p:cNvSpPr/>
          <p:nvPr/>
        </p:nvSpPr>
        <p:spPr>
          <a:xfrm>
            <a:off x="5153778" y="5824715"/>
            <a:ext cx="4981847" cy="290858"/>
          </a:xfrm>
          <a:custGeom>
            <a:rect b="b" l="l" r="r" t="t"/>
            <a:pathLst>
              <a:path extrusionOk="0" h="290858" w="4981847">
                <a:moveTo>
                  <a:pt x="4981848" y="145429"/>
                </a:moveTo>
                <a:cubicBezTo>
                  <a:pt x="4981848" y="225747"/>
                  <a:pt x="3866624" y="290858"/>
                  <a:pt x="2490924" y="290858"/>
                </a:cubicBezTo>
                <a:cubicBezTo>
                  <a:pt x="1115225" y="290858"/>
                  <a:pt x="0" y="225747"/>
                  <a:pt x="0" y="145429"/>
                </a:cubicBezTo>
                <a:cubicBezTo>
                  <a:pt x="0" y="65111"/>
                  <a:pt x="1115225" y="0"/>
                  <a:pt x="2490924" y="0"/>
                </a:cubicBezTo>
                <a:cubicBezTo>
                  <a:pt x="3866624" y="0"/>
                  <a:pt x="4981848" y="65111"/>
                  <a:pt x="4981848" y="145429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91" name="Google Shape;1291;g3f3ba1429e3_0_2125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with content T3">
  <p:cSld name="1_Title with content T3"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3f3ba1429e3_0_2253"/>
          <p:cNvSpPr txBox="1"/>
          <p:nvPr>
            <p:ph idx="1" type="body"/>
          </p:nvPr>
        </p:nvSpPr>
        <p:spPr>
          <a:xfrm>
            <a:off x="781050" y="1581150"/>
            <a:ext cx="10477500" cy="44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294" name="Google Shape;1294;g3f3ba1429e3_0_2253"/>
          <p:cNvGrpSpPr/>
          <p:nvPr/>
        </p:nvGrpSpPr>
        <p:grpSpPr>
          <a:xfrm>
            <a:off x="-1" y="579518"/>
            <a:ext cx="11387071" cy="823623"/>
            <a:chOff x="0" y="579518"/>
            <a:chExt cx="4125900" cy="823623"/>
          </a:xfrm>
        </p:grpSpPr>
        <p:sp>
          <p:nvSpPr>
            <p:cNvPr id="1295" name="Google Shape;1295;g3f3ba1429e3_0_2253"/>
            <p:cNvSpPr/>
            <p:nvPr/>
          </p:nvSpPr>
          <p:spPr>
            <a:xfrm>
              <a:off x="0" y="676841"/>
              <a:ext cx="41259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0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g3f3ba1429e3_0_2253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0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7" name="Google Shape;1297;g3f3ba1429e3_0_2253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98" name="Google Shape;1298;g3f3ba1429e3_0_2253"/>
          <p:cNvSpPr txBox="1"/>
          <p:nvPr>
            <p:ph idx="2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ection Seprator ">
  <p:cSld name="blank Section Seprator "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0" name="Google Shape;1300;g3f3ba1429e3_0_2260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1301" name="Google Shape;1301;g3f3ba1429e3_0_2260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1302" name="Google Shape;1302;g3f3ba1429e3_0_2260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1303" name="Google Shape;1303;g3f3ba1429e3_0_2260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04" name="Google Shape;1304;g3f3ba1429e3_0_2260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05" name="Google Shape;1305;g3f3ba1429e3_0_2260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06" name="Google Shape;1306;g3f3ba1429e3_0_2260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1307" name="Google Shape;1307;g3f3ba1429e3_0_2260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308" name="Google Shape;1308;g3f3ba1429e3_0_2260"/>
          <p:cNvSpPr txBox="1"/>
          <p:nvPr>
            <p:ph type="title"/>
          </p:nvPr>
        </p:nvSpPr>
        <p:spPr>
          <a:xfrm>
            <a:off x="680025" y="642115"/>
            <a:ext cx="3018000" cy="10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91425" spcFirstLastPara="1" rIns="91425" wrap="square" tIns="1828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b="1" i="0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9" name="Google Shape;1309;g3f3ba1429e3_0_2260"/>
          <p:cNvSpPr/>
          <p:nvPr>
            <p:ph idx="2" type="pic"/>
          </p:nvPr>
        </p:nvSpPr>
        <p:spPr>
          <a:xfrm>
            <a:off x="6174558" y="1357460"/>
            <a:ext cx="5081100" cy="4557600"/>
          </a:xfrm>
          <a:prstGeom prst="rect">
            <a:avLst/>
          </a:prstGeom>
          <a:noFill/>
          <a:ln>
            <a:noFill/>
          </a:ln>
        </p:spPr>
      </p:sp>
      <p:sp>
        <p:nvSpPr>
          <p:cNvPr id="1310" name="Google Shape;1310;g3f3ba1429e3_0_2260"/>
          <p:cNvSpPr txBox="1"/>
          <p:nvPr>
            <p:ph idx="1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311" name="Google Shape;1311;g3f3ba1429e3_0_2260"/>
          <p:cNvSpPr txBox="1"/>
          <p:nvPr>
            <p:ph idx="3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_1"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g3f3ba1429e3_0_2273"/>
          <p:cNvSpPr txBox="1"/>
          <p:nvPr/>
        </p:nvSpPr>
        <p:spPr>
          <a:xfrm>
            <a:off x="1122400" y="2754450"/>
            <a:ext cx="4324800" cy="13491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3529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7F"/>
              </a:buClr>
              <a:buSzPts val="4400"/>
              <a:buFont typeface="Fredoka"/>
              <a:buNone/>
            </a:pPr>
            <a:r>
              <a:rPr b="1" i="0" lang="en-US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rPr>
              <a:t>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4" name="Google Shape;1314;g3f3ba1429e3_0_22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94825" y="1310325"/>
            <a:ext cx="6337025" cy="4237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ke">
  <p:cSld name="Make">
    <p:spTree>
      <p:nvGrpSpPr>
        <p:cNvPr id="1315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6" name="Google Shape;1316;g3f3ba1429e3_0_2276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1317" name="Google Shape;1317;g3f3ba1429e3_0_2276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1318" name="Google Shape;1318;g3f3ba1429e3_0_2276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1319" name="Google Shape;1319;g3f3ba1429e3_0_2276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20" name="Google Shape;1320;g3f3ba1429e3_0_2276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21" name="Google Shape;1321;g3f3ba1429e3_0_2276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22" name="Google Shape;1322;g3f3ba1429e3_0_2276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1323" name="Google Shape;1323;g3f3ba1429e3_0_2276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324" name="Google Shape;1324;g3f3ba1429e3_0_2276"/>
          <p:cNvSpPr txBox="1"/>
          <p:nvPr/>
        </p:nvSpPr>
        <p:spPr>
          <a:xfrm>
            <a:off x="680025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Make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5" name="Google Shape;1325;g3f3ba1429e3_0_2276"/>
          <p:cNvGrpSpPr/>
          <p:nvPr/>
        </p:nvGrpSpPr>
        <p:grpSpPr>
          <a:xfrm>
            <a:off x="5941746" y="1054485"/>
            <a:ext cx="4147720" cy="4749029"/>
            <a:chOff x="5329188" y="1014865"/>
            <a:chExt cx="4147720" cy="4749029"/>
          </a:xfrm>
        </p:grpSpPr>
        <p:grpSp>
          <p:nvGrpSpPr>
            <p:cNvPr id="1326" name="Google Shape;1326;g3f3ba1429e3_0_2276"/>
            <p:cNvGrpSpPr/>
            <p:nvPr/>
          </p:nvGrpSpPr>
          <p:grpSpPr>
            <a:xfrm>
              <a:off x="5329188" y="1014865"/>
              <a:ext cx="4147720" cy="3894027"/>
              <a:chOff x="5329188" y="1014865"/>
              <a:chExt cx="4147720" cy="3894027"/>
            </a:xfrm>
          </p:grpSpPr>
          <p:sp>
            <p:nvSpPr>
              <p:cNvPr id="1327" name="Google Shape;1327;g3f3ba1429e3_0_2276"/>
              <p:cNvSpPr/>
              <p:nvPr/>
            </p:nvSpPr>
            <p:spPr>
              <a:xfrm>
                <a:off x="5329188" y="1014865"/>
                <a:ext cx="4147720" cy="3894027"/>
              </a:xfrm>
              <a:custGeom>
                <a:rect b="b" l="l" r="r" t="t"/>
                <a:pathLst>
                  <a:path extrusionOk="0" h="3894027" w="4147720">
                    <a:moveTo>
                      <a:pt x="3657049" y="1315659"/>
                    </a:moveTo>
                    <a:cubicBezTo>
                      <a:pt x="3546876" y="1183842"/>
                      <a:pt x="3430966" y="1054894"/>
                      <a:pt x="3325356" y="919165"/>
                    </a:cubicBezTo>
                    <a:cubicBezTo>
                      <a:pt x="3016087" y="520976"/>
                      <a:pt x="2609293" y="137520"/>
                      <a:pt x="2095585" y="30345"/>
                    </a:cubicBezTo>
                    <a:cubicBezTo>
                      <a:pt x="1575488" y="-78133"/>
                      <a:pt x="956430" y="106358"/>
                      <a:pt x="642598" y="549660"/>
                    </a:cubicBezTo>
                    <a:cubicBezTo>
                      <a:pt x="433986" y="844195"/>
                      <a:pt x="352497" y="1210179"/>
                      <a:pt x="345195" y="1566646"/>
                    </a:cubicBezTo>
                    <a:cubicBezTo>
                      <a:pt x="341936" y="1729364"/>
                      <a:pt x="369838" y="1893777"/>
                      <a:pt x="343631" y="2055582"/>
                    </a:cubicBezTo>
                    <a:cubicBezTo>
                      <a:pt x="314686" y="2233554"/>
                      <a:pt x="214812" y="2389622"/>
                      <a:pt x="127456" y="2543866"/>
                    </a:cubicBezTo>
                    <a:cubicBezTo>
                      <a:pt x="11937" y="2747915"/>
                      <a:pt x="-37869" y="2972564"/>
                      <a:pt x="32276" y="3202559"/>
                    </a:cubicBezTo>
                    <a:cubicBezTo>
                      <a:pt x="190952" y="3722135"/>
                      <a:pt x="907406" y="3963604"/>
                      <a:pt x="1399601" y="3876639"/>
                    </a:cubicBezTo>
                    <a:cubicBezTo>
                      <a:pt x="1667929" y="3829179"/>
                      <a:pt x="1913831" y="3699188"/>
                      <a:pt x="2173814" y="3617177"/>
                    </a:cubicBezTo>
                    <a:cubicBezTo>
                      <a:pt x="2388164" y="3549508"/>
                      <a:pt x="2608771" y="3529820"/>
                      <a:pt x="2826641" y="3594490"/>
                    </a:cubicBezTo>
                    <a:cubicBezTo>
                      <a:pt x="3323139" y="3741823"/>
                      <a:pt x="3831632" y="3487837"/>
                      <a:pt x="4041939" y="3020806"/>
                    </a:cubicBezTo>
                    <a:cubicBezTo>
                      <a:pt x="4295795" y="2457030"/>
                      <a:pt x="4058237" y="1816851"/>
                      <a:pt x="3694600" y="1361945"/>
                    </a:cubicBezTo>
                    <a:cubicBezTo>
                      <a:pt x="3682213" y="1346038"/>
                      <a:pt x="3669827" y="1330784"/>
                      <a:pt x="3657049" y="1315659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28" name="Google Shape;1328;g3f3ba1429e3_0_2276"/>
              <p:cNvSpPr/>
              <p:nvPr/>
            </p:nvSpPr>
            <p:spPr>
              <a:xfrm>
                <a:off x="5329188" y="1014865"/>
                <a:ext cx="4147720" cy="3894027"/>
              </a:xfrm>
              <a:custGeom>
                <a:rect b="b" l="l" r="r" t="t"/>
                <a:pathLst>
                  <a:path extrusionOk="0" h="3894027" w="4147720">
                    <a:moveTo>
                      <a:pt x="3657049" y="1315659"/>
                    </a:moveTo>
                    <a:cubicBezTo>
                      <a:pt x="3546876" y="1183842"/>
                      <a:pt x="3430966" y="1054894"/>
                      <a:pt x="3325356" y="919165"/>
                    </a:cubicBezTo>
                    <a:cubicBezTo>
                      <a:pt x="3016087" y="520976"/>
                      <a:pt x="2609293" y="137520"/>
                      <a:pt x="2095585" y="30345"/>
                    </a:cubicBezTo>
                    <a:cubicBezTo>
                      <a:pt x="1575488" y="-78133"/>
                      <a:pt x="956430" y="106358"/>
                      <a:pt x="642598" y="549660"/>
                    </a:cubicBezTo>
                    <a:cubicBezTo>
                      <a:pt x="433986" y="844195"/>
                      <a:pt x="352497" y="1210179"/>
                      <a:pt x="345195" y="1566646"/>
                    </a:cubicBezTo>
                    <a:cubicBezTo>
                      <a:pt x="341936" y="1729364"/>
                      <a:pt x="369838" y="1893777"/>
                      <a:pt x="343631" y="2055582"/>
                    </a:cubicBezTo>
                    <a:cubicBezTo>
                      <a:pt x="314686" y="2233554"/>
                      <a:pt x="214812" y="2389622"/>
                      <a:pt x="127456" y="2543866"/>
                    </a:cubicBezTo>
                    <a:cubicBezTo>
                      <a:pt x="11937" y="2747915"/>
                      <a:pt x="-37869" y="2972564"/>
                      <a:pt x="32276" y="3202559"/>
                    </a:cubicBezTo>
                    <a:cubicBezTo>
                      <a:pt x="190952" y="3722135"/>
                      <a:pt x="907406" y="3963604"/>
                      <a:pt x="1399601" y="3876639"/>
                    </a:cubicBezTo>
                    <a:cubicBezTo>
                      <a:pt x="1667929" y="3829179"/>
                      <a:pt x="1913831" y="3699188"/>
                      <a:pt x="2173814" y="3617177"/>
                    </a:cubicBezTo>
                    <a:cubicBezTo>
                      <a:pt x="2388164" y="3549508"/>
                      <a:pt x="2608771" y="3529820"/>
                      <a:pt x="2826641" y="3594490"/>
                    </a:cubicBezTo>
                    <a:cubicBezTo>
                      <a:pt x="3323139" y="3741823"/>
                      <a:pt x="3831632" y="3487837"/>
                      <a:pt x="4041939" y="3020806"/>
                    </a:cubicBezTo>
                    <a:cubicBezTo>
                      <a:pt x="4295795" y="2457030"/>
                      <a:pt x="4058237" y="1816851"/>
                      <a:pt x="3694600" y="1361945"/>
                    </a:cubicBezTo>
                    <a:cubicBezTo>
                      <a:pt x="3682213" y="1346038"/>
                      <a:pt x="3669827" y="1330784"/>
                      <a:pt x="3657049" y="1315659"/>
                    </a:cubicBezTo>
                    <a:close/>
                  </a:path>
                </a:pathLst>
              </a:custGeom>
              <a:solidFill>
                <a:srgbClr val="FFFFFF">
                  <a:alpha val="6902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1329" name="Google Shape;1329;g3f3ba1429e3_0_2276"/>
            <p:cNvGrpSpPr/>
            <p:nvPr/>
          </p:nvGrpSpPr>
          <p:grpSpPr>
            <a:xfrm>
              <a:off x="5474376" y="5044181"/>
              <a:ext cx="3724515" cy="719713"/>
              <a:chOff x="5474376" y="5044181"/>
              <a:chExt cx="3724515" cy="719713"/>
            </a:xfrm>
          </p:grpSpPr>
          <p:sp>
            <p:nvSpPr>
              <p:cNvPr id="1330" name="Google Shape;1330;g3f3ba1429e3_0_2276"/>
              <p:cNvSpPr/>
              <p:nvPr/>
            </p:nvSpPr>
            <p:spPr>
              <a:xfrm>
                <a:off x="5474376" y="5044181"/>
                <a:ext cx="3724515" cy="719713"/>
              </a:xfrm>
              <a:custGeom>
                <a:rect b="b" l="l" r="r" t="t"/>
                <a:pathLst>
                  <a:path extrusionOk="0" h="719713" w="3724515">
                    <a:moveTo>
                      <a:pt x="3724516" y="359857"/>
                    </a:moveTo>
                    <a:cubicBezTo>
                      <a:pt x="3724516" y="558600"/>
                      <a:pt x="2890755" y="719713"/>
                      <a:pt x="1862258" y="719713"/>
                    </a:cubicBezTo>
                    <a:cubicBezTo>
                      <a:pt x="833761" y="719713"/>
                      <a:pt x="0" y="558600"/>
                      <a:pt x="0" y="359857"/>
                    </a:cubicBezTo>
                    <a:cubicBezTo>
                      <a:pt x="0" y="161113"/>
                      <a:pt x="833761" y="0"/>
                      <a:pt x="1862258" y="0"/>
                    </a:cubicBezTo>
                    <a:cubicBezTo>
                      <a:pt x="2890755" y="0"/>
                      <a:pt x="3724516" y="161113"/>
                      <a:pt x="3724516" y="35985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31" name="Google Shape;1331;g3f3ba1429e3_0_2276"/>
              <p:cNvSpPr/>
              <p:nvPr/>
            </p:nvSpPr>
            <p:spPr>
              <a:xfrm>
                <a:off x="5474376" y="5044181"/>
                <a:ext cx="3724515" cy="719713"/>
              </a:xfrm>
              <a:custGeom>
                <a:rect b="b" l="l" r="r" t="t"/>
                <a:pathLst>
                  <a:path extrusionOk="0" h="719713" w="3724515">
                    <a:moveTo>
                      <a:pt x="3724516" y="359857"/>
                    </a:moveTo>
                    <a:cubicBezTo>
                      <a:pt x="3724516" y="558600"/>
                      <a:pt x="2890755" y="719713"/>
                      <a:pt x="1862258" y="719713"/>
                    </a:cubicBezTo>
                    <a:cubicBezTo>
                      <a:pt x="833761" y="719713"/>
                      <a:pt x="0" y="558600"/>
                      <a:pt x="0" y="359857"/>
                    </a:cubicBezTo>
                    <a:cubicBezTo>
                      <a:pt x="0" y="161113"/>
                      <a:pt x="833761" y="0"/>
                      <a:pt x="1862258" y="0"/>
                    </a:cubicBezTo>
                    <a:cubicBezTo>
                      <a:pt x="2890755" y="0"/>
                      <a:pt x="3724516" y="161113"/>
                      <a:pt x="3724516" y="359857"/>
                    </a:cubicBezTo>
                    <a:close/>
                  </a:path>
                </a:pathLst>
              </a:custGeom>
              <a:solidFill>
                <a:srgbClr val="FFFFFF">
                  <a:alpha val="4902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1332" name="Google Shape;1332;g3f3ba1429e3_0_2276"/>
            <p:cNvGrpSpPr/>
            <p:nvPr/>
          </p:nvGrpSpPr>
          <p:grpSpPr>
            <a:xfrm>
              <a:off x="6679374" y="3857046"/>
              <a:ext cx="1534214" cy="247727"/>
              <a:chOff x="6679374" y="3857046"/>
              <a:chExt cx="1534214" cy="247727"/>
            </a:xfrm>
          </p:grpSpPr>
          <p:sp>
            <p:nvSpPr>
              <p:cNvPr id="1333" name="Google Shape;1333;g3f3ba1429e3_0_2276"/>
              <p:cNvSpPr/>
              <p:nvPr/>
            </p:nvSpPr>
            <p:spPr>
              <a:xfrm>
                <a:off x="6685893" y="3863565"/>
                <a:ext cx="1521176" cy="234689"/>
              </a:xfrm>
              <a:custGeom>
                <a:rect b="b" l="l" r="r" t="t"/>
                <a:pathLst>
                  <a:path extrusionOk="0" h="234689" w="1521176">
                    <a:moveTo>
                      <a:pt x="1460287" y="0"/>
                    </a:moveTo>
                    <a:cubicBezTo>
                      <a:pt x="1493915" y="0"/>
                      <a:pt x="1521176" y="0"/>
                      <a:pt x="1521176" y="0"/>
                    </a:cubicBezTo>
                    <a:lnTo>
                      <a:pt x="1521176" y="234689"/>
                    </a:lnTo>
                    <a:cubicBezTo>
                      <a:pt x="1521176" y="234689"/>
                      <a:pt x="1493916" y="234689"/>
                      <a:pt x="1460287" y="234689"/>
                    </a:cubicBezTo>
                    <a:lnTo>
                      <a:pt x="60889" y="234689"/>
                    </a:lnTo>
                    <a:cubicBezTo>
                      <a:pt x="27261" y="234689"/>
                      <a:pt x="0" y="234689"/>
                      <a:pt x="0" y="234689"/>
                    </a:cubicBezTo>
                    <a:lnTo>
                      <a:pt x="0" y="0"/>
                    </a:lnTo>
                    <a:cubicBezTo>
                      <a:pt x="0" y="0"/>
                      <a:pt x="27261" y="0"/>
                      <a:pt x="6088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34" name="Google Shape;1334;g3f3ba1429e3_0_2276"/>
              <p:cNvSpPr/>
              <p:nvPr/>
            </p:nvSpPr>
            <p:spPr>
              <a:xfrm>
                <a:off x="6679374" y="3857046"/>
                <a:ext cx="1534214" cy="247727"/>
              </a:xfrm>
              <a:custGeom>
                <a:rect b="b" l="l" r="r" t="t"/>
                <a:pathLst>
                  <a:path extrusionOk="0" h="247727" w="1534214">
                    <a:moveTo>
                      <a:pt x="1466807" y="247727"/>
                    </a:moveTo>
                    <a:lnTo>
                      <a:pt x="67408" y="247727"/>
                    </a:lnTo>
                    <a:cubicBezTo>
                      <a:pt x="30236" y="247727"/>
                      <a:pt x="78" y="217622"/>
                      <a:pt x="0" y="180450"/>
                    </a:cubicBezTo>
                    <a:lnTo>
                      <a:pt x="0" y="67408"/>
                    </a:lnTo>
                    <a:cubicBezTo>
                      <a:pt x="78" y="30210"/>
                      <a:pt x="30210" y="78"/>
                      <a:pt x="67408" y="0"/>
                    </a:cubicBezTo>
                    <a:lnTo>
                      <a:pt x="1466807" y="0"/>
                    </a:lnTo>
                    <a:cubicBezTo>
                      <a:pt x="1504005" y="65"/>
                      <a:pt x="1534136" y="30210"/>
                      <a:pt x="1534215" y="67408"/>
                    </a:cubicBezTo>
                    <a:lnTo>
                      <a:pt x="1534215" y="180450"/>
                    </a:lnTo>
                    <a:cubicBezTo>
                      <a:pt x="1534136" y="217622"/>
                      <a:pt x="1503979" y="247727"/>
                      <a:pt x="1466807" y="247727"/>
                    </a:cubicBezTo>
                    <a:close/>
                    <a:moveTo>
                      <a:pt x="67408" y="13038"/>
                    </a:moveTo>
                    <a:cubicBezTo>
                      <a:pt x="37381" y="13038"/>
                      <a:pt x="13038" y="37381"/>
                      <a:pt x="13038" y="67408"/>
                    </a:cubicBezTo>
                    <a:lnTo>
                      <a:pt x="13038" y="180450"/>
                    </a:lnTo>
                    <a:cubicBezTo>
                      <a:pt x="13116" y="210425"/>
                      <a:pt x="37433" y="234689"/>
                      <a:pt x="67408" y="234689"/>
                    </a:cubicBezTo>
                    <a:lnTo>
                      <a:pt x="1466807" y="234689"/>
                    </a:lnTo>
                    <a:cubicBezTo>
                      <a:pt x="1496782" y="234689"/>
                      <a:pt x="1521098" y="210425"/>
                      <a:pt x="1521176" y="180450"/>
                    </a:cubicBezTo>
                    <a:lnTo>
                      <a:pt x="1521176" y="67408"/>
                    </a:lnTo>
                    <a:cubicBezTo>
                      <a:pt x="1521176" y="37381"/>
                      <a:pt x="1496834" y="13038"/>
                      <a:pt x="1466807" y="1303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35" name="Google Shape;1335;g3f3ba1429e3_0_2276"/>
              <p:cNvSpPr/>
              <p:nvPr/>
            </p:nvSpPr>
            <p:spPr>
              <a:xfrm>
                <a:off x="674678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36" name="Google Shape;1336;g3f3ba1429e3_0_2276"/>
              <p:cNvSpPr/>
              <p:nvPr/>
            </p:nvSpPr>
            <p:spPr>
              <a:xfrm>
                <a:off x="686595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37" name="Google Shape;1337;g3f3ba1429e3_0_2276"/>
              <p:cNvSpPr/>
              <p:nvPr/>
            </p:nvSpPr>
            <p:spPr>
              <a:xfrm>
                <a:off x="698512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38" name="Google Shape;1338;g3f3ba1429e3_0_2276"/>
              <p:cNvSpPr/>
              <p:nvPr/>
            </p:nvSpPr>
            <p:spPr>
              <a:xfrm>
                <a:off x="710429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39" name="Google Shape;1339;g3f3ba1429e3_0_2276"/>
              <p:cNvSpPr/>
              <p:nvPr/>
            </p:nvSpPr>
            <p:spPr>
              <a:xfrm>
                <a:off x="722346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40" name="Google Shape;1340;g3f3ba1429e3_0_2276"/>
              <p:cNvSpPr/>
              <p:nvPr/>
            </p:nvSpPr>
            <p:spPr>
              <a:xfrm>
                <a:off x="734263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41" name="Google Shape;1341;g3f3ba1429e3_0_2276"/>
              <p:cNvSpPr/>
              <p:nvPr/>
            </p:nvSpPr>
            <p:spPr>
              <a:xfrm>
                <a:off x="746180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0" y="0"/>
                    </a:lnTo>
                    <a:lnTo>
                      <a:pt x="95570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42" name="Google Shape;1342;g3f3ba1429e3_0_2276"/>
              <p:cNvSpPr/>
              <p:nvPr/>
            </p:nvSpPr>
            <p:spPr>
              <a:xfrm>
                <a:off x="758097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1343" name="Google Shape;1343;g3f3ba1429e3_0_2276"/>
            <p:cNvGrpSpPr/>
            <p:nvPr/>
          </p:nvGrpSpPr>
          <p:grpSpPr>
            <a:xfrm>
              <a:off x="6150150" y="1372824"/>
              <a:ext cx="1654036" cy="1634647"/>
              <a:chOff x="6150150" y="1372824"/>
              <a:chExt cx="1654036" cy="1634647"/>
            </a:xfrm>
          </p:grpSpPr>
          <p:sp>
            <p:nvSpPr>
              <p:cNvPr id="1344" name="Google Shape;1344;g3f3ba1429e3_0_2276"/>
              <p:cNvSpPr/>
              <p:nvPr/>
            </p:nvSpPr>
            <p:spPr>
              <a:xfrm>
                <a:off x="6318474" y="1530234"/>
                <a:ext cx="1462504" cy="1469935"/>
              </a:xfrm>
              <a:custGeom>
                <a:rect b="b" l="l" r="r" t="t"/>
                <a:pathLst>
                  <a:path extrusionOk="0" h="1469935" w="1462504">
                    <a:moveTo>
                      <a:pt x="1337206" y="738358"/>
                    </a:moveTo>
                    <a:lnTo>
                      <a:pt x="1462504" y="681250"/>
                    </a:lnTo>
                    <a:lnTo>
                      <a:pt x="1436428" y="530788"/>
                    </a:lnTo>
                    <a:lnTo>
                      <a:pt x="1298222" y="520097"/>
                    </a:lnTo>
                    <a:cubicBezTo>
                      <a:pt x="1280594" y="473954"/>
                      <a:pt x="1257334" y="430159"/>
                      <a:pt x="1228989" y="389714"/>
                    </a:cubicBezTo>
                    <a:lnTo>
                      <a:pt x="1300308" y="269371"/>
                    </a:lnTo>
                    <a:lnTo>
                      <a:pt x="1192221" y="161283"/>
                    </a:lnTo>
                    <a:lnTo>
                      <a:pt x="1070965" y="233385"/>
                    </a:lnTo>
                    <a:cubicBezTo>
                      <a:pt x="1001119" y="185835"/>
                      <a:pt x="922041" y="153539"/>
                      <a:pt x="838883" y="138597"/>
                    </a:cubicBezTo>
                    <a:lnTo>
                      <a:pt x="803941" y="0"/>
                    </a:lnTo>
                    <a:lnTo>
                      <a:pt x="651132" y="0"/>
                    </a:lnTo>
                    <a:lnTo>
                      <a:pt x="615929" y="139379"/>
                    </a:lnTo>
                    <a:cubicBezTo>
                      <a:pt x="568587" y="148415"/>
                      <a:pt x="522496" y="163083"/>
                      <a:pt x="478635" y="183057"/>
                    </a:cubicBezTo>
                    <a:lnTo>
                      <a:pt x="369375" y="88530"/>
                    </a:lnTo>
                    <a:lnTo>
                      <a:pt x="244337" y="176147"/>
                    </a:lnTo>
                    <a:lnTo>
                      <a:pt x="296491" y="311354"/>
                    </a:lnTo>
                    <a:cubicBezTo>
                      <a:pt x="262839" y="345684"/>
                      <a:pt x="233385" y="383899"/>
                      <a:pt x="208743" y="425178"/>
                    </a:cubicBezTo>
                    <a:lnTo>
                      <a:pt x="65322" y="410315"/>
                    </a:lnTo>
                    <a:lnTo>
                      <a:pt x="13169" y="553736"/>
                    </a:lnTo>
                    <a:lnTo>
                      <a:pt x="132208" y="634443"/>
                    </a:lnTo>
                    <a:cubicBezTo>
                      <a:pt x="126498" y="667951"/>
                      <a:pt x="123616" y="701890"/>
                      <a:pt x="123603" y="735881"/>
                    </a:cubicBezTo>
                    <a:cubicBezTo>
                      <a:pt x="123603" y="750353"/>
                      <a:pt x="123603" y="764565"/>
                      <a:pt x="125298" y="778777"/>
                    </a:cubicBezTo>
                    <a:lnTo>
                      <a:pt x="0" y="848662"/>
                    </a:lnTo>
                    <a:lnTo>
                      <a:pt x="39115" y="996255"/>
                    </a:lnTo>
                    <a:lnTo>
                      <a:pt x="180971" y="994430"/>
                    </a:lnTo>
                    <a:cubicBezTo>
                      <a:pt x="201989" y="1038708"/>
                      <a:pt x="228261" y="1080287"/>
                      <a:pt x="259201" y="1118293"/>
                    </a:cubicBezTo>
                    <a:lnTo>
                      <a:pt x="197921" y="1245417"/>
                    </a:lnTo>
                    <a:lnTo>
                      <a:pt x="315266" y="1343595"/>
                    </a:lnTo>
                    <a:lnTo>
                      <a:pt x="428699" y="1262367"/>
                    </a:lnTo>
                    <a:cubicBezTo>
                      <a:pt x="471647" y="1287165"/>
                      <a:pt x="517503" y="1306566"/>
                      <a:pt x="565210" y="1320126"/>
                    </a:cubicBezTo>
                    <a:lnTo>
                      <a:pt x="588027" y="1456898"/>
                    </a:lnTo>
                    <a:lnTo>
                      <a:pt x="740183" y="1469936"/>
                    </a:lnTo>
                    <a:lnTo>
                      <a:pt x="786078" y="1340466"/>
                    </a:lnTo>
                    <a:cubicBezTo>
                      <a:pt x="836028" y="1336020"/>
                      <a:pt x="885208" y="1325328"/>
                      <a:pt x="932498" y="1308652"/>
                    </a:cubicBezTo>
                    <a:lnTo>
                      <a:pt x="1028460" y="1406309"/>
                    </a:lnTo>
                    <a:lnTo>
                      <a:pt x="1160798" y="1329905"/>
                    </a:lnTo>
                    <a:lnTo>
                      <a:pt x="1124422" y="1198349"/>
                    </a:lnTo>
                    <a:cubicBezTo>
                      <a:pt x="1162780" y="1165766"/>
                      <a:pt x="1196940" y="1128529"/>
                      <a:pt x="1226120" y="1087523"/>
                    </a:cubicBezTo>
                    <a:lnTo>
                      <a:pt x="1360545" y="1112296"/>
                    </a:lnTo>
                    <a:lnTo>
                      <a:pt x="1425736" y="973960"/>
                    </a:lnTo>
                    <a:lnTo>
                      <a:pt x="1320257" y="886864"/>
                    </a:lnTo>
                    <a:cubicBezTo>
                      <a:pt x="1332056" y="838257"/>
                      <a:pt x="1337754" y="788373"/>
                      <a:pt x="1337206" y="738358"/>
                    </a:cubicBezTo>
                    <a:close/>
                    <a:moveTo>
                      <a:pt x="1111253" y="735750"/>
                    </a:moveTo>
                    <a:cubicBezTo>
                      <a:pt x="1111253" y="946371"/>
                      <a:pt x="940504" y="1117120"/>
                      <a:pt x="729883" y="1117120"/>
                    </a:cubicBezTo>
                    <a:cubicBezTo>
                      <a:pt x="519263" y="1117120"/>
                      <a:pt x="348513" y="946371"/>
                      <a:pt x="348513" y="735750"/>
                    </a:cubicBezTo>
                    <a:cubicBezTo>
                      <a:pt x="348513" y="525130"/>
                      <a:pt x="519263" y="354381"/>
                      <a:pt x="729883" y="354381"/>
                    </a:cubicBezTo>
                    <a:cubicBezTo>
                      <a:pt x="940504" y="354381"/>
                      <a:pt x="1111253" y="525130"/>
                      <a:pt x="1111253" y="735750"/>
                    </a:cubicBezTo>
                    <a:cubicBezTo>
                      <a:pt x="1111253" y="735789"/>
                      <a:pt x="1111253" y="735842"/>
                      <a:pt x="1111253" y="735881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45" name="Google Shape;1345;g3f3ba1429e3_0_2276"/>
              <p:cNvSpPr/>
              <p:nvPr/>
            </p:nvSpPr>
            <p:spPr>
              <a:xfrm>
                <a:off x="6309854" y="1521890"/>
                <a:ext cx="1477470" cy="1485581"/>
              </a:xfrm>
              <a:custGeom>
                <a:rect b="b" l="l" r="r" t="t"/>
                <a:pathLst>
                  <a:path extrusionOk="0" h="1485581" w="1477470">
                    <a:moveTo>
                      <a:pt x="747500" y="1485582"/>
                    </a:moveTo>
                    <a:lnTo>
                      <a:pt x="747500" y="1485582"/>
                    </a:lnTo>
                    <a:lnTo>
                      <a:pt x="595343" y="1472544"/>
                    </a:lnTo>
                    <a:cubicBezTo>
                      <a:pt x="592123" y="1472283"/>
                      <a:pt x="589489" y="1469871"/>
                      <a:pt x="588954" y="1466676"/>
                    </a:cubicBezTo>
                    <a:lnTo>
                      <a:pt x="566268" y="1333425"/>
                    </a:lnTo>
                    <a:cubicBezTo>
                      <a:pt x="520842" y="1320257"/>
                      <a:pt x="477086" y="1301885"/>
                      <a:pt x="435885" y="1278664"/>
                    </a:cubicBezTo>
                    <a:lnTo>
                      <a:pt x="326103" y="1356894"/>
                    </a:lnTo>
                    <a:cubicBezTo>
                      <a:pt x="323586" y="1358902"/>
                      <a:pt x="320014" y="1358902"/>
                      <a:pt x="317497" y="1356894"/>
                    </a:cubicBezTo>
                    <a:lnTo>
                      <a:pt x="200153" y="1258716"/>
                    </a:lnTo>
                    <a:cubicBezTo>
                      <a:pt x="197675" y="1256643"/>
                      <a:pt x="196919" y="1253148"/>
                      <a:pt x="198327" y="1250241"/>
                    </a:cubicBezTo>
                    <a:lnTo>
                      <a:pt x="257521" y="1127029"/>
                    </a:lnTo>
                    <a:cubicBezTo>
                      <a:pt x="228563" y="1090809"/>
                      <a:pt x="203764" y="1051446"/>
                      <a:pt x="183594" y="1009685"/>
                    </a:cubicBezTo>
                    <a:lnTo>
                      <a:pt x="46301" y="1011380"/>
                    </a:lnTo>
                    <a:cubicBezTo>
                      <a:pt x="43041" y="1011536"/>
                      <a:pt x="40134" y="1009333"/>
                      <a:pt x="39391" y="1006164"/>
                    </a:cubicBezTo>
                    <a:lnTo>
                      <a:pt x="276" y="858571"/>
                    </a:lnTo>
                    <a:cubicBezTo>
                      <a:pt x="-624" y="855481"/>
                      <a:pt x="732" y="852182"/>
                      <a:pt x="3535" y="850618"/>
                    </a:cubicBezTo>
                    <a:lnTo>
                      <a:pt x="124922" y="782818"/>
                    </a:lnTo>
                    <a:cubicBezTo>
                      <a:pt x="124009" y="768215"/>
                      <a:pt x="123618" y="755829"/>
                      <a:pt x="123618" y="743704"/>
                    </a:cubicBezTo>
                    <a:cubicBezTo>
                      <a:pt x="123631" y="710821"/>
                      <a:pt x="126291" y="677991"/>
                      <a:pt x="131571" y="645525"/>
                    </a:cubicBezTo>
                    <a:lnTo>
                      <a:pt x="16183" y="567296"/>
                    </a:lnTo>
                    <a:cubicBezTo>
                      <a:pt x="13523" y="565431"/>
                      <a:pt x="12454" y="562002"/>
                      <a:pt x="13575" y="558951"/>
                    </a:cubicBezTo>
                    <a:lnTo>
                      <a:pt x="65728" y="415530"/>
                    </a:lnTo>
                    <a:cubicBezTo>
                      <a:pt x="66928" y="412531"/>
                      <a:pt x="69953" y="410680"/>
                      <a:pt x="73160" y="410967"/>
                    </a:cubicBezTo>
                    <a:lnTo>
                      <a:pt x="212539" y="425309"/>
                    </a:lnTo>
                    <a:cubicBezTo>
                      <a:pt x="236152" y="386337"/>
                      <a:pt x="264053" y="350117"/>
                      <a:pt x="295723" y="317352"/>
                    </a:cubicBezTo>
                    <a:lnTo>
                      <a:pt x="245787" y="186317"/>
                    </a:lnTo>
                    <a:cubicBezTo>
                      <a:pt x="244574" y="183305"/>
                      <a:pt x="245669" y="179863"/>
                      <a:pt x="248394" y="178103"/>
                    </a:cubicBezTo>
                    <a:lnTo>
                      <a:pt x="373432" y="90486"/>
                    </a:lnTo>
                    <a:cubicBezTo>
                      <a:pt x="375987" y="88465"/>
                      <a:pt x="379612" y="88465"/>
                      <a:pt x="382167" y="90486"/>
                    </a:cubicBezTo>
                    <a:lnTo>
                      <a:pt x="487908" y="181754"/>
                    </a:lnTo>
                    <a:cubicBezTo>
                      <a:pt x="529696" y="163161"/>
                      <a:pt x="573426" y="149301"/>
                      <a:pt x="618291" y="140422"/>
                    </a:cubicBezTo>
                    <a:lnTo>
                      <a:pt x="652321" y="5346"/>
                    </a:lnTo>
                    <a:cubicBezTo>
                      <a:pt x="653181" y="2230"/>
                      <a:pt x="655997" y="52"/>
                      <a:pt x="659231" y="0"/>
                    </a:cubicBezTo>
                    <a:lnTo>
                      <a:pt x="812039" y="0"/>
                    </a:lnTo>
                    <a:cubicBezTo>
                      <a:pt x="815260" y="26"/>
                      <a:pt x="818050" y="2230"/>
                      <a:pt x="818819" y="5346"/>
                    </a:cubicBezTo>
                    <a:lnTo>
                      <a:pt x="852719" y="139510"/>
                    </a:lnTo>
                    <a:cubicBezTo>
                      <a:pt x="933595" y="154647"/>
                      <a:pt x="1010547" y="186056"/>
                      <a:pt x="1078933" y="231821"/>
                    </a:cubicBezTo>
                    <a:lnTo>
                      <a:pt x="1196278" y="162066"/>
                    </a:lnTo>
                    <a:cubicBezTo>
                      <a:pt x="1199029" y="160345"/>
                      <a:pt x="1202614" y="160788"/>
                      <a:pt x="1204883" y="163109"/>
                    </a:cubicBezTo>
                    <a:lnTo>
                      <a:pt x="1312840" y="271066"/>
                    </a:lnTo>
                    <a:cubicBezTo>
                      <a:pt x="1315082" y="273374"/>
                      <a:pt x="1315500" y="276894"/>
                      <a:pt x="1313883" y="279671"/>
                    </a:cubicBezTo>
                    <a:lnTo>
                      <a:pt x="1245302" y="397276"/>
                    </a:lnTo>
                    <a:cubicBezTo>
                      <a:pt x="1271952" y="436170"/>
                      <a:pt x="1294039" y="477997"/>
                      <a:pt x="1311145" y="521922"/>
                    </a:cubicBezTo>
                    <a:lnTo>
                      <a:pt x="1444918" y="532223"/>
                    </a:lnTo>
                    <a:cubicBezTo>
                      <a:pt x="1448138" y="532484"/>
                      <a:pt x="1450772" y="534896"/>
                      <a:pt x="1451306" y="538090"/>
                    </a:cubicBezTo>
                    <a:lnTo>
                      <a:pt x="1477383" y="688552"/>
                    </a:lnTo>
                    <a:cubicBezTo>
                      <a:pt x="1477879" y="691720"/>
                      <a:pt x="1476236" y="694849"/>
                      <a:pt x="1473341" y="696244"/>
                    </a:cubicBezTo>
                    <a:lnTo>
                      <a:pt x="1352085" y="751396"/>
                    </a:lnTo>
                    <a:cubicBezTo>
                      <a:pt x="1351616" y="799090"/>
                      <a:pt x="1345579" y="846563"/>
                      <a:pt x="1334092" y="892862"/>
                    </a:cubicBezTo>
                    <a:lnTo>
                      <a:pt x="1436052" y="977089"/>
                    </a:lnTo>
                    <a:cubicBezTo>
                      <a:pt x="1438516" y="979110"/>
                      <a:pt x="1439324" y="982526"/>
                      <a:pt x="1438007" y="985433"/>
                    </a:cubicBezTo>
                    <a:lnTo>
                      <a:pt x="1373468" y="1123900"/>
                    </a:lnTo>
                    <a:cubicBezTo>
                      <a:pt x="1372099" y="1126821"/>
                      <a:pt x="1368957" y="1128476"/>
                      <a:pt x="1365775" y="1127942"/>
                    </a:cubicBezTo>
                    <a:lnTo>
                      <a:pt x="1235392" y="1103951"/>
                    </a:lnTo>
                    <a:cubicBezTo>
                      <a:pt x="1207256" y="1142675"/>
                      <a:pt x="1174803" y="1178061"/>
                      <a:pt x="1138649" y="1209431"/>
                    </a:cubicBezTo>
                    <a:lnTo>
                      <a:pt x="1173722" y="1336554"/>
                    </a:lnTo>
                    <a:cubicBezTo>
                      <a:pt x="1174582" y="1339671"/>
                      <a:pt x="1173252" y="1342995"/>
                      <a:pt x="1170462" y="1344638"/>
                    </a:cubicBezTo>
                    <a:lnTo>
                      <a:pt x="1038123" y="1421042"/>
                    </a:lnTo>
                    <a:cubicBezTo>
                      <a:pt x="1035346" y="1422568"/>
                      <a:pt x="1031904" y="1422085"/>
                      <a:pt x="1029648" y="1419869"/>
                    </a:cubicBezTo>
                    <a:lnTo>
                      <a:pt x="936685" y="1325472"/>
                    </a:lnTo>
                    <a:cubicBezTo>
                      <a:pt x="891560" y="1340922"/>
                      <a:pt x="844779" y="1351027"/>
                      <a:pt x="797306" y="1355590"/>
                    </a:cubicBezTo>
                    <a:lnTo>
                      <a:pt x="752976" y="1480888"/>
                    </a:lnTo>
                    <a:cubicBezTo>
                      <a:pt x="752129" y="1483326"/>
                      <a:pt x="750042" y="1485113"/>
                      <a:pt x="747500" y="1485582"/>
                    </a:cubicBezTo>
                    <a:close/>
                    <a:moveTo>
                      <a:pt x="601341" y="1458723"/>
                    </a:moveTo>
                    <a:lnTo>
                      <a:pt x="742676" y="1470979"/>
                    </a:lnTo>
                    <a:lnTo>
                      <a:pt x="786745" y="1346594"/>
                    </a:lnTo>
                    <a:cubicBezTo>
                      <a:pt x="787632" y="1343999"/>
                      <a:pt x="790005" y="1342200"/>
                      <a:pt x="792743" y="1342030"/>
                    </a:cubicBezTo>
                    <a:cubicBezTo>
                      <a:pt x="842106" y="1337624"/>
                      <a:pt x="890725" y="1327062"/>
                      <a:pt x="937468" y="1310608"/>
                    </a:cubicBezTo>
                    <a:cubicBezTo>
                      <a:pt x="940062" y="1309695"/>
                      <a:pt x="942957" y="1310360"/>
                      <a:pt x="944900" y="1312303"/>
                    </a:cubicBezTo>
                    <a:lnTo>
                      <a:pt x="1037080" y="1406048"/>
                    </a:lnTo>
                    <a:lnTo>
                      <a:pt x="1159901" y="1335120"/>
                    </a:lnTo>
                    <a:lnTo>
                      <a:pt x="1124958" y="1208779"/>
                    </a:lnTo>
                    <a:cubicBezTo>
                      <a:pt x="1124189" y="1206158"/>
                      <a:pt x="1125063" y="1203329"/>
                      <a:pt x="1127175" y="1201608"/>
                    </a:cubicBezTo>
                    <a:cubicBezTo>
                      <a:pt x="1165038" y="1169351"/>
                      <a:pt x="1198807" y="1132570"/>
                      <a:pt x="1227700" y="1092087"/>
                    </a:cubicBezTo>
                    <a:cubicBezTo>
                      <a:pt x="1229291" y="1089831"/>
                      <a:pt x="1232029" y="1088723"/>
                      <a:pt x="1234741" y="1089218"/>
                    </a:cubicBezTo>
                    <a:lnTo>
                      <a:pt x="1363689" y="1112948"/>
                    </a:lnTo>
                    <a:lnTo>
                      <a:pt x="1423665" y="984521"/>
                    </a:lnTo>
                    <a:lnTo>
                      <a:pt x="1322488" y="900945"/>
                    </a:lnTo>
                    <a:cubicBezTo>
                      <a:pt x="1320272" y="899224"/>
                      <a:pt x="1319346" y="896330"/>
                      <a:pt x="1320141" y="893644"/>
                    </a:cubicBezTo>
                    <a:cubicBezTo>
                      <a:pt x="1332384" y="845624"/>
                      <a:pt x="1338643" y="796261"/>
                      <a:pt x="1338786" y="746702"/>
                    </a:cubicBezTo>
                    <a:cubicBezTo>
                      <a:pt x="1338799" y="743938"/>
                      <a:pt x="1340429" y="741435"/>
                      <a:pt x="1342958" y="740314"/>
                    </a:cubicBezTo>
                    <a:lnTo>
                      <a:pt x="1463302" y="685423"/>
                    </a:lnTo>
                    <a:lnTo>
                      <a:pt x="1438659" y="545782"/>
                    </a:lnTo>
                    <a:lnTo>
                      <a:pt x="1305799" y="535482"/>
                    </a:lnTo>
                    <a:cubicBezTo>
                      <a:pt x="1303074" y="535287"/>
                      <a:pt x="1300727" y="533487"/>
                      <a:pt x="1299801" y="530919"/>
                    </a:cubicBezTo>
                    <a:cubicBezTo>
                      <a:pt x="1282421" y="485167"/>
                      <a:pt x="1259474" y="441724"/>
                      <a:pt x="1231481" y="401579"/>
                    </a:cubicBezTo>
                    <a:cubicBezTo>
                      <a:pt x="1229994" y="399232"/>
                      <a:pt x="1229994" y="396233"/>
                      <a:pt x="1231481" y="393887"/>
                    </a:cubicBezTo>
                    <a:lnTo>
                      <a:pt x="1299932" y="278237"/>
                    </a:lnTo>
                    <a:lnTo>
                      <a:pt x="1199668" y="177972"/>
                    </a:lnTo>
                    <a:lnTo>
                      <a:pt x="1083105" y="247206"/>
                    </a:lnTo>
                    <a:cubicBezTo>
                      <a:pt x="1080811" y="248705"/>
                      <a:pt x="1077838" y="248705"/>
                      <a:pt x="1075543" y="247206"/>
                    </a:cubicBezTo>
                    <a:cubicBezTo>
                      <a:pt x="1006584" y="200437"/>
                      <a:pt x="928589" y="168624"/>
                      <a:pt x="846591" y="153852"/>
                    </a:cubicBezTo>
                    <a:cubicBezTo>
                      <a:pt x="843853" y="153369"/>
                      <a:pt x="841663" y="151322"/>
                      <a:pt x="840984" y="148636"/>
                    </a:cubicBezTo>
                    <a:lnTo>
                      <a:pt x="807215" y="15385"/>
                    </a:lnTo>
                    <a:lnTo>
                      <a:pt x="665228" y="15385"/>
                    </a:lnTo>
                    <a:lnTo>
                      <a:pt x="631459" y="149549"/>
                    </a:lnTo>
                    <a:cubicBezTo>
                      <a:pt x="630755" y="152222"/>
                      <a:pt x="628565" y="154256"/>
                      <a:pt x="625853" y="154764"/>
                    </a:cubicBezTo>
                    <a:cubicBezTo>
                      <a:pt x="579058" y="163669"/>
                      <a:pt x="533503" y="178116"/>
                      <a:pt x="490124" y="197791"/>
                    </a:cubicBezTo>
                    <a:cubicBezTo>
                      <a:pt x="487621" y="198964"/>
                      <a:pt x="484661" y="198547"/>
                      <a:pt x="482562" y="196748"/>
                    </a:cubicBezTo>
                    <a:lnTo>
                      <a:pt x="377604" y="105480"/>
                    </a:lnTo>
                    <a:lnTo>
                      <a:pt x="261433" y="186708"/>
                    </a:lnTo>
                    <a:lnTo>
                      <a:pt x="311109" y="317091"/>
                    </a:lnTo>
                    <a:cubicBezTo>
                      <a:pt x="312087" y="319659"/>
                      <a:pt x="311474" y="322567"/>
                      <a:pt x="309544" y="324523"/>
                    </a:cubicBezTo>
                    <a:cubicBezTo>
                      <a:pt x="276349" y="358514"/>
                      <a:pt x="247247" y="396272"/>
                      <a:pt x="222839" y="437043"/>
                    </a:cubicBezTo>
                    <a:cubicBezTo>
                      <a:pt x="221405" y="439377"/>
                      <a:pt x="218785" y="440694"/>
                      <a:pt x="216060" y="440433"/>
                    </a:cubicBezTo>
                    <a:lnTo>
                      <a:pt x="77723" y="426221"/>
                    </a:lnTo>
                    <a:lnTo>
                      <a:pt x="29221" y="559473"/>
                    </a:lnTo>
                    <a:lnTo>
                      <a:pt x="143697" y="637702"/>
                    </a:lnTo>
                    <a:cubicBezTo>
                      <a:pt x="146018" y="639228"/>
                      <a:pt x="147204" y="642005"/>
                      <a:pt x="146696" y="644743"/>
                    </a:cubicBezTo>
                    <a:cubicBezTo>
                      <a:pt x="141115" y="677873"/>
                      <a:pt x="138273" y="711408"/>
                      <a:pt x="138221" y="745007"/>
                    </a:cubicBezTo>
                    <a:cubicBezTo>
                      <a:pt x="138221" y="758046"/>
                      <a:pt x="138221" y="771084"/>
                      <a:pt x="139916" y="787382"/>
                    </a:cubicBezTo>
                    <a:cubicBezTo>
                      <a:pt x="140033" y="790107"/>
                      <a:pt x="138625" y="792675"/>
                      <a:pt x="136265" y="794031"/>
                    </a:cubicBezTo>
                    <a:lnTo>
                      <a:pt x="15791" y="861309"/>
                    </a:lnTo>
                    <a:lnTo>
                      <a:pt x="52560" y="998211"/>
                    </a:lnTo>
                    <a:lnTo>
                      <a:pt x="189201" y="995734"/>
                    </a:lnTo>
                    <a:lnTo>
                      <a:pt x="189201" y="995734"/>
                    </a:lnTo>
                    <a:cubicBezTo>
                      <a:pt x="191939" y="995721"/>
                      <a:pt x="194429" y="997298"/>
                      <a:pt x="195590" y="999775"/>
                    </a:cubicBezTo>
                    <a:cubicBezTo>
                      <a:pt x="216203" y="1043532"/>
                      <a:pt x="242032" y="1084642"/>
                      <a:pt x="272515" y="1122205"/>
                    </a:cubicBezTo>
                    <a:cubicBezTo>
                      <a:pt x="274223" y="1124304"/>
                      <a:pt x="274575" y="1127186"/>
                      <a:pt x="273428" y="1129637"/>
                    </a:cubicBezTo>
                    <a:lnTo>
                      <a:pt x="214495" y="1251936"/>
                    </a:lnTo>
                    <a:lnTo>
                      <a:pt x="323104" y="1343204"/>
                    </a:lnTo>
                    <a:lnTo>
                      <a:pt x="432104" y="1264974"/>
                    </a:lnTo>
                    <a:cubicBezTo>
                      <a:pt x="434451" y="1263488"/>
                      <a:pt x="437449" y="1263488"/>
                      <a:pt x="439796" y="1264974"/>
                    </a:cubicBezTo>
                    <a:cubicBezTo>
                      <a:pt x="482288" y="1289382"/>
                      <a:pt x="527609" y="1308522"/>
                      <a:pt x="574743" y="1321951"/>
                    </a:cubicBezTo>
                    <a:cubicBezTo>
                      <a:pt x="577389" y="1322669"/>
                      <a:pt x="579371" y="1324859"/>
                      <a:pt x="579828" y="1327558"/>
                    </a:cubicBezTo>
                    <a:close/>
                    <a:moveTo>
                      <a:pt x="738504" y="1132766"/>
                    </a:moveTo>
                    <a:cubicBezTo>
                      <a:pt x="523985" y="1132688"/>
                      <a:pt x="350145" y="958744"/>
                      <a:pt x="350224" y="744225"/>
                    </a:cubicBezTo>
                    <a:cubicBezTo>
                      <a:pt x="350302" y="529706"/>
                      <a:pt x="524245" y="355867"/>
                      <a:pt x="738764" y="355945"/>
                    </a:cubicBezTo>
                    <a:cubicBezTo>
                      <a:pt x="953231" y="356023"/>
                      <a:pt x="1127044" y="529889"/>
                      <a:pt x="1127044" y="744356"/>
                    </a:cubicBezTo>
                    <a:cubicBezTo>
                      <a:pt x="1126679" y="958744"/>
                      <a:pt x="952892" y="1132414"/>
                      <a:pt x="738504" y="1132636"/>
                    </a:cubicBezTo>
                    <a:close/>
                    <a:moveTo>
                      <a:pt x="738504" y="370026"/>
                    </a:moveTo>
                    <a:cubicBezTo>
                      <a:pt x="531769" y="370026"/>
                      <a:pt x="364174" y="537621"/>
                      <a:pt x="364174" y="744356"/>
                    </a:cubicBezTo>
                    <a:cubicBezTo>
                      <a:pt x="364174" y="951090"/>
                      <a:pt x="531769" y="1118685"/>
                      <a:pt x="738504" y="1118685"/>
                    </a:cubicBezTo>
                    <a:cubicBezTo>
                      <a:pt x="945238" y="1118685"/>
                      <a:pt x="1112833" y="951090"/>
                      <a:pt x="1112833" y="744356"/>
                    </a:cubicBezTo>
                    <a:cubicBezTo>
                      <a:pt x="1112689" y="537660"/>
                      <a:pt x="945199" y="370118"/>
                      <a:pt x="738504" y="36989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46" name="Google Shape;1346;g3f3ba1429e3_0_2276"/>
              <p:cNvSpPr/>
              <p:nvPr/>
            </p:nvSpPr>
            <p:spPr>
              <a:xfrm>
                <a:off x="6160586" y="2392657"/>
                <a:ext cx="73464" cy="173729"/>
              </a:xfrm>
              <a:custGeom>
                <a:rect b="b" l="l" r="r" t="t"/>
                <a:pathLst>
                  <a:path extrusionOk="0" h="173729" w="73464">
                    <a:moveTo>
                      <a:pt x="52408" y="173729"/>
                    </a:moveTo>
                    <a:cubicBezTo>
                      <a:pt x="43229" y="173703"/>
                      <a:pt x="35106" y="167745"/>
                      <a:pt x="32329" y="158996"/>
                    </a:cubicBezTo>
                    <a:cubicBezTo>
                      <a:pt x="18196" y="115031"/>
                      <a:pt x="7465" y="70049"/>
                      <a:pt x="255" y="24441"/>
                    </a:cubicBezTo>
                    <a:cubicBezTo>
                      <a:pt x="-1544" y="12889"/>
                      <a:pt x="6370" y="2054"/>
                      <a:pt x="17922" y="255"/>
                    </a:cubicBezTo>
                    <a:cubicBezTo>
                      <a:pt x="29474" y="-1544"/>
                      <a:pt x="40309" y="6370"/>
                      <a:pt x="42108" y="17922"/>
                    </a:cubicBezTo>
                    <a:cubicBezTo>
                      <a:pt x="49005" y="61352"/>
                      <a:pt x="59201" y="104209"/>
                      <a:pt x="72618" y="146088"/>
                    </a:cubicBezTo>
                    <a:cubicBezTo>
                      <a:pt x="75799" y="157040"/>
                      <a:pt x="69749" y="168553"/>
                      <a:pt x="58927" y="172165"/>
                    </a:cubicBezTo>
                    <a:cubicBezTo>
                      <a:pt x="56867" y="173064"/>
                      <a:pt x="54651" y="173599"/>
                      <a:pt x="52408" y="173729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47" name="Google Shape;1347;g3f3ba1429e3_0_2276"/>
              <p:cNvSpPr/>
              <p:nvPr/>
            </p:nvSpPr>
            <p:spPr>
              <a:xfrm>
                <a:off x="6150150" y="1372824"/>
                <a:ext cx="1592671" cy="947920"/>
              </a:xfrm>
              <a:custGeom>
                <a:rect b="b" l="l" r="r" t="t"/>
                <a:pathLst>
                  <a:path extrusionOk="0" h="947920" w="1592671">
                    <a:moveTo>
                      <a:pt x="21252" y="947921"/>
                    </a:moveTo>
                    <a:cubicBezTo>
                      <a:pt x="9766" y="947921"/>
                      <a:pt x="352" y="938807"/>
                      <a:pt x="0" y="927321"/>
                    </a:cubicBezTo>
                    <a:cubicBezTo>
                      <a:pt x="0" y="919106"/>
                      <a:pt x="0" y="910892"/>
                      <a:pt x="0" y="902678"/>
                    </a:cubicBezTo>
                    <a:cubicBezTo>
                      <a:pt x="117" y="404016"/>
                      <a:pt x="404461" y="-123"/>
                      <a:pt x="903123" y="0"/>
                    </a:cubicBezTo>
                    <a:cubicBezTo>
                      <a:pt x="1166144" y="65"/>
                      <a:pt x="1416062" y="114814"/>
                      <a:pt x="1587541" y="314261"/>
                    </a:cubicBezTo>
                    <a:cubicBezTo>
                      <a:pt x="1595168" y="323114"/>
                      <a:pt x="1594178" y="336491"/>
                      <a:pt x="1585325" y="344118"/>
                    </a:cubicBezTo>
                    <a:cubicBezTo>
                      <a:pt x="1576472" y="351746"/>
                      <a:pt x="1563094" y="350755"/>
                      <a:pt x="1555467" y="341902"/>
                    </a:cubicBezTo>
                    <a:cubicBezTo>
                      <a:pt x="1245834" y="-18645"/>
                      <a:pt x="702542" y="-59916"/>
                      <a:pt x="341994" y="249721"/>
                    </a:cubicBezTo>
                    <a:cubicBezTo>
                      <a:pt x="151635" y="413195"/>
                      <a:pt x="42114" y="651626"/>
                      <a:pt x="42114" y="902548"/>
                    </a:cubicBezTo>
                    <a:cubicBezTo>
                      <a:pt x="42114" y="910371"/>
                      <a:pt x="42114" y="918194"/>
                      <a:pt x="42114" y="926017"/>
                    </a:cubicBezTo>
                    <a:cubicBezTo>
                      <a:pt x="42479" y="937673"/>
                      <a:pt x="33326" y="947426"/>
                      <a:pt x="21657" y="947791"/>
                    </a:cubicBezTo>
                    <a:cubicBezTo>
                      <a:pt x="21617" y="947791"/>
                      <a:pt x="21565" y="947791"/>
                      <a:pt x="21513" y="94779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48" name="Google Shape;1348;g3f3ba1429e3_0_2276"/>
              <p:cNvSpPr/>
              <p:nvPr/>
            </p:nvSpPr>
            <p:spPr>
              <a:xfrm>
                <a:off x="7625432" y="1620850"/>
                <a:ext cx="178754" cy="192966"/>
              </a:xfrm>
              <a:custGeom>
                <a:rect b="b" l="l" r="r" t="t"/>
                <a:pathLst>
                  <a:path extrusionOk="0" h="192966" w="178754">
                    <a:moveTo>
                      <a:pt x="155416" y="0"/>
                    </a:moveTo>
                    <a:lnTo>
                      <a:pt x="178755" y="192967"/>
                    </a:lnTo>
                    <a:lnTo>
                      <a:pt x="0" y="116823"/>
                    </a:lnTo>
                    <a:lnTo>
                      <a:pt x="155416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1349" name="Google Shape;1349;g3f3ba1429e3_0_2276"/>
            <p:cNvGrpSpPr/>
            <p:nvPr/>
          </p:nvGrpSpPr>
          <p:grpSpPr>
            <a:xfrm>
              <a:off x="7567967" y="2334044"/>
              <a:ext cx="1372636" cy="1390272"/>
              <a:chOff x="7567967" y="2334044"/>
              <a:chExt cx="1372636" cy="1390272"/>
            </a:xfrm>
          </p:grpSpPr>
          <p:sp>
            <p:nvSpPr>
              <p:cNvPr id="1350" name="Google Shape;1350;g3f3ba1429e3_0_2276"/>
              <p:cNvSpPr/>
              <p:nvPr/>
            </p:nvSpPr>
            <p:spPr>
              <a:xfrm>
                <a:off x="7574582" y="2341867"/>
                <a:ext cx="1224816" cy="1222599"/>
              </a:xfrm>
              <a:custGeom>
                <a:rect b="b" l="l" r="r" t="t"/>
                <a:pathLst>
                  <a:path extrusionOk="0" h="1222599" w="1224816">
                    <a:moveTo>
                      <a:pt x="1117772" y="613712"/>
                    </a:moveTo>
                    <a:lnTo>
                      <a:pt x="1224816" y="581768"/>
                    </a:lnTo>
                    <a:lnTo>
                      <a:pt x="1197175" y="425309"/>
                    </a:lnTo>
                    <a:lnTo>
                      <a:pt x="1084916" y="432089"/>
                    </a:lnTo>
                    <a:cubicBezTo>
                      <a:pt x="1070260" y="393548"/>
                      <a:pt x="1050951" y="356949"/>
                      <a:pt x="1027417" y="323089"/>
                    </a:cubicBezTo>
                    <a:lnTo>
                      <a:pt x="1097954" y="234168"/>
                    </a:lnTo>
                    <a:lnTo>
                      <a:pt x="985564" y="122299"/>
                    </a:lnTo>
                    <a:lnTo>
                      <a:pt x="895861" y="193488"/>
                    </a:lnTo>
                    <a:cubicBezTo>
                      <a:pt x="837788" y="154243"/>
                      <a:pt x="772153" y="127593"/>
                      <a:pt x="703155" y="115259"/>
                    </a:cubicBezTo>
                    <a:lnTo>
                      <a:pt x="690117" y="0"/>
                    </a:lnTo>
                    <a:lnTo>
                      <a:pt x="531049" y="0"/>
                    </a:lnTo>
                    <a:lnTo>
                      <a:pt x="518011" y="116041"/>
                    </a:lnTo>
                    <a:cubicBezTo>
                      <a:pt x="478584" y="123525"/>
                      <a:pt x="440199" y="135703"/>
                      <a:pt x="403666" y="152287"/>
                    </a:cubicBezTo>
                    <a:lnTo>
                      <a:pt x="325436" y="64540"/>
                    </a:lnTo>
                    <a:lnTo>
                      <a:pt x="195053" y="155808"/>
                    </a:lnTo>
                    <a:lnTo>
                      <a:pt x="250987" y="259201"/>
                    </a:lnTo>
                    <a:cubicBezTo>
                      <a:pt x="222994" y="287755"/>
                      <a:pt x="198482" y="319529"/>
                      <a:pt x="177973" y="353859"/>
                    </a:cubicBezTo>
                    <a:lnTo>
                      <a:pt x="63757" y="326609"/>
                    </a:lnTo>
                    <a:lnTo>
                      <a:pt x="9779" y="474333"/>
                    </a:lnTo>
                    <a:lnTo>
                      <a:pt x="114085" y="526486"/>
                    </a:lnTo>
                    <a:cubicBezTo>
                      <a:pt x="109313" y="554349"/>
                      <a:pt x="106914" y="582577"/>
                      <a:pt x="106914" y="610844"/>
                    </a:cubicBezTo>
                    <a:cubicBezTo>
                      <a:pt x="106914" y="622839"/>
                      <a:pt x="106914" y="634704"/>
                      <a:pt x="108348" y="646569"/>
                    </a:cubicBezTo>
                    <a:lnTo>
                      <a:pt x="0" y="689334"/>
                    </a:lnTo>
                    <a:lnTo>
                      <a:pt x="41071" y="842795"/>
                    </a:lnTo>
                    <a:lnTo>
                      <a:pt x="154895" y="825975"/>
                    </a:lnTo>
                    <a:cubicBezTo>
                      <a:pt x="172379" y="862822"/>
                      <a:pt x="194271" y="897412"/>
                      <a:pt x="220086" y="928978"/>
                    </a:cubicBezTo>
                    <a:lnTo>
                      <a:pt x="156981" y="1024548"/>
                    </a:lnTo>
                    <a:lnTo>
                      <a:pt x="278759" y="1126638"/>
                    </a:lnTo>
                    <a:lnTo>
                      <a:pt x="360900" y="1048408"/>
                    </a:lnTo>
                    <a:cubicBezTo>
                      <a:pt x="396690" y="1068996"/>
                      <a:pt x="434879" y="1085111"/>
                      <a:pt x="474594" y="1096389"/>
                    </a:cubicBezTo>
                    <a:lnTo>
                      <a:pt x="477592" y="1208779"/>
                    </a:lnTo>
                    <a:lnTo>
                      <a:pt x="635877" y="1222600"/>
                    </a:lnTo>
                    <a:lnTo>
                      <a:pt x="658303" y="1113469"/>
                    </a:lnTo>
                    <a:cubicBezTo>
                      <a:pt x="699817" y="1109845"/>
                      <a:pt x="740718" y="1101083"/>
                      <a:pt x="780081" y="1087393"/>
                    </a:cubicBezTo>
                    <a:lnTo>
                      <a:pt x="846185" y="1176444"/>
                    </a:lnTo>
                    <a:lnTo>
                      <a:pt x="983739" y="1097041"/>
                    </a:lnTo>
                    <a:lnTo>
                      <a:pt x="939800" y="995603"/>
                    </a:lnTo>
                    <a:cubicBezTo>
                      <a:pt x="971639" y="968419"/>
                      <a:pt x="1000050" y="937466"/>
                      <a:pt x="1024418" y="903423"/>
                    </a:cubicBezTo>
                    <a:lnTo>
                      <a:pt x="1129506" y="938365"/>
                    </a:lnTo>
                    <a:lnTo>
                      <a:pt x="1196654" y="794944"/>
                    </a:lnTo>
                    <a:lnTo>
                      <a:pt x="1101865" y="737315"/>
                    </a:lnTo>
                    <a:cubicBezTo>
                      <a:pt x="1112283" y="696935"/>
                      <a:pt x="1117629" y="655408"/>
                      <a:pt x="1117772" y="613712"/>
                    </a:cubicBezTo>
                    <a:close/>
                    <a:moveTo>
                      <a:pt x="929760" y="611496"/>
                    </a:moveTo>
                    <a:cubicBezTo>
                      <a:pt x="929760" y="786769"/>
                      <a:pt x="787682" y="928847"/>
                      <a:pt x="612408" y="928847"/>
                    </a:cubicBezTo>
                    <a:cubicBezTo>
                      <a:pt x="437135" y="928847"/>
                      <a:pt x="295056" y="786769"/>
                      <a:pt x="295056" y="611496"/>
                    </a:cubicBezTo>
                    <a:cubicBezTo>
                      <a:pt x="295056" y="436222"/>
                      <a:pt x="437135" y="294144"/>
                      <a:pt x="612408" y="294144"/>
                    </a:cubicBezTo>
                    <a:cubicBezTo>
                      <a:pt x="612448" y="294144"/>
                      <a:pt x="612500" y="294144"/>
                      <a:pt x="612539" y="294144"/>
                    </a:cubicBezTo>
                    <a:cubicBezTo>
                      <a:pt x="787734" y="294144"/>
                      <a:pt x="929760" y="436170"/>
                      <a:pt x="929760" y="611365"/>
                    </a:cubicBezTo>
                    <a:cubicBezTo>
                      <a:pt x="929760" y="611404"/>
                      <a:pt x="929760" y="611456"/>
                      <a:pt x="929760" y="611496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51" name="Google Shape;1351;g3f3ba1429e3_0_2276"/>
              <p:cNvSpPr/>
              <p:nvPr/>
            </p:nvSpPr>
            <p:spPr>
              <a:xfrm>
                <a:off x="7567967" y="2334044"/>
                <a:ext cx="1238465" cy="1238383"/>
              </a:xfrm>
              <a:custGeom>
                <a:rect b="b" l="l" r="r" t="t"/>
                <a:pathLst>
                  <a:path extrusionOk="0" h="1238383" w="1238465">
                    <a:moveTo>
                      <a:pt x="642362" y="1238376"/>
                    </a:moveTo>
                    <a:lnTo>
                      <a:pt x="641710" y="1238376"/>
                    </a:lnTo>
                    <a:lnTo>
                      <a:pt x="483556" y="1225338"/>
                    </a:lnTo>
                    <a:cubicBezTo>
                      <a:pt x="479970" y="1225077"/>
                      <a:pt x="477154" y="1222157"/>
                      <a:pt x="477037" y="1218558"/>
                    </a:cubicBezTo>
                    <a:lnTo>
                      <a:pt x="474168" y="1111253"/>
                    </a:lnTo>
                    <a:cubicBezTo>
                      <a:pt x="437348" y="1100418"/>
                      <a:pt x="401884" y="1085463"/>
                      <a:pt x="368427" y="1066662"/>
                    </a:cubicBezTo>
                    <a:lnTo>
                      <a:pt x="290198" y="1140850"/>
                    </a:lnTo>
                    <a:cubicBezTo>
                      <a:pt x="287525" y="1143236"/>
                      <a:pt x="283483" y="1143236"/>
                      <a:pt x="280810" y="1140850"/>
                    </a:cubicBezTo>
                    <a:lnTo>
                      <a:pt x="159033" y="1038760"/>
                    </a:lnTo>
                    <a:cubicBezTo>
                      <a:pt x="156295" y="1036400"/>
                      <a:pt x="155734" y="1032384"/>
                      <a:pt x="157729" y="1029372"/>
                    </a:cubicBezTo>
                    <a:lnTo>
                      <a:pt x="217966" y="938104"/>
                    </a:lnTo>
                    <a:cubicBezTo>
                      <a:pt x="194471" y="908521"/>
                      <a:pt x="174313" y="876420"/>
                      <a:pt x="157859" y="842403"/>
                    </a:cubicBezTo>
                    <a:lnTo>
                      <a:pt x="49120" y="858571"/>
                    </a:lnTo>
                    <a:cubicBezTo>
                      <a:pt x="45548" y="859145"/>
                      <a:pt x="42144" y="856876"/>
                      <a:pt x="41297" y="853356"/>
                    </a:cubicBezTo>
                    <a:lnTo>
                      <a:pt x="226" y="699634"/>
                    </a:lnTo>
                    <a:cubicBezTo>
                      <a:pt x="-673" y="696166"/>
                      <a:pt x="1178" y="692567"/>
                      <a:pt x="4529" y="691290"/>
                    </a:cubicBezTo>
                    <a:lnTo>
                      <a:pt x="108053" y="650349"/>
                    </a:lnTo>
                    <a:cubicBezTo>
                      <a:pt x="107271" y="638745"/>
                      <a:pt x="107010" y="628836"/>
                      <a:pt x="107010" y="619318"/>
                    </a:cubicBezTo>
                    <a:cubicBezTo>
                      <a:pt x="107023" y="592381"/>
                      <a:pt x="109161" y="565483"/>
                      <a:pt x="113399" y="538872"/>
                    </a:cubicBezTo>
                    <a:lnTo>
                      <a:pt x="13265" y="488936"/>
                    </a:lnTo>
                    <a:cubicBezTo>
                      <a:pt x="10031" y="487358"/>
                      <a:pt x="8506" y="483590"/>
                      <a:pt x="9745" y="480200"/>
                    </a:cubicBezTo>
                    <a:lnTo>
                      <a:pt x="64114" y="330911"/>
                    </a:lnTo>
                    <a:cubicBezTo>
                      <a:pt x="65431" y="327587"/>
                      <a:pt x="68964" y="325709"/>
                      <a:pt x="72459" y="326479"/>
                    </a:cubicBezTo>
                    <a:lnTo>
                      <a:pt x="181589" y="352555"/>
                    </a:lnTo>
                    <a:cubicBezTo>
                      <a:pt x="200912" y="320950"/>
                      <a:pt x="223598" y="291523"/>
                      <a:pt x="249258" y="264807"/>
                    </a:cubicBezTo>
                    <a:lnTo>
                      <a:pt x="195801" y="165977"/>
                    </a:lnTo>
                    <a:cubicBezTo>
                      <a:pt x="194106" y="162809"/>
                      <a:pt x="195057" y="158884"/>
                      <a:pt x="198017" y="156851"/>
                    </a:cubicBezTo>
                    <a:lnTo>
                      <a:pt x="328400" y="65583"/>
                    </a:lnTo>
                    <a:cubicBezTo>
                      <a:pt x="331360" y="63496"/>
                      <a:pt x="335428" y="64005"/>
                      <a:pt x="337788" y="66756"/>
                    </a:cubicBezTo>
                    <a:lnTo>
                      <a:pt x="412106" y="150592"/>
                    </a:lnTo>
                    <a:cubicBezTo>
                      <a:pt x="446018" y="135585"/>
                      <a:pt x="481483" y="124346"/>
                      <a:pt x="517846" y="117084"/>
                    </a:cubicBezTo>
                    <a:lnTo>
                      <a:pt x="530885" y="6258"/>
                    </a:lnTo>
                    <a:cubicBezTo>
                      <a:pt x="531341" y="2712"/>
                      <a:pt x="534340" y="39"/>
                      <a:pt x="537925" y="0"/>
                    </a:cubicBezTo>
                    <a:lnTo>
                      <a:pt x="696862" y="0"/>
                    </a:lnTo>
                    <a:cubicBezTo>
                      <a:pt x="700408" y="39"/>
                      <a:pt x="703381" y="2725"/>
                      <a:pt x="703772" y="6258"/>
                    </a:cubicBezTo>
                    <a:lnTo>
                      <a:pt x="716810" y="116432"/>
                    </a:lnTo>
                    <a:cubicBezTo>
                      <a:pt x="783215" y="129027"/>
                      <a:pt x="846437" y="154790"/>
                      <a:pt x="902736" y="192184"/>
                    </a:cubicBezTo>
                    <a:lnTo>
                      <a:pt x="988398" y="124255"/>
                    </a:lnTo>
                    <a:cubicBezTo>
                      <a:pt x="991097" y="121921"/>
                      <a:pt x="995087" y="121921"/>
                      <a:pt x="997786" y="124255"/>
                    </a:cubicBezTo>
                    <a:lnTo>
                      <a:pt x="1110045" y="236645"/>
                    </a:lnTo>
                    <a:cubicBezTo>
                      <a:pt x="1112431" y="239318"/>
                      <a:pt x="1112431" y="243359"/>
                      <a:pt x="1110045" y="246032"/>
                    </a:cubicBezTo>
                    <a:lnTo>
                      <a:pt x="1042767" y="330781"/>
                    </a:lnTo>
                    <a:cubicBezTo>
                      <a:pt x="1064359" y="362438"/>
                      <a:pt x="1082339" y="396429"/>
                      <a:pt x="1096355" y="432089"/>
                    </a:cubicBezTo>
                    <a:lnTo>
                      <a:pt x="1203399" y="425700"/>
                    </a:lnTo>
                    <a:cubicBezTo>
                      <a:pt x="1206998" y="425504"/>
                      <a:pt x="1210179" y="428021"/>
                      <a:pt x="1210831" y="431567"/>
                    </a:cubicBezTo>
                    <a:lnTo>
                      <a:pt x="1238342" y="588026"/>
                    </a:lnTo>
                    <a:cubicBezTo>
                      <a:pt x="1239020" y="591560"/>
                      <a:pt x="1236856" y="595028"/>
                      <a:pt x="1233387" y="595980"/>
                    </a:cubicBezTo>
                    <a:lnTo>
                      <a:pt x="1131428" y="626359"/>
                    </a:lnTo>
                    <a:cubicBezTo>
                      <a:pt x="1130906" y="665161"/>
                      <a:pt x="1126004" y="703780"/>
                      <a:pt x="1116825" y="741487"/>
                    </a:cubicBezTo>
                    <a:lnTo>
                      <a:pt x="1206789" y="796769"/>
                    </a:lnTo>
                    <a:cubicBezTo>
                      <a:pt x="1209814" y="798673"/>
                      <a:pt x="1210987" y="802506"/>
                      <a:pt x="1209527" y="805766"/>
                    </a:cubicBezTo>
                    <a:lnTo>
                      <a:pt x="1142380" y="949187"/>
                    </a:lnTo>
                    <a:cubicBezTo>
                      <a:pt x="1140855" y="952407"/>
                      <a:pt x="1137191" y="954024"/>
                      <a:pt x="1133775" y="952968"/>
                    </a:cubicBezTo>
                    <a:lnTo>
                      <a:pt x="1033510" y="919590"/>
                    </a:lnTo>
                    <a:cubicBezTo>
                      <a:pt x="1010745" y="951038"/>
                      <a:pt x="984499" y="979814"/>
                      <a:pt x="955281" y="1005382"/>
                    </a:cubicBezTo>
                    <a:lnTo>
                      <a:pt x="997133" y="1102126"/>
                    </a:lnTo>
                    <a:cubicBezTo>
                      <a:pt x="998555" y="1105386"/>
                      <a:pt x="997316" y="1109180"/>
                      <a:pt x="994265" y="1110992"/>
                    </a:cubicBezTo>
                    <a:lnTo>
                      <a:pt x="856581" y="1190395"/>
                    </a:lnTo>
                    <a:cubicBezTo>
                      <a:pt x="853517" y="1192234"/>
                      <a:pt x="849566" y="1191438"/>
                      <a:pt x="847454" y="1188570"/>
                    </a:cubicBezTo>
                    <a:lnTo>
                      <a:pt x="784349" y="1103560"/>
                    </a:lnTo>
                    <a:cubicBezTo>
                      <a:pt x="747633" y="1116012"/>
                      <a:pt x="709626" y="1124239"/>
                      <a:pt x="671046" y="1128072"/>
                    </a:cubicBezTo>
                    <a:lnTo>
                      <a:pt x="649663" y="1232379"/>
                    </a:lnTo>
                    <a:cubicBezTo>
                      <a:pt x="649129" y="1235951"/>
                      <a:pt x="645974" y="1238546"/>
                      <a:pt x="642362" y="1238376"/>
                    </a:cubicBezTo>
                    <a:close/>
                    <a:moveTo>
                      <a:pt x="490988" y="1210865"/>
                    </a:moveTo>
                    <a:lnTo>
                      <a:pt x="636756" y="1223904"/>
                    </a:lnTo>
                    <a:lnTo>
                      <a:pt x="657747" y="1120901"/>
                    </a:lnTo>
                    <a:cubicBezTo>
                      <a:pt x="658425" y="1117837"/>
                      <a:pt x="661007" y="1115568"/>
                      <a:pt x="664136" y="1115295"/>
                    </a:cubicBezTo>
                    <a:cubicBezTo>
                      <a:pt x="705089" y="1111605"/>
                      <a:pt x="745416" y="1102843"/>
                      <a:pt x="784218" y="1089218"/>
                    </a:cubicBezTo>
                    <a:cubicBezTo>
                      <a:pt x="787165" y="1088201"/>
                      <a:pt x="790438" y="1089205"/>
                      <a:pt x="792302" y="1091695"/>
                    </a:cubicBezTo>
                    <a:lnTo>
                      <a:pt x="854625" y="1175662"/>
                    </a:lnTo>
                    <a:lnTo>
                      <a:pt x="981357" y="1102517"/>
                    </a:lnTo>
                    <a:lnTo>
                      <a:pt x="939765" y="1006816"/>
                    </a:lnTo>
                    <a:cubicBezTo>
                      <a:pt x="938605" y="1003935"/>
                      <a:pt x="939387" y="1000649"/>
                      <a:pt x="941721" y="998602"/>
                    </a:cubicBezTo>
                    <a:cubicBezTo>
                      <a:pt x="973221" y="971795"/>
                      <a:pt x="1001202" y="941129"/>
                      <a:pt x="1025036" y="907334"/>
                    </a:cubicBezTo>
                    <a:cubicBezTo>
                      <a:pt x="1026913" y="904857"/>
                      <a:pt x="1030147" y="903814"/>
                      <a:pt x="1033119" y="904726"/>
                    </a:cubicBezTo>
                    <a:lnTo>
                      <a:pt x="1132210" y="937844"/>
                    </a:lnTo>
                    <a:lnTo>
                      <a:pt x="1194012" y="805244"/>
                    </a:lnTo>
                    <a:lnTo>
                      <a:pt x="1104960" y="750484"/>
                    </a:lnTo>
                    <a:cubicBezTo>
                      <a:pt x="1102339" y="748828"/>
                      <a:pt x="1101075" y="745672"/>
                      <a:pt x="1101831" y="742660"/>
                    </a:cubicBezTo>
                    <a:cubicBezTo>
                      <a:pt x="1112040" y="702829"/>
                      <a:pt x="1117255" y="661875"/>
                      <a:pt x="1117346" y="620753"/>
                    </a:cubicBezTo>
                    <a:cubicBezTo>
                      <a:pt x="1117360" y="617649"/>
                      <a:pt x="1119433" y="614924"/>
                      <a:pt x="1122432" y="614103"/>
                    </a:cubicBezTo>
                    <a:lnTo>
                      <a:pt x="1223348" y="583985"/>
                    </a:lnTo>
                    <a:lnTo>
                      <a:pt x="1197923" y="439912"/>
                    </a:lnTo>
                    <a:lnTo>
                      <a:pt x="1092052" y="446300"/>
                    </a:lnTo>
                    <a:cubicBezTo>
                      <a:pt x="1088949" y="446535"/>
                      <a:pt x="1086055" y="444671"/>
                      <a:pt x="1085012" y="441737"/>
                    </a:cubicBezTo>
                    <a:cubicBezTo>
                      <a:pt x="1070539" y="403756"/>
                      <a:pt x="1051490" y="367680"/>
                      <a:pt x="1028295" y="334302"/>
                    </a:cubicBezTo>
                    <a:cubicBezTo>
                      <a:pt x="1026431" y="331837"/>
                      <a:pt x="1026431" y="328421"/>
                      <a:pt x="1028295" y="325957"/>
                    </a:cubicBezTo>
                    <a:lnTo>
                      <a:pt x="1094790" y="241990"/>
                    </a:lnTo>
                    <a:lnTo>
                      <a:pt x="991136" y="139118"/>
                    </a:lnTo>
                    <a:lnTo>
                      <a:pt x="906387" y="206396"/>
                    </a:lnTo>
                    <a:cubicBezTo>
                      <a:pt x="903923" y="208260"/>
                      <a:pt x="900507" y="208260"/>
                      <a:pt x="898042" y="206396"/>
                    </a:cubicBezTo>
                    <a:cubicBezTo>
                      <a:pt x="840857" y="167529"/>
                      <a:pt x="776135" y="141139"/>
                      <a:pt x="708075" y="128949"/>
                    </a:cubicBezTo>
                    <a:cubicBezTo>
                      <a:pt x="705024" y="128388"/>
                      <a:pt x="702690" y="125911"/>
                      <a:pt x="702338" y="122821"/>
                    </a:cubicBezTo>
                    <a:lnTo>
                      <a:pt x="689300" y="13690"/>
                    </a:lnTo>
                    <a:lnTo>
                      <a:pt x="543923" y="13690"/>
                    </a:lnTo>
                    <a:lnTo>
                      <a:pt x="530885" y="123473"/>
                    </a:lnTo>
                    <a:cubicBezTo>
                      <a:pt x="530637" y="126549"/>
                      <a:pt x="528329" y="129079"/>
                      <a:pt x="525278" y="129601"/>
                    </a:cubicBezTo>
                    <a:cubicBezTo>
                      <a:pt x="486437" y="137019"/>
                      <a:pt x="448613" y="149054"/>
                      <a:pt x="412627" y="165456"/>
                    </a:cubicBezTo>
                    <a:cubicBezTo>
                      <a:pt x="409785" y="166681"/>
                      <a:pt x="406473" y="165951"/>
                      <a:pt x="404413" y="163630"/>
                    </a:cubicBezTo>
                    <a:lnTo>
                      <a:pt x="330747" y="80707"/>
                    </a:lnTo>
                    <a:lnTo>
                      <a:pt x="210925" y="164543"/>
                    </a:lnTo>
                    <a:lnTo>
                      <a:pt x="263861" y="262330"/>
                    </a:lnTo>
                    <a:cubicBezTo>
                      <a:pt x="265282" y="265081"/>
                      <a:pt x="264812" y="268419"/>
                      <a:pt x="262687" y="270675"/>
                    </a:cubicBezTo>
                    <a:cubicBezTo>
                      <a:pt x="235059" y="298811"/>
                      <a:pt x="210899" y="330155"/>
                      <a:pt x="190716" y="364029"/>
                    </a:cubicBezTo>
                    <a:cubicBezTo>
                      <a:pt x="189047" y="366636"/>
                      <a:pt x="185931" y="367940"/>
                      <a:pt x="182893" y="367288"/>
                    </a:cubicBezTo>
                    <a:lnTo>
                      <a:pt x="74805" y="341212"/>
                    </a:lnTo>
                    <a:lnTo>
                      <a:pt x="24869" y="478635"/>
                    </a:lnTo>
                    <a:lnTo>
                      <a:pt x="123699" y="528050"/>
                    </a:lnTo>
                    <a:cubicBezTo>
                      <a:pt x="126463" y="529485"/>
                      <a:pt x="128001" y="532536"/>
                      <a:pt x="127480" y="535613"/>
                    </a:cubicBezTo>
                    <a:cubicBezTo>
                      <a:pt x="122826" y="563097"/>
                      <a:pt x="120465" y="590921"/>
                      <a:pt x="120439" y="618797"/>
                    </a:cubicBezTo>
                    <a:cubicBezTo>
                      <a:pt x="120439" y="629358"/>
                      <a:pt x="120439" y="640571"/>
                      <a:pt x="121873" y="654000"/>
                    </a:cubicBezTo>
                    <a:cubicBezTo>
                      <a:pt x="122043" y="657051"/>
                      <a:pt x="120270" y="659880"/>
                      <a:pt x="117440" y="661041"/>
                    </a:cubicBezTo>
                    <a:lnTo>
                      <a:pt x="14960" y="701590"/>
                    </a:lnTo>
                    <a:lnTo>
                      <a:pt x="52771" y="842795"/>
                    </a:lnTo>
                    <a:lnTo>
                      <a:pt x="160337" y="826888"/>
                    </a:lnTo>
                    <a:cubicBezTo>
                      <a:pt x="163440" y="826431"/>
                      <a:pt x="166465" y="828074"/>
                      <a:pt x="167768" y="830930"/>
                    </a:cubicBezTo>
                    <a:cubicBezTo>
                      <a:pt x="184927" y="867215"/>
                      <a:pt x="206375" y="901310"/>
                      <a:pt x="231656" y="932498"/>
                    </a:cubicBezTo>
                    <a:cubicBezTo>
                      <a:pt x="233482" y="934975"/>
                      <a:pt x="233482" y="938365"/>
                      <a:pt x="231656" y="940842"/>
                    </a:cubicBezTo>
                    <a:lnTo>
                      <a:pt x="172071" y="1031198"/>
                    </a:lnTo>
                    <a:lnTo>
                      <a:pt x="284070" y="1125204"/>
                    </a:lnTo>
                    <a:lnTo>
                      <a:pt x="362299" y="1051798"/>
                    </a:lnTo>
                    <a:cubicBezTo>
                      <a:pt x="364529" y="1049608"/>
                      <a:pt x="367945" y="1049178"/>
                      <a:pt x="370644" y="1050755"/>
                    </a:cubicBezTo>
                    <a:cubicBezTo>
                      <a:pt x="405873" y="1071095"/>
                      <a:pt x="443502" y="1087002"/>
                      <a:pt x="482643" y="1098084"/>
                    </a:cubicBezTo>
                    <a:cubicBezTo>
                      <a:pt x="485616" y="1098879"/>
                      <a:pt x="487741" y="1101526"/>
                      <a:pt x="487858" y="1104603"/>
                    </a:cubicBezTo>
                    <a:close/>
                    <a:moveTo>
                      <a:pt x="619154" y="943320"/>
                    </a:moveTo>
                    <a:cubicBezTo>
                      <a:pt x="439995" y="943320"/>
                      <a:pt x="294761" y="798086"/>
                      <a:pt x="294761" y="618927"/>
                    </a:cubicBezTo>
                    <a:cubicBezTo>
                      <a:pt x="294761" y="439768"/>
                      <a:pt x="439995" y="294535"/>
                      <a:pt x="619154" y="294535"/>
                    </a:cubicBezTo>
                    <a:cubicBezTo>
                      <a:pt x="798313" y="294535"/>
                      <a:pt x="943546" y="439768"/>
                      <a:pt x="943546" y="618927"/>
                    </a:cubicBezTo>
                    <a:cubicBezTo>
                      <a:pt x="943546" y="798151"/>
                      <a:pt x="798378" y="943489"/>
                      <a:pt x="619154" y="943711"/>
                    </a:cubicBezTo>
                    <a:close/>
                    <a:moveTo>
                      <a:pt x="619154" y="308616"/>
                    </a:moveTo>
                    <a:cubicBezTo>
                      <a:pt x="447778" y="308538"/>
                      <a:pt x="308790" y="447422"/>
                      <a:pt x="308712" y="618797"/>
                    </a:cubicBezTo>
                    <a:cubicBezTo>
                      <a:pt x="308634" y="790172"/>
                      <a:pt x="447518" y="929160"/>
                      <a:pt x="618893" y="929238"/>
                    </a:cubicBezTo>
                    <a:cubicBezTo>
                      <a:pt x="790268" y="929317"/>
                      <a:pt x="929256" y="790433"/>
                      <a:pt x="929335" y="619058"/>
                    </a:cubicBezTo>
                    <a:cubicBezTo>
                      <a:pt x="929335" y="619018"/>
                      <a:pt x="929335" y="618966"/>
                      <a:pt x="929335" y="618927"/>
                    </a:cubicBezTo>
                    <a:cubicBezTo>
                      <a:pt x="928904" y="447839"/>
                      <a:pt x="790242" y="309294"/>
                      <a:pt x="619154" y="30900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52" name="Google Shape;1352;g3f3ba1429e3_0_2276"/>
              <p:cNvSpPr/>
              <p:nvPr/>
            </p:nvSpPr>
            <p:spPr>
              <a:xfrm>
                <a:off x="7694039" y="2627918"/>
                <a:ext cx="1244319" cy="1096398"/>
              </a:xfrm>
              <a:custGeom>
                <a:rect b="b" l="l" r="r" t="t"/>
                <a:pathLst>
                  <a:path extrusionOk="0" h="1096398" w="1244319">
                    <a:moveTo>
                      <a:pt x="487996" y="1096398"/>
                    </a:moveTo>
                    <a:cubicBezTo>
                      <a:pt x="312697" y="1095968"/>
                      <a:pt x="142964" y="1034832"/>
                      <a:pt x="7666" y="923380"/>
                    </a:cubicBezTo>
                    <a:cubicBezTo>
                      <a:pt x="-1330" y="915923"/>
                      <a:pt x="-2595" y="902584"/>
                      <a:pt x="4863" y="893588"/>
                    </a:cubicBezTo>
                    <a:cubicBezTo>
                      <a:pt x="12321" y="884591"/>
                      <a:pt x="25659" y="883327"/>
                      <a:pt x="34655" y="890785"/>
                    </a:cubicBezTo>
                    <a:cubicBezTo>
                      <a:pt x="338121" y="1141667"/>
                      <a:pt x="787512" y="1099045"/>
                      <a:pt x="1038395" y="795579"/>
                    </a:cubicBezTo>
                    <a:cubicBezTo>
                      <a:pt x="1215820" y="580969"/>
                      <a:pt x="1252066" y="282679"/>
                      <a:pt x="1131175" y="31823"/>
                    </a:cubicBezTo>
                    <a:cubicBezTo>
                      <a:pt x="1125334" y="21640"/>
                      <a:pt x="1128867" y="8654"/>
                      <a:pt x="1139050" y="2812"/>
                    </a:cubicBezTo>
                    <a:cubicBezTo>
                      <a:pt x="1149233" y="-3016"/>
                      <a:pt x="1162219" y="505"/>
                      <a:pt x="1168060" y="10688"/>
                    </a:cubicBezTo>
                    <a:cubicBezTo>
                      <a:pt x="1168556" y="11574"/>
                      <a:pt x="1168999" y="12487"/>
                      <a:pt x="1169377" y="13439"/>
                    </a:cubicBezTo>
                    <a:cubicBezTo>
                      <a:pt x="1350335" y="389293"/>
                      <a:pt x="1192338" y="840679"/>
                      <a:pt x="816496" y="1021624"/>
                    </a:cubicBezTo>
                    <a:cubicBezTo>
                      <a:pt x="714015" y="1070961"/>
                      <a:pt x="601729" y="1096529"/>
                      <a:pt x="487996" y="109639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53" name="Google Shape;1353;g3f3ba1429e3_0_2276"/>
              <p:cNvSpPr/>
              <p:nvPr/>
            </p:nvSpPr>
            <p:spPr>
              <a:xfrm>
                <a:off x="8772018" y="2530792"/>
                <a:ext cx="168585" cy="194400"/>
              </a:xfrm>
              <a:custGeom>
                <a:rect b="b" l="l" r="r" t="t"/>
                <a:pathLst>
                  <a:path extrusionOk="0" h="194400" w="168585">
                    <a:moveTo>
                      <a:pt x="652" y="194401"/>
                    </a:moveTo>
                    <a:lnTo>
                      <a:pt x="0" y="0"/>
                    </a:lnTo>
                    <a:lnTo>
                      <a:pt x="168585" y="96614"/>
                    </a:lnTo>
                    <a:lnTo>
                      <a:pt x="652" y="19440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1354" name="Google Shape;1354;g3f3ba1429e3_0_2276"/>
            <p:cNvGrpSpPr/>
            <p:nvPr/>
          </p:nvGrpSpPr>
          <p:grpSpPr>
            <a:xfrm>
              <a:off x="5716757" y="2701775"/>
              <a:ext cx="2100989" cy="2869805"/>
              <a:chOff x="5716757" y="2701775"/>
              <a:chExt cx="2100989" cy="2869805"/>
            </a:xfrm>
          </p:grpSpPr>
          <p:sp>
            <p:nvSpPr>
              <p:cNvPr id="1355" name="Google Shape;1355;g3f3ba1429e3_0_2276"/>
              <p:cNvSpPr/>
              <p:nvPr/>
            </p:nvSpPr>
            <p:spPr>
              <a:xfrm>
                <a:off x="5716757" y="5232585"/>
                <a:ext cx="1347376" cy="338995"/>
              </a:xfrm>
              <a:custGeom>
                <a:rect b="b" l="l" r="r" t="t"/>
                <a:pathLst>
                  <a:path extrusionOk="0" h="338995" w="1347376">
                    <a:moveTo>
                      <a:pt x="1347376" y="169497"/>
                    </a:moveTo>
                    <a:cubicBezTo>
                      <a:pt x="1347376" y="263108"/>
                      <a:pt x="1045756" y="338995"/>
                      <a:pt x="673688" y="338995"/>
                    </a:cubicBezTo>
                    <a:cubicBezTo>
                      <a:pt x="301620" y="338995"/>
                      <a:pt x="0" y="263108"/>
                      <a:pt x="0" y="169497"/>
                    </a:cubicBezTo>
                    <a:cubicBezTo>
                      <a:pt x="0" y="75887"/>
                      <a:pt x="301621" y="0"/>
                      <a:pt x="673688" y="0"/>
                    </a:cubicBezTo>
                    <a:cubicBezTo>
                      <a:pt x="1045756" y="0"/>
                      <a:pt x="1347376" y="75887"/>
                      <a:pt x="1347376" y="16949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56" name="Google Shape;1356;g3f3ba1429e3_0_2276"/>
              <p:cNvSpPr/>
              <p:nvPr/>
            </p:nvSpPr>
            <p:spPr>
              <a:xfrm>
                <a:off x="7044315" y="4907931"/>
                <a:ext cx="766259" cy="353076"/>
              </a:xfrm>
              <a:custGeom>
                <a:rect b="b" l="l" r="r" t="t"/>
                <a:pathLst>
                  <a:path extrusionOk="0" h="353076" w="766259">
                    <a:moveTo>
                      <a:pt x="765347" y="353077"/>
                    </a:moveTo>
                    <a:cubicBezTo>
                      <a:pt x="765347" y="345514"/>
                      <a:pt x="766260" y="337952"/>
                      <a:pt x="766260" y="330129"/>
                    </a:cubicBezTo>
                    <a:cubicBezTo>
                      <a:pt x="766260" y="147593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129"/>
                    </a:cubicBezTo>
                    <a:cubicBezTo>
                      <a:pt x="0" y="337952"/>
                      <a:pt x="0" y="345514"/>
                      <a:pt x="1043" y="3530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57" name="Google Shape;1357;g3f3ba1429e3_0_2276"/>
              <p:cNvSpPr/>
              <p:nvPr/>
            </p:nvSpPr>
            <p:spPr>
              <a:xfrm>
                <a:off x="7037275" y="4900891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8"/>
                    </a:moveTo>
                    <a:lnTo>
                      <a:pt x="8084" y="367288"/>
                    </a:lnTo>
                    <a:cubicBezTo>
                      <a:pt x="4394" y="367301"/>
                      <a:pt x="1317" y="364446"/>
                      <a:pt x="1043" y="360769"/>
                    </a:cubicBezTo>
                    <a:cubicBezTo>
                      <a:pt x="391" y="351903"/>
                      <a:pt x="0" y="344341"/>
                      <a:pt x="0" y="337170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170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20"/>
                      <a:pt x="776052" y="367236"/>
                      <a:pt x="772388" y="367288"/>
                    </a:cubicBezTo>
                    <a:close/>
                    <a:moveTo>
                      <a:pt x="14603" y="353468"/>
                    </a:moveTo>
                    <a:lnTo>
                      <a:pt x="765608" y="353468"/>
                    </a:lnTo>
                    <a:cubicBezTo>
                      <a:pt x="765608" y="347731"/>
                      <a:pt x="765608" y="342516"/>
                      <a:pt x="765608" y="337561"/>
                    </a:cubicBezTo>
                    <a:cubicBezTo>
                      <a:pt x="765608" y="159458"/>
                      <a:pt x="596893" y="14472"/>
                      <a:pt x="389584" y="14472"/>
                    </a:cubicBezTo>
                    <a:cubicBezTo>
                      <a:pt x="182275" y="14472"/>
                      <a:pt x="13429" y="159458"/>
                      <a:pt x="13429" y="337561"/>
                    </a:cubicBezTo>
                    <a:cubicBezTo>
                      <a:pt x="14081" y="342255"/>
                      <a:pt x="14342" y="347340"/>
                      <a:pt x="14603" y="35346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58" name="Google Shape;1358;g3f3ba1429e3_0_2276"/>
              <p:cNvSpPr/>
              <p:nvPr/>
            </p:nvSpPr>
            <p:spPr>
              <a:xfrm>
                <a:off x="7044315" y="4939354"/>
                <a:ext cx="766259" cy="353076"/>
              </a:xfrm>
              <a:custGeom>
                <a:rect b="b" l="l" r="r" t="t"/>
                <a:pathLst>
                  <a:path extrusionOk="0" h="353076" w="766259">
                    <a:moveTo>
                      <a:pt x="765347" y="353077"/>
                    </a:moveTo>
                    <a:cubicBezTo>
                      <a:pt x="765347" y="345514"/>
                      <a:pt x="766260" y="337822"/>
                      <a:pt x="766260" y="330129"/>
                    </a:cubicBezTo>
                    <a:cubicBezTo>
                      <a:pt x="766260" y="147593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129"/>
                    </a:cubicBezTo>
                    <a:cubicBezTo>
                      <a:pt x="0" y="337822"/>
                      <a:pt x="0" y="345514"/>
                      <a:pt x="1043" y="35307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59" name="Google Shape;1359;g3f3ba1429e3_0_2276"/>
              <p:cNvSpPr/>
              <p:nvPr/>
            </p:nvSpPr>
            <p:spPr>
              <a:xfrm>
                <a:off x="7037275" y="4932313"/>
                <a:ext cx="780471" cy="367158"/>
              </a:xfrm>
              <a:custGeom>
                <a:rect b="b" l="l" r="r" t="t"/>
                <a:pathLst>
                  <a:path extrusionOk="0" h="367158" w="780471">
                    <a:moveTo>
                      <a:pt x="772388" y="367158"/>
                    </a:moveTo>
                    <a:lnTo>
                      <a:pt x="8084" y="367158"/>
                    </a:lnTo>
                    <a:cubicBezTo>
                      <a:pt x="4433" y="367171"/>
                      <a:pt x="1382" y="364407"/>
                      <a:pt x="1043" y="360769"/>
                    </a:cubicBezTo>
                    <a:cubicBezTo>
                      <a:pt x="391" y="351773"/>
                      <a:pt x="0" y="344341"/>
                      <a:pt x="0" y="337170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170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07"/>
                      <a:pt x="776038" y="367171"/>
                      <a:pt x="772388" y="367158"/>
                    </a:cubicBezTo>
                    <a:close/>
                    <a:moveTo>
                      <a:pt x="14603" y="353077"/>
                    </a:moveTo>
                    <a:lnTo>
                      <a:pt x="765608" y="353077"/>
                    </a:lnTo>
                    <a:cubicBezTo>
                      <a:pt x="765608" y="347340"/>
                      <a:pt x="765608" y="342125"/>
                      <a:pt x="765608" y="337170"/>
                    </a:cubicBezTo>
                    <a:cubicBezTo>
                      <a:pt x="765608" y="159067"/>
                      <a:pt x="596893" y="14082"/>
                      <a:pt x="389584" y="14082"/>
                    </a:cubicBezTo>
                    <a:cubicBezTo>
                      <a:pt x="182275" y="14082"/>
                      <a:pt x="13429" y="159067"/>
                      <a:pt x="13429" y="337170"/>
                    </a:cubicBezTo>
                    <a:cubicBezTo>
                      <a:pt x="14081" y="342125"/>
                      <a:pt x="14342" y="347340"/>
                      <a:pt x="14603" y="35307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60" name="Google Shape;1360;g3f3ba1429e3_0_2276"/>
              <p:cNvSpPr/>
              <p:nvPr/>
            </p:nvSpPr>
            <p:spPr>
              <a:xfrm>
                <a:off x="6559174" y="3157334"/>
                <a:ext cx="615784" cy="645539"/>
              </a:xfrm>
              <a:custGeom>
                <a:rect b="b" l="l" r="r" t="t"/>
                <a:pathLst>
                  <a:path extrusionOk="0" h="645539" w="615784">
                    <a:moveTo>
                      <a:pt x="45099" y="5033"/>
                    </a:moveTo>
                    <a:lnTo>
                      <a:pt x="308603" y="421606"/>
                    </a:lnTo>
                    <a:lnTo>
                      <a:pt x="598183" y="258627"/>
                    </a:lnTo>
                    <a:lnTo>
                      <a:pt x="615785" y="399962"/>
                    </a:lnTo>
                    <a:cubicBezTo>
                      <a:pt x="615785" y="399962"/>
                      <a:pt x="336896" y="619397"/>
                      <a:pt x="298042" y="636737"/>
                    </a:cubicBezTo>
                    <a:cubicBezTo>
                      <a:pt x="259188" y="654078"/>
                      <a:pt x="188520" y="643908"/>
                      <a:pt x="170919" y="622656"/>
                    </a:cubicBezTo>
                    <a:cubicBezTo>
                      <a:pt x="153317" y="601404"/>
                      <a:pt x="5072" y="76091"/>
                      <a:pt x="5072" y="76091"/>
                    </a:cubicBezTo>
                    <a:cubicBezTo>
                      <a:pt x="5072" y="76091"/>
                      <a:pt x="-21005" y="-23130"/>
                      <a:pt x="45099" y="50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61" name="Google Shape;1361;g3f3ba1429e3_0_2276"/>
              <p:cNvSpPr/>
              <p:nvPr/>
            </p:nvSpPr>
            <p:spPr>
              <a:xfrm>
                <a:off x="6552042" y="3149579"/>
                <a:ext cx="630022" cy="660808"/>
              </a:xfrm>
              <a:custGeom>
                <a:rect b="b" l="l" r="r" t="t"/>
                <a:pathLst>
                  <a:path extrusionOk="0" h="660808" w="630022">
                    <a:moveTo>
                      <a:pt x="255498" y="660790"/>
                    </a:moveTo>
                    <a:cubicBezTo>
                      <a:pt x="221338" y="660790"/>
                      <a:pt x="186004" y="651402"/>
                      <a:pt x="172575" y="634714"/>
                    </a:cubicBezTo>
                    <a:cubicBezTo>
                      <a:pt x="154452" y="612939"/>
                      <a:pt x="20418" y="139259"/>
                      <a:pt x="5294" y="84759"/>
                    </a:cubicBezTo>
                    <a:cubicBezTo>
                      <a:pt x="3599" y="78631"/>
                      <a:pt x="-9309" y="25695"/>
                      <a:pt x="12725" y="6529"/>
                    </a:cubicBezTo>
                    <a:cubicBezTo>
                      <a:pt x="22504" y="-1816"/>
                      <a:pt x="36716" y="-2207"/>
                      <a:pt x="54969" y="5616"/>
                    </a:cubicBezTo>
                    <a:cubicBezTo>
                      <a:pt x="56286" y="6151"/>
                      <a:pt x="57395" y="7116"/>
                      <a:pt x="58099" y="8354"/>
                    </a:cubicBezTo>
                    <a:lnTo>
                      <a:pt x="318082" y="419321"/>
                    </a:lnTo>
                    <a:lnTo>
                      <a:pt x="601795" y="260124"/>
                    </a:lnTo>
                    <a:cubicBezTo>
                      <a:pt x="603868" y="259015"/>
                      <a:pt x="606371" y="259015"/>
                      <a:pt x="608444" y="260124"/>
                    </a:cubicBezTo>
                    <a:cubicBezTo>
                      <a:pt x="610544" y="261219"/>
                      <a:pt x="612004" y="263253"/>
                      <a:pt x="612356" y="265600"/>
                    </a:cubicBezTo>
                    <a:lnTo>
                      <a:pt x="629958" y="406804"/>
                    </a:lnTo>
                    <a:cubicBezTo>
                      <a:pt x="630297" y="409242"/>
                      <a:pt x="629293" y="411681"/>
                      <a:pt x="627350" y="413193"/>
                    </a:cubicBezTo>
                    <a:cubicBezTo>
                      <a:pt x="615876" y="422190"/>
                      <a:pt x="347157" y="632888"/>
                      <a:pt x="308043" y="650751"/>
                    </a:cubicBezTo>
                    <a:cubicBezTo>
                      <a:pt x="291406" y="657674"/>
                      <a:pt x="273517" y="661090"/>
                      <a:pt x="255498" y="660790"/>
                    </a:cubicBezTo>
                    <a:close/>
                    <a:moveTo>
                      <a:pt x="31631" y="14743"/>
                    </a:moveTo>
                    <a:cubicBezTo>
                      <a:pt x="28150" y="14600"/>
                      <a:pt x="24721" y="15708"/>
                      <a:pt x="21983" y="17872"/>
                    </a:cubicBezTo>
                    <a:cubicBezTo>
                      <a:pt x="10378" y="27912"/>
                      <a:pt x="13899" y="62333"/>
                      <a:pt x="18853" y="81630"/>
                    </a:cubicBezTo>
                    <a:cubicBezTo>
                      <a:pt x="77917" y="291024"/>
                      <a:pt x="170489" y="609159"/>
                      <a:pt x="183527" y="626239"/>
                    </a:cubicBezTo>
                    <a:cubicBezTo>
                      <a:pt x="198912" y="644623"/>
                      <a:pt x="266450" y="654662"/>
                      <a:pt x="302175" y="638364"/>
                    </a:cubicBezTo>
                    <a:cubicBezTo>
                      <a:pt x="337900" y="622066"/>
                      <a:pt x="584584" y="429752"/>
                      <a:pt x="615094" y="405110"/>
                    </a:cubicBezTo>
                    <a:lnTo>
                      <a:pt x="599187" y="278247"/>
                    </a:lnTo>
                    <a:lnTo>
                      <a:pt x="319125" y="435880"/>
                    </a:lnTo>
                    <a:cubicBezTo>
                      <a:pt x="315839" y="437692"/>
                      <a:pt x="311706" y="436597"/>
                      <a:pt x="309738" y="433402"/>
                    </a:cubicBezTo>
                    <a:lnTo>
                      <a:pt x="47407" y="18655"/>
                    </a:lnTo>
                    <a:cubicBezTo>
                      <a:pt x="42426" y="16425"/>
                      <a:pt x="37081" y="15095"/>
                      <a:pt x="31631" y="147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62" name="Google Shape;1362;g3f3ba1429e3_0_2276"/>
              <p:cNvSpPr/>
              <p:nvPr/>
            </p:nvSpPr>
            <p:spPr>
              <a:xfrm>
                <a:off x="6941965" y="3352986"/>
                <a:ext cx="275368" cy="377849"/>
              </a:xfrm>
              <a:custGeom>
                <a:rect b="b" l="l" r="r" t="t"/>
                <a:pathLst>
                  <a:path extrusionOk="0" h="377849" w="275368">
                    <a:moveTo>
                      <a:pt x="201311" y="42374"/>
                    </a:moveTo>
                    <a:lnTo>
                      <a:pt x="0" y="169498"/>
                    </a:lnTo>
                    <a:lnTo>
                      <a:pt x="107044" y="377849"/>
                    </a:lnTo>
                    <a:lnTo>
                      <a:pt x="275368" y="194271"/>
                    </a:lnTo>
                    <a:lnTo>
                      <a:pt x="257767" y="0"/>
                    </a:lnTo>
                    <a:lnTo>
                      <a:pt x="201311" y="42374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63" name="Google Shape;1363;g3f3ba1429e3_0_2276"/>
              <p:cNvSpPr/>
              <p:nvPr/>
            </p:nvSpPr>
            <p:spPr>
              <a:xfrm>
                <a:off x="6934890" y="3346286"/>
                <a:ext cx="289538" cy="391606"/>
              </a:xfrm>
              <a:custGeom>
                <a:rect b="b" l="l" r="r" t="t"/>
                <a:pathLst>
                  <a:path extrusionOk="0" h="391606" w="289538">
                    <a:moveTo>
                      <a:pt x="114119" y="391590"/>
                    </a:moveTo>
                    <a:lnTo>
                      <a:pt x="113206" y="391590"/>
                    </a:lnTo>
                    <a:cubicBezTo>
                      <a:pt x="110951" y="391186"/>
                      <a:pt x="108995" y="389804"/>
                      <a:pt x="107861" y="387809"/>
                    </a:cubicBezTo>
                    <a:lnTo>
                      <a:pt x="816" y="179196"/>
                    </a:lnTo>
                    <a:cubicBezTo>
                      <a:pt x="-905" y="175937"/>
                      <a:pt x="177" y="171895"/>
                      <a:pt x="3293" y="169939"/>
                    </a:cubicBezTo>
                    <a:lnTo>
                      <a:pt x="204344" y="43598"/>
                    </a:lnTo>
                    <a:lnTo>
                      <a:pt x="260539" y="1485"/>
                    </a:lnTo>
                    <a:cubicBezTo>
                      <a:pt x="263603" y="-901"/>
                      <a:pt x="268036" y="-354"/>
                      <a:pt x="270422" y="2710"/>
                    </a:cubicBezTo>
                    <a:cubicBezTo>
                      <a:pt x="271256" y="3780"/>
                      <a:pt x="271765" y="5083"/>
                      <a:pt x="271882" y="6439"/>
                    </a:cubicBezTo>
                    <a:lnTo>
                      <a:pt x="289484" y="200710"/>
                    </a:lnTo>
                    <a:cubicBezTo>
                      <a:pt x="289745" y="202678"/>
                      <a:pt x="289067" y="204660"/>
                      <a:pt x="287659" y="206055"/>
                    </a:cubicBezTo>
                    <a:lnTo>
                      <a:pt x="119334" y="389765"/>
                    </a:lnTo>
                    <a:cubicBezTo>
                      <a:pt x="117913" y="391055"/>
                      <a:pt x="116036" y="391721"/>
                      <a:pt x="114119" y="391590"/>
                    </a:cubicBezTo>
                    <a:close/>
                    <a:moveTo>
                      <a:pt x="16332" y="178675"/>
                    </a:moveTo>
                    <a:lnTo>
                      <a:pt x="115814" y="372293"/>
                    </a:lnTo>
                    <a:lnTo>
                      <a:pt x="275142" y="198493"/>
                    </a:lnTo>
                    <a:lnTo>
                      <a:pt x="258974" y="19999"/>
                    </a:lnTo>
                    <a:lnTo>
                      <a:pt x="212558" y="54681"/>
                    </a:lnTo>
                    <a:lnTo>
                      <a:pt x="212558" y="54681"/>
                    </a:lnTo>
                    <a:close/>
                    <a:moveTo>
                      <a:pt x="208386" y="49074"/>
                    </a:moveTo>
                    <a:lnTo>
                      <a:pt x="208386" y="49074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64" name="Google Shape;1364;g3f3ba1429e3_0_2276"/>
              <p:cNvSpPr/>
              <p:nvPr/>
            </p:nvSpPr>
            <p:spPr>
              <a:xfrm>
                <a:off x="6312607" y="3857958"/>
                <a:ext cx="720870" cy="1274753"/>
              </a:xfrm>
              <a:custGeom>
                <a:rect b="b" l="l" r="r" t="t"/>
                <a:pathLst>
                  <a:path extrusionOk="0" h="1274753" w="720870">
                    <a:moveTo>
                      <a:pt x="0" y="279280"/>
                    </a:moveTo>
                    <a:lnTo>
                      <a:pt x="491543" y="773301"/>
                    </a:lnTo>
                    <a:cubicBezTo>
                      <a:pt x="491543" y="773301"/>
                      <a:pt x="367940" y="889863"/>
                      <a:pt x="279671" y="988823"/>
                    </a:cubicBezTo>
                    <a:cubicBezTo>
                      <a:pt x="191402" y="1087784"/>
                      <a:pt x="46677" y="1214777"/>
                      <a:pt x="46677" y="1214777"/>
                    </a:cubicBezTo>
                    <a:lnTo>
                      <a:pt x="96092" y="1274753"/>
                    </a:lnTo>
                    <a:cubicBezTo>
                      <a:pt x="96092" y="1274753"/>
                      <a:pt x="668212" y="844490"/>
                      <a:pt x="695853" y="815675"/>
                    </a:cubicBezTo>
                    <a:cubicBezTo>
                      <a:pt x="723494" y="786860"/>
                      <a:pt x="724146" y="730926"/>
                      <a:pt x="717106" y="656869"/>
                    </a:cubicBezTo>
                    <a:cubicBezTo>
                      <a:pt x="710065" y="582811"/>
                      <a:pt x="501713" y="0"/>
                      <a:pt x="50171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65" name="Google Shape;1365;g3f3ba1429e3_0_2276"/>
              <p:cNvSpPr/>
              <p:nvPr/>
            </p:nvSpPr>
            <p:spPr>
              <a:xfrm>
                <a:off x="6305525" y="3851195"/>
                <a:ext cx="736305" cy="1288775"/>
              </a:xfrm>
              <a:custGeom>
                <a:rect b="b" l="l" r="r" t="t"/>
                <a:pathLst>
                  <a:path extrusionOk="0" h="1288775" w="736305">
                    <a:moveTo>
                      <a:pt x="103174" y="1288688"/>
                    </a:moveTo>
                    <a:cubicBezTo>
                      <a:pt x="101049" y="1288675"/>
                      <a:pt x="99054" y="1287723"/>
                      <a:pt x="97698" y="1286080"/>
                    </a:cubicBezTo>
                    <a:lnTo>
                      <a:pt x="48283" y="1225974"/>
                    </a:lnTo>
                    <a:cubicBezTo>
                      <a:pt x="45858" y="1223040"/>
                      <a:pt x="46197" y="1218711"/>
                      <a:pt x="49065" y="1216195"/>
                    </a:cubicBezTo>
                    <a:cubicBezTo>
                      <a:pt x="50500" y="1215021"/>
                      <a:pt x="194573" y="1088289"/>
                      <a:pt x="281538" y="990893"/>
                    </a:cubicBezTo>
                    <a:cubicBezTo>
                      <a:pt x="358725" y="904449"/>
                      <a:pt x="464074" y="803403"/>
                      <a:pt x="488586" y="779934"/>
                    </a:cubicBezTo>
                    <a:lnTo>
                      <a:pt x="2128" y="290998"/>
                    </a:lnTo>
                    <a:cubicBezTo>
                      <a:pt x="576" y="289460"/>
                      <a:pt x="-193" y="287308"/>
                      <a:pt x="42" y="285131"/>
                    </a:cubicBezTo>
                    <a:cubicBezTo>
                      <a:pt x="393" y="282928"/>
                      <a:pt x="1736" y="280998"/>
                      <a:pt x="3692" y="279916"/>
                    </a:cubicBezTo>
                    <a:lnTo>
                      <a:pt x="506448" y="636"/>
                    </a:lnTo>
                    <a:cubicBezTo>
                      <a:pt x="508365" y="-212"/>
                      <a:pt x="510529" y="-212"/>
                      <a:pt x="512446" y="636"/>
                    </a:cubicBezTo>
                    <a:cubicBezTo>
                      <a:pt x="514376" y="1431"/>
                      <a:pt x="515875" y="2996"/>
                      <a:pt x="516618" y="4938"/>
                    </a:cubicBezTo>
                    <a:cubicBezTo>
                      <a:pt x="525093" y="28668"/>
                      <a:pt x="725231" y="589314"/>
                      <a:pt x="732402" y="663372"/>
                    </a:cubicBezTo>
                    <a:cubicBezTo>
                      <a:pt x="739964" y="743166"/>
                      <a:pt x="738660" y="798448"/>
                      <a:pt x="709194" y="828045"/>
                    </a:cubicBezTo>
                    <a:cubicBezTo>
                      <a:pt x="679727" y="857642"/>
                      <a:pt x="131467" y="1270173"/>
                      <a:pt x="108129" y="1287775"/>
                    </a:cubicBezTo>
                    <a:cubicBezTo>
                      <a:pt x="106630" y="1288622"/>
                      <a:pt x="104882" y="1288948"/>
                      <a:pt x="103174" y="1288688"/>
                    </a:cubicBezTo>
                    <a:close/>
                    <a:moveTo>
                      <a:pt x="64060" y="1222323"/>
                    </a:moveTo>
                    <a:lnTo>
                      <a:pt x="104869" y="1271868"/>
                    </a:lnTo>
                    <a:cubicBezTo>
                      <a:pt x="163281" y="1227799"/>
                      <a:pt x="672947" y="843561"/>
                      <a:pt x="699024" y="817484"/>
                    </a:cubicBezTo>
                    <a:cubicBezTo>
                      <a:pt x="725100" y="791407"/>
                      <a:pt x="725100" y="737690"/>
                      <a:pt x="718190" y="664284"/>
                    </a:cubicBezTo>
                    <a:cubicBezTo>
                      <a:pt x="711671" y="596485"/>
                      <a:pt x="530830" y="86688"/>
                      <a:pt x="505927" y="16933"/>
                    </a:cubicBezTo>
                    <a:lnTo>
                      <a:pt x="19208" y="287739"/>
                    </a:lnTo>
                    <a:lnTo>
                      <a:pt x="504232" y="775110"/>
                    </a:lnTo>
                    <a:cubicBezTo>
                      <a:pt x="505536" y="776492"/>
                      <a:pt x="506279" y="778304"/>
                      <a:pt x="506318" y="780195"/>
                    </a:cubicBezTo>
                    <a:cubicBezTo>
                      <a:pt x="506214" y="782098"/>
                      <a:pt x="505431" y="783911"/>
                      <a:pt x="504102" y="785279"/>
                    </a:cubicBezTo>
                    <a:cubicBezTo>
                      <a:pt x="502798" y="786453"/>
                      <a:pt x="379716" y="902624"/>
                      <a:pt x="292621" y="1000281"/>
                    </a:cubicBezTo>
                    <a:cubicBezTo>
                      <a:pt x="213869" y="1087768"/>
                      <a:pt x="90136" y="1198724"/>
                      <a:pt x="63147" y="122232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66" name="Google Shape;1366;g3f3ba1429e3_0_2276"/>
              <p:cNvSpPr/>
              <p:nvPr/>
            </p:nvSpPr>
            <p:spPr>
              <a:xfrm>
                <a:off x="6248718" y="4779243"/>
                <a:ext cx="445910" cy="557386"/>
              </a:xfrm>
              <a:custGeom>
                <a:rect b="b" l="l" r="r" t="t"/>
                <a:pathLst>
                  <a:path extrusionOk="0" h="557386" w="445910">
                    <a:moveTo>
                      <a:pt x="326740" y="0"/>
                    </a:moveTo>
                    <a:lnTo>
                      <a:pt x="445910" y="207961"/>
                    </a:lnTo>
                    <a:lnTo>
                      <a:pt x="204441" y="334302"/>
                    </a:lnTo>
                    <a:cubicBezTo>
                      <a:pt x="195940" y="362138"/>
                      <a:pt x="195940" y="391865"/>
                      <a:pt x="204441" y="419702"/>
                    </a:cubicBezTo>
                    <a:cubicBezTo>
                      <a:pt x="219305" y="460643"/>
                      <a:pt x="256594" y="501452"/>
                      <a:pt x="260115" y="524009"/>
                    </a:cubicBezTo>
                    <a:cubicBezTo>
                      <a:pt x="263635" y="546565"/>
                      <a:pt x="267547" y="557387"/>
                      <a:pt x="219305" y="557387"/>
                    </a:cubicBezTo>
                    <a:cubicBezTo>
                      <a:pt x="171063" y="557387"/>
                      <a:pt x="119040" y="516577"/>
                      <a:pt x="92964" y="486849"/>
                    </a:cubicBezTo>
                    <a:cubicBezTo>
                      <a:pt x="66887" y="457122"/>
                      <a:pt x="63237" y="375372"/>
                      <a:pt x="40811" y="341994"/>
                    </a:cubicBezTo>
                    <a:cubicBezTo>
                      <a:pt x="18385" y="308616"/>
                      <a:pt x="-18644" y="260244"/>
                      <a:pt x="11083" y="215653"/>
                    </a:cubicBezTo>
                    <a:cubicBezTo>
                      <a:pt x="40811" y="171062"/>
                      <a:pt x="100135" y="163500"/>
                      <a:pt x="100135" y="163500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67" name="Google Shape;1367;g3f3ba1429e3_0_2276"/>
              <p:cNvSpPr/>
              <p:nvPr/>
            </p:nvSpPr>
            <p:spPr>
              <a:xfrm>
                <a:off x="6241498" y="4771893"/>
                <a:ext cx="460182" cy="571516"/>
              </a:xfrm>
              <a:custGeom>
                <a:rect b="b" l="l" r="r" t="t"/>
                <a:pathLst>
                  <a:path extrusionOk="0" h="571516" w="460182">
                    <a:moveTo>
                      <a:pt x="226264" y="571517"/>
                    </a:moveTo>
                    <a:cubicBezTo>
                      <a:pt x="172807" y="571517"/>
                      <a:pt x="118438" y="525752"/>
                      <a:pt x="94708" y="498633"/>
                    </a:cubicBezTo>
                    <a:cubicBezTo>
                      <a:pt x="79584" y="481422"/>
                      <a:pt x="71761" y="449478"/>
                      <a:pt x="64198" y="418578"/>
                    </a:cubicBezTo>
                    <a:cubicBezTo>
                      <a:pt x="60078" y="395891"/>
                      <a:pt x="52660" y="373921"/>
                      <a:pt x="42164" y="353386"/>
                    </a:cubicBezTo>
                    <a:lnTo>
                      <a:pt x="37340" y="346215"/>
                    </a:lnTo>
                    <a:cubicBezTo>
                      <a:pt x="14001" y="311794"/>
                      <a:pt x="-17943" y="264726"/>
                      <a:pt x="12436" y="219222"/>
                    </a:cubicBezTo>
                    <a:cubicBezTo>
                      <a:pt x="40860" y="176457"/>
                      <a:pt x="93926" y="166156"/>
                      <a:pt x="104617" y="164461"/>
                    </a:cubicBezTo>
                    <a:lnTo>
                      <a:pt x="329788" y="2004"/>
                    </a:lnTo>
                    <a:cubicBezTo>
                      <a:pt x="331405" y="505"/>
                      <a:pt x="333595" y="-199"/>
                      <a:pt x="335786" y="49"/>
                    </a:cubicBezTo>
                    <a:cubicBezTo>
                      <a:pt x="337729" y="453"/>
                      <a:pt x="339397" y="1692"/>
                      <a:pt x="340349" y="3439"/>
                    </a:cubicBezTo>
                    <a:lnTo>
                      <a:pt x="459258" y="212051"/>
                    </a:lnTo>
                    <a:cubicBezTo>
                      <a:pt x="460197" y="213720"/>
                      <a:pt x="460432" y="215689"/>
                      <a:pt x="459910" y="217527"/>
                    </a:cubicBezTo>
                    <a:cubicBezTo>
                      <a:pt x="459389" y="219353"/>
                      <a:pt x="458111" y="220878"/>
                      <a:pt x="456390" y="221700"/>
                    </a:cubicBezTo>
                    <a:lnTo>
                      <a:pt x="217528" y="346606"/>
                    </a:lnTo>
                    <a:cubicBezTo>
                      <a:pt x="210240" y="372214"/>
                      <a:pt x="210514" y="399385"/>
                      <a:pt x="218311" y="424836"/>
                    </a:cubicBezTo>
                    <a:cubicBezTo>
                      <a:pt x="226864" y="445384"/>
                      <a:pt x="237568" y="464968"/>
                      <a:pt x="250255" y="483247"/>
                    </a:cubicBezTo>
                    <a:cubicBezTo>
                      <a:pt x="260907" y="497355"/>
                      <a:pt x="269069" y="513196"/>
                      <a:pt x="274375" y="530055"/>
                    </a:cubicBezTo>
                    <a:lnTo>
                      <a:pt x="274375" y="532402"/>
                    </a:lnTo>
                    <a:cubicBezTo>
                      <a:pt x="276201" y="543615"/>
                      <a:pt x="277896" y="553263"/>
                      <a:pt x="271377" y="560956"/>
                    </a:cubicBezTo>
                    <a:cubicBezTo>
                      <a:pt x="264858" y="568648"/>
                      <a:pt x="252341" y="571517"/>
                      <a:pt x="226264" y="571517"/>
                    </a:cubicBezTo>
                    <a:close/>
                    <a:moveTo>
                      <a:pt x="331744" y="17651"/>
                    </a:moveTo>
                    <a:lnTo>
                      <a:pt x="111527" y="176457"/>
                    </a:lnTo>
                    <a:cubicBezTo>
                      <a:pt x="110602" y="177213"/>
                      <a:pt x="109454" y="177656"/>
                      <a:pt x="108268" y="177761"/>
                    </a:cubicBezTo>
                    <a:cubicBezTo>
                      <a:pt x="108268" y="177761"/>
                      <a:pt x="51682" y="185453"/>
                      <a:pt x="24171" y="226654"/>
                    </a:cubicBezTo>
                    <a:cubicBezTo>
                      <a:pt x="-863" y="264204"/>
                      <a:pt x="26779" y="304884"/>
                      <a:pt x="48944" y="337871"/>
                    </a:cubicBezTo>
                    <a:lnTo>
                      <a:pt x="53898" y="345172"/>
                    </a:lnTo>
                    <a:cubicBezTo>
                      <a:pt x="65476" y="367142"/>
                      <a:pt x="73612" y="390754"/>
                      <a:pt x="78019" y="415188"/>
                    </a:cubicBezTo>
                    <a:cubicBezTo>
                      <a:pt x="85060" y="444393"/>
                      <a:pt x="92491" y="474642"/>
                      <a:pt x="105269" y="489245"/>
                    </a:cubicBezTo>
                    <a:cubicBezTo>
                      <a:pt x="133953" y="522102"/>
                      <a:pt x="184151" y="557435"/>
                      <a:pt x="226264" y="557435"/>
                    </a:cubicBezTo>
                    <a:cubicBezTo>
                      <a:pt x="245952" y="557435"/>
                      <a:pt x="257556" y="555480"/>
                      <a:pt x="260685" y="551698"/>
                    </a:cubicBezTo>
                    <a:cubicBezTo>
                      <a:pt x="263814" y="547917"/>
                      <a:pt x="261859" y="542702"/>
                      <a:pt x="260685" y="534618"/>
                    </a:cubicBezTo>
                    <a:lnTo>
                      <a:pt x="260685" y="532272"/>
                    </a:lnTo>
                    <a:cubicBezTo>
                      <a:pt x="255522" y="517395"/>
                      <a:pt x="248090" y="503418"/>
                      <a:pt x="238651" y="490810"/>
                    </a:cubicBezTo>
                    <a:cubicBezTo>
                      <a:pt x="225352" y="471644"/>
                      <a:pt x="214152" y="451095"/>
                      <a:pt x="205273" y="429530"/>
                    </a:cubicBezTo>
                    <a:cubicBezTo>
                      <a:pt x="196159" y="400194"/>
                      <a:pt x="196159" y="368771"/>
                      <a:pt x="205273" y="339435"/>
                    </a:cubicBezTo>
                    <a:cubicBezTo>
                      <a:pt x="205755" y="337649"/>
                      <a:pt x="206994" y="336176"/>
                      <a:pt x="208663" y="335393"/>
                    </a:cubicBezTo>
                    <a:lnTo>
                      <a:pt x="443352" y="212442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68" name="Google Shape;1368;g3f3ba1429e3_0_2276"/>
              <p:cNvSpPr/>
              <p:nvPr/>
            </p:nvSpPr>
            <p:spPr>
              <a:xfrm>
                <a:off x="6248347" y="4972993"/>
                <a:ext cx="251749" cy="363261"/>
              </a:xfrm>
              <a:custGeom>
                <a:rect b="b" l="l" r="r" t="t"/>
                <a:pathLst>
                  <a:path extrusionOk="0" h="363261" w="251749">
                    <a:moveTo>
                      <a:pt x="251750" y="359596"/>
                    </a:moveTo>
                    <a:cubicBezTo>
                      <a:pt x="199597" y="344602"/>
                      <a:pt x="151225" y="302879"/>
                      <a:pt x="118108" y="257376"/>
                    </a:cubicBezTo>
                    <a:cubicBezTo>
                      <a:pt x="81079" y="206526"/>
                      <a:pt x="90336" y="118518"/>
                      <a:pt x="52916" y="86183"/>
                    </a:cubicBezTo>
                    <a:cubicBezTo>
                      <a:pt x="30230" y="66234"/>
                      <a:pt x="28404" y="27119"/>
                      <a:pt x="30360" y="0"/>
                    </a:cubicBezTo>
                    <a:cubicBezTo>
                      <a:pt x="22954" y="6180"/>
                      <a:pt x="16448" y="13377"/>
                      <a:pt x="11063" y="21383"/>
                    </a:cubicBezTo>
                    <a:cubicBezTo>
                      <a:pt x="-18664" y="65974"/>
                      <a:pt x="18495" y="114346"/>
                      <a:pt x="40790" y="147724"/>
                    </a:cubicBezTo>
                    <a:cubicBezTo>
                      <a:pt x="63086" y="181102"/>
                      <a:pt x="66867" y="262851"/>
                      <a:pt x="92944" y="292579"/>
                    </a:cubicBezTo>
                    <a:cubicBezTo>
                      <a:pt x="119020" y="322306"/>
                      <a:pt x="171173" y="363116"/>
                      <a:pt x="219285" y="363116"/>
                    </a:cubicBezTo>
                    <a:cubicBezTo>
                      <a:pt x="230224" y="363703"/>
                      <a:pt x="241189" y="362516"/>
                      <a:pt x="251750" y="35959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69" name="Google Shape;1369;g3f3ba1429e3_0_2276"/>
              <p:cNvSpPr/>
              <p:nvPr/>
            </p:nvSpPr>
            <p:spPr>
              <a:xfrm>
                <a:off x="6241498" y="4966533"/>
                <a:ext cx="266292" cy="377116"/>
              </a:xfrm>
              <a:custGeom>
                <a:rect b="b" l="l" r="r" t="t"/>
                <a:pathLst>
                  <a:path extrusionOk="0" h="377116" w="266292">
                    <a:moveTo>
                      <a:pt x="226264" y="376877"/>
                    </a:moveTo>
                    <a:cubicBezTo>
                      <a:pt x="172807" y="376877"/>
                      <a:pt x="118438" y="331113"/>
                      <a:pt x="94708" y="303993"/>
                    </a:cubicBezTo>
                    <a:cubicBezTo>
                      <a:pt x="79584" y="286783"/>
                      <a:pt x="71761" y="254839"/>
                      <a:pt x="64198" y="223938"/>
                    </a:cubicBezTo>
                    <a:cubicBezTo>
                      <a:pt x="60078" y="201251"/>
                      <a:pt x="52660" y="179282"/>
                      <a:pt x="42164" y="158747"/>
                    </a:cubicBezTo>
                    <a:lnTo>
                      <a:pt x="37340" y="151576"/>
                    </a:lnTo>
                    <a:cubicBezTo>
                      <a:pt x="14001" y="117155"/>
                      <a:pt x="-17943" y="70086"/>
                      <a:pt x="12436" y="24583"/>
                    </a:cubicBezTo>
                    <a:cubicBezTo>
                      <a:pt x="18199" y="15964"/>
                      <a:pt x="25188" y="8246"/>
                      <a:pt x="33167" y="1635"/>
                    </a:cubicBezTo>
                    <a:cubicBezTo>
                      <a:pt x="35332" y="-151"/>
                      <a:pt x="38343" y="-503"/>
                      <a:pt x="40860" y="723"/>
                    </a:cubicBezTo>
                    <a:cubicBezTo>
                      <a:pt x="43441" y="2014"/>
                      <a:pt x="44941" y="4765"/>
                      <a:pt x="44641" y="7633"/>
                    </a:cubicBezTo>
                    <a:cubicBezTo>
                      <a:pt x="43076" y="29668"/>
                      <a:pt x="43468" y="69304"/>
                      <a:pt x="64850" y="87949"/>
                    </a:cubicBezTo>
                    <a:cubicBezTo>
                      <a:pt x="86233" y="106594"/>
                      <a:pt x="92752" y="139059"/>
                      <a:pt x="100184" y="173871"/>
                    </a:cubicBezTo>
                    <a:cubicBezTo>
                      <a:pt x="106834" y="204902"/>
                      <a:pt x="113222" y="236977"/>
                      <a:pt x="130694" y="260315"/>
                    </a:cubicBezTo>
                    <a:cubicBezTo>
                      <a:pt x="167201" y="310512"/>
                      <a:pt x="214530" y="346759"/>
                      <a:pt x="261077" y="359927"/>
                    </a:cubicBezTo>
                    <a:cubicBezTo>
                      <a:pt x="264075" y="360684"/>
                      <a:pt x="266214" y="363357"/>
                      <a:pt x="266292" y="366447"/>
                    </a:cubicBezTo>
                    <a:cubicBezTo>
                      <a:pt x="266331" y="369511"/>
                      <a:pt x="264453" y="372262"/>
                      <a:pt x="261598" y="373357"/>
                    </a:cubicBezTo>
                    <a:cubicBezTo>
                      <a:pt x="250098" y="376486"/>
                      <a:pt x="238155" y="377672"/>
                      <a:pt x="226264" y="376877"/>
                    </a:cubicBezTo>
                    <a:close/>
                    <a:moveTo>
                      <a:pt x="30690" y="24843"/>
                    </a:moveTo>
                    <a:cubicBezTo>
                      <a:pt x="28539" y="27256"/>
                      <a:pt x="26583" y="29824"/>
                      <a:pt x="24823" y="32536"/>
                    </a:cubicBezTo>
                    <a:cubicBezTo>
                      <a:pt x="-211" y="70086"/>
                      <a:pt x="27431" y="110766"/>
                      <a:pt x="49596" y="143753"/>
                    </a:cubicBezTo>
                    <a:lnTo>
                      <a:pt x="54550" y="151054"/>
                    </a:lnTo>
                    <a:cubicBezTo>
                      <a:pt x="66128" y="173024"/>
                      <a:pt x="74264" y="196636"/>
                      <a:pt x="78671" y="221070"/>
                    </a:cubicBezTo>
                    <a:cubicBezTo>
                      <a:pt x="85712" y="250275"/>
                      <a:pt x="93143" y="280524"/>
                      <a:pt x="105921" y="295127"/>
                    </a:cubicBezTo>
                    <a:cubicBezTo>
                      <a:pt x="134605" y="327984"/>
                      <a:pt x="184802" y="363318"/>
                      <a:pt x="226916" y="363318"/>
                    </a:cubicBezTo>
                    <a:lnTo>
                      <a:pt x="229785" y="363318"/>
                    </a:lnTo>
                    <a:cubicBezTo>
                      <a:pt x="185819" y="341504"/>
                      <a:pt x="148021" y="309000"/>
                      <a:pt x="119872" y="268790"/>
                    </a:cubicBezTo>
                    <a:cubicBezTo>
                      <a:pt x="101097" y="242713"/>
                      <a:pt x="93795" y="209466"/>
                      <a:pt x="87015" y="177522"/>
                    </a:cubicBezTo>
                    <a:cubicBezTo>
                      <a:pt x="80235" y="145578"/>
                      <a:pt x="73977" y="114417"/>
                      <a:pt x="56115" y="99292"/>
                    </a:cubicBezTo>
                    <a:cubicBezTo>
                      <a:pt x="35905" y="80778"/>
                      <a:pt x="30168" y="50920"/>
                      <a:pt x="30038" y="2432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70" name="Google Shape;1370;g3f3ba1429e3_0_2276"/>
              <p:cNvSpPr/>
              <p:nvPr/>
            </p:nvSpPr>
            <p:spPr>
              <a:xfrm>
                <a:off x="6272188" y="4079218"/>
                <a:ext cx="669815" cy="1293658"/>
              </a:xfrm>
              <a:custGeom>
                <a:rect b="b" l="l" r="r" t="t"/>
                <a:pathLst>
                  <a:path extrusionOk="0" h="1293658" w="669815">
                    <a:moveTo>
                      <a:pt x="0" y="0"/>
                    </a:moveTo>
                    <a:cubicBezTo>
                      <a:pt x="0" y="0"/>
                      <a:pt x="95310" y="175495"/>
                      <a:pt x="169498" y="277846"/>
                    </a:cubicBezTo>
                    <a:cubicBezTo>
                      <a:pt x="268328" y="414357"/>
                      <a:pt x="447213" y="622709"/>
                      <a:pt x="447213" y="622709"/>
                    </a:cubicBezTo>
                    <a:lnTo>
                      <a:pt x="419050" y="1283097"/>
                    </a:lnTo>
                    <a:lnTo>
                      <a:pt x="507319" y="1293658"/>
                    </a:lnTo>
                    <a:cubicBezTo>
                      <a:pt x="507319" y="1293658"/>
                      <a:pt x="666256" y="643961"/>
                      <a:pt x="669777" y="590895"/>
                    </a:cubicBezTo>
                    <a:cubicBezTo>
                      <a:pt x="673297" y="537829"/>
                      <a:pt x="440172" y="40028"/>
                      <a:pt x="440172" y="40028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71" name="Google Shape;1371;g3f3ba1429e3_0_2276"/>
              <p:cNvSpPr/>
              <p:nvPr/>
            </p:nvSpPr>
            <p:spPr>
              <a:xfrm>
                <a:off x="6265620" y="4072179"/>
                <a:ext cx="683429" cy="1307737"/>
              </a:xfrm>
              <a:custGeom>
                <a:rect b="b" l="l" r="r" t="t"/>
                <a:pathLst>
                  <a:path extrusionOk="0" h="1307737" w="683429">
                    <a:moveTo>
                      <a:pt x="513888" y="1307738"/>
                    </a:moveTo>
                    <a:lnTo>
                      <a:pt x="512975" y="1307738"/>
                    </a:lnTo>
                    <a:lnTo>
                      <a:pt x="424706" y="1297177"/>
                    </a:lnTo>
                    <a:cubicBezTo>
                      <a:pt x="421029" y="1296707"/>
                      <a:pt x="418344" y="1293448"/>
                      <a:pt x="418578" y="1289745"/>
                    </a:cubicBezTo>
                    <a:lnTo>
                      <a:pt x="446611" y="632224"/>
                    </a:lnTo>
                    <a:cubicBezTo>
                      <a:pt x="427575" y="609799"/>
                      <a:pt x="262901" y="416832"/>
                      <a:pt x="170329" y="289057"/>
                    </a:cubicBezTo>
                    <a:cubicBezTo>
                      <a:pt x="96793" y="187488"/>
                      <a:pt x="832" y="12254"/>
                      <a:pt x="832" y="10429"/>
                    </a:cubicBezTo>
                    <a:cubicBezTo>
                      <a:pt x="-994" y="7013"/>
                      <a:pt x="284" y="2749"/>
                      <a:pt x="3700" y="911"/>
                    </a:cubicBezTo>
                    <a:cubicBezTo>
                      <a:pt x="7012" y="-980"/>
                      <a:pt x="11236" y="167"/>
                      <a:pt x="13127" y="3479"/>
                    </a:cubicBezTo>
                    <a:cubicBezTo>
                      <a:pt x="13153" y="3544"/>
                      <a:pt x="13192" y="3596"/>
                      <a:pt x="13218" y="3649"/>
                    </a:cubicBezTo>
                    <a:cubicBezTo>
                      <a:pt x="14261" y="5474"/>
                      <a:pt x="109310" y="179926"/>
                      <a:pt x="182716" y="280712"/>
                    </a:cubicBezTo>
                    <a:cubicBezTo>
                      <a:pt x="280242" y="415528"/>
                      <a:pt x="458345" y="623097"/>
                      <a:pt x="460170" y="625184"/>
                    </a:cubicBezTo>
                    <a:cubicBezTo>
                      <a:pt x="461240" y="626566"/>
                      <a:pt x="461839" y="628261"/>
                      <a:pt x="461865" y="630008"/>
                    </a:cubicBezTo>
                    <a:lnTo>
                      <a:pt x="432920" y="1283878"/>
                    </a:lnTo>
                    <a:lnTo>
                      <a:pt x="508542" y="1293005"/>
                    </a:lnTo>
                    <a:cubicBezTo>
                      <a:pt x="524580" y="1226770"/>
                      <a:pt x="666045" y="646567"/>
                      <a:pt x="669304" y="597543"/>
                    </a:cubicBezTo>
                    <a:cubicBezTo>
                      <a:pt x="672042" y="555559"/>
                      <a:pt x="505022" y="188141"/>
                      <a:pt x="440352" y="49935"/>
                    </a:cubicBezTo>
                    <a:cubicBezTo>
                      <a:pt x="438762" y="46401"/>
                      <a:pt x="440261" y="42242"/>
                      <a:pt x="443742" y="40547"/>
                    </a:cubicBezTo>
                    <a:cubicBezTo>
                      <a:pt x="447262" y="38891"/>
                      <a:pt x="451461" y="40391"/>
                      <a:pt x="453117" y="43911"/>
                    </a:cubicBezTo>
                    <a:cubicBezTo>
                      <a:pt x="453117" y="43911"/>
                      <a:pt x="453130" y="43924"/>
                      <a:pt x="453130" y="43937"/>
                    </a:cubicBezTo>
                    <a:cubicBezTo>
                      <a:pt x="477120" y="95047"/>
                      <a:pt x="686906" y="545129"/>
                      <a:pt x="683386" y="598325"/>
                    </a:cubicBezTo>
                    <a:cubicBezTo>
                      <a:pt x="679866" y="651521"/>
                      <a:pt x="526926" y="1275664"/>
                      <a:pt x="520668" y="1302392"/>
                    </a:cubicBezTo>
                    <a:cubicBezTo>
                      <a:pt x="519938" y="1305534"/>
                      <a:pt x="517122" y="1307764"/>
                      <a:pt x="513888" y="130773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72" name="Google Shape;1372;g3f3ba1429e3_0_2276"/>
              <p:cNvSpPr/>
              <p:nvPr/>
            </p:nvSpPr>
            <p:spPr>
              <a:xfrm>
                <a:off x="6756658" y="4074009"/>
                <a:ext cx="191564" cy="632741"/>
              </a:xfrm>
              <a:custGeom>
                <a:rect b="b" l="l" r="r" t="t"/>
                <a:pathLst>
                  <a:path extrusionOk="0" h="632741" w="191564">
                    <a:moveTo>
                      <a:pt x="183742" y="632741"/>
                    </a:moveTo>
                    <a:cubicBezTo>
                      <a:pt x="179831" y="632741"/>
                      <a:pt x="176636" y="629612"/>
                      <a:pt x="176571" y="625700"/>
                    </a:cubicBezTo>
                    <a:cubicBezTo>
                      <a:pt x="175789" y="439514"/>
                      <a:pt x="98341" y="291138"/>
                      <a:pt x="15939" y="134027"/>
                    </a:cubicBezTo>
                    <a:lnTo>
                      <a:pt x="684" y="104821"/>
                    </a:lnTo>
                    <a:cubicBezTo>
                      <a:pt x="-228" y="102878"/>
                      <a:pt x="-228" y="100636"/>
                      <a:pt x="684" y="98693"/>
                    </a:cubicBezTo>
                    <a:lnTo>
                      <a:pt x="42277" y="4296"/>
                    </a:lnTo>
                    <a:cubicBezTo>
                      <a:pt x="43828" y="697"/>
                      <a:pt x="48000" y="-972"/>
                      <a:pt x="51599" y="580"/>
                    </a:cubicBezTo>
                    <a:cubicBezTo>
                      <a:pt x="55197" y="2132"/>
                      <a:pt x="56866" y="6304"/>
                      <a:pt x="55315" y="9903"/>
                    </a:cubicBezTo>
                    <a:lnTo>
                      <a:pt x="16200" y="101171"/>
                    </a:lnTo>
                    <a:lnTo>
                      <a:pt x="29238" y="127247"/>
                    </a:lnTo>
                    <a:cubicBezTo>
                      <a:pt x="112292" y="285923"/>
                      <a:pt x="190652" y="435733"/>
                      <a:pt x="191565" y="625309"/>
                    </a:cubicBezTo>
                    <a:cubicBezTo>
                      <a:pt x="191565" y="629221"/>
                      <a:pt x="188436" y="632415"/>
                      <a:pt x="184524" y="63248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73" name="Google Shape;1373;g3f3ba1429e3_0_2276"/>
              <p:cNvSpPr/>
              <p:nvPr/>
            </p:nvSpPr>
            <p:spPr>
              <a:xfrm>
                <a:off x="6762524" y="4950762"/>
                <a:ext cx="18874" cy="55869"/>
              </a:xfrm>
              <a:custGeom>
                <a:rect b="b" l="l" r="r" t="t"/>
                <a:pathLst>
                  <a:path extrusionOk="0" h="55869" w="18874">
                    <a:moveTo>
                      <a:pt x="7075" y="55869"/>
                    </a:moveTo>
                    <a:lnTo>
                      <a:pt x="6293" y="55869"/>
                    </a:lnTo>
                    <a:cubicBezTo>
                      <a:pt x="2446" y="55452"/>
                      <a:pt x="-344" y="52023"/>
                      <a:pt x="34" y="48177"/>
                    </a:cubicBezTo>
                    <a:cubicBezTo>
                      <a:pt x="34" y="48177"/>
                      <a:pt x="1729" y="30836"/>
                      <a:pt x="4858" y="6193"/>
                    </a:cubicBezTo>
                    <a:cubicBezTo>
                      <a:pt x="5250" y="2399"/>
                      <a:pt x="8653" y="-365"/>
                      <a:pt x="12447" y="39"/>
                    </a:cubicBezTo>
                    <a:cubicBezTo>
                      <a:pt x="12525" y="39"/>
                      <a:pt x="12603" y="52"/>
                      <a:pt x="12681" y="65"/>
                    </a:cubicBezTo>
                    <a:cubicBezTo>
                      <a:pt x="16475" y="457"/>
                      <a:pt x="19240" y="3859"/>
                      <a:pt x="18835" y="7654"/>
                    </a:cubicBezTo>
                    <a:cubicBezTo>
                      <a:pt x="18835" y="7732"/>
                      <a:pt x="18822" y="7810"/>
                      <a:pt x="18809" y="7889"/>
                    </a:cubicBezTo>
                    <a:cubicBezTo>
                      <a:pt x="15811" y="32401"/>
                      <a:pt x="14115" y="49481"/>
                      <a:pt x="14115" y="49611"/>
                    </a:cubicBezTo>
                    <a:cubicBezTo>
                      <a:pt x="13659" y="53157"/>
                      <a:pt x="10660" y="55830"/>
                      <a:pt x="7075" y="5586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74" name="Google Shape;1374;g3f3ba1429e3_0_2276"/>
              <p:cNvSpPr/>
              <p:nvPr/>
            </p:nvSpPr>
            <p:spPr>
              <a:xfrm>
                <a:off x="6433155" y="4186452"/>
                <a:ext cx="404505" cy="730606"/>
              </a:xfrm>
              <a:custGeom>
                <a:rect b="b" l="l" r="r" t="t"/>
                <a:pathLst>
                  <a:path extrusionOk="0" h="730606" w="404505">
                    <a:moveTo>
                      <a:pt x="347396" y="730606"/>
                    </a:moveTo>
                    <a:lnTo>
                      <a:pt x="346484" y="730606"/>
                    </a:lnTo>
                    <a:cubicBezTo>
                      <a:pt x="342690" y="730150"/>
                      <a:pt x="339991" y="726708"/>
                      <a:pt x="340447" y="722914"/>
                    </a:cubicBezTo>
                    <a:cubicBezTo>
                      <a:pt x="340460" y="722835"/>
                      <a:pt x="340473" y="722744"/>
                      <a:pt x="340486" y="722653"/>
                    </a:cubicBezTo>
                    <a:cubicBezTo>
                      <a:pt x="349352" y="659417"/>
                      <a:pt x="357697" y="619520"/>
                      <a:pt x="365389" y="604135"/>
                    </a:cubicBezTo>
                    <a:cubicBezTo>
                      <a:pt x="370044" y="597355"/>
                      <a:pt x="371647" y="588945"/>
                      <a:pt x="369822" y="580927"/>
                    </a:cubicBezTo>
                    <a:cubicBezTo>
                      <a:pt x="366302" y="573495"/>
                      <a:pt x="353263" y="570235"/>
                      <a:pt x="340616" y="567106"/>
                    </a:cubicBezTo>
                    <a:cubicBezTo>
                      <a:pt x="335623" y="566363"/>
                      <a:pt x="331516" y="562804"/>
                      <a:pt x="330055" y="557980"/>
                    </a:cubicBezTo>
                    <a:cubicBezTo>
                      <a:pt x="327448" y="547809"/>
                      <a:pt x="339182" y="537118"/>
                      <a:pt x="356132" y="520950"/>
                    </a:cubicBezTo>
                    <a:cubicBezTo>
                      <a:pt x="368427" y="510676"/>
                      <a:pt x="379379" y="498890"/>
                      <a:pt x="388728" y="485877"/>
                    </a:cubicBezTo>
                    <a:cubicBezTo>
                      <a:pt x="390683" y="482618"/>
                      <a:pt x="390162" y="481053"/>
                      <a:pt x="389901" y="480532"/>
                    </a:cubicBezTo>
                    <a:cubicBezTo>
                      <a:pt x="387554" y="473361"/>
                      <a:pt x="368779" y="465538"/>
                      <a:pt x="350786" y="458106"/>
                    </a:cubicBezTo>
                    <a:cubicBezTo>
                      <a:pt x="324736" y="448797"/>
                      <a:pt x="300354" y="435367"/>
                      <a:pt x="278554" y="418339"/>
                    </a:cubicBezTo>
                    <a:cubicBezTo>
                      <a:pt x="240743" y="385222"/>
                      <a:pt x="71897" y="122370"/>
                      <a:pt x="1099" y="10893"/>
                    </a:cubicBezTo>
                    <a:cubicBezTo>
                      <a:pt x="-961" y="7607"/>
                      <a:pt x="-48" y="3266"/>
                      <a:pt x="3186" y="1114"/>
                    </a:cubicBezTo>
                    <a:cubicBezTo>
                      <a:pt x="6458" y="-985"/>
                      <a:pt x="10813" y="-33"/>
                      <a:pt x="12912" y="3252"/>
                    </a:cubicBezTo>
                    <a:cubicBezTo>
                      <a:pt x="12925" y="3279"/>
                      <a:pt x="12951" y="3305"/>
                      <a:pt x="12964" y="3331"/>
                    </a:cubicBezTo>
                    <a:cubicBezTo>
                      <a:pt x="159775" y="234369"/>
                      <a:pt x="262517" y="385613"/>
                      <a:pt x="287811" y="407518"/>
                    </a:cubicBezTo>
                    <a:cubicBezTo>
                      <a:pt x="308412" y="423568"/>
                      <a:pt x="331490" y="436163"/>
                      <a:pt x="356132" y="444807"/>
                    </a:cubicBezTo>
                    <a:cubicBezTo>
                      <a:pt x="381165" y="455238"/>
                      <a:pt x="399289" y="462669"/>
                      <a:pt x="403591" y="475969"/>
                    </a:cubicBezTo>
                    <a:cubicBezTo>
                      <a:pt x="405404" y="481744"/>
                      <a:pt x="404491" y="488029"/>
                      <a:pt x="401114" y="493049"/>
                    </a:cubicBezTo>
                    <a:cubicBezTo>
                      <a:pt x="391140" y="507221"/>
                      <a:pt x="379353" y="520025"/>
                      <a:pt x="366041" y="531120"/>
                    </a:cubicBezTo>
                    <a:cubicBezTo>
                      <a:pt x="358114" y="537822"/>
                      <a:pt x="350865" y="545293"/>
                      <a:pt x="344397" y="553416"/>
                    </a:cubicBezTo>
                    <a:cubicBezTo>
                      <a:pt x="360043" y="557327"/>
                      <a:pt x="376211" y="561500"/>
                      <a:pt x="382339" y="574929"/>
                    </a:cubicBezTo>
                    <a:cubicBezTo>
                      <a:pt x="386368" y="586820"/>
                      <a:pt x="384686" y="599910"/>
                      <a:pt x="377775" y="610393"/>
                    </a:cubicBezTo>
                    <a:cubicBezTo>
                      <a:pt x="372951" y="619911"/>
                      <a:pt x="364737" y="647552"/>
                      <a:pt x="354176" y="724478"/>
                    </a:cubicBezTo>
                    <a:cubicBezTo>
                      <a:pt x="353681" y="727881"/>
                      <a:pt x="350838" y="730450"/>
                      <a:pt x="347396" y="73060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75" name="Google Shape;1375;g3f3ba1429e3_0_2276"/>
              <p:cNvSpPr/>
              <p:nvPr/>
            </p:nvSpPr>
            <p:spPr>
              <a:xfrm>
                <a:off x="6403136" y="4138039"/>
                <a:ext cx="30439" cy="40531"/>
              </a:xfrm>
              <a:custGeom>
                <a:rect b="b" l="l" r="r" t="t"/>
                <a:pathLst>
                  <a:path extrusionOk="0" h="40531" w="30439">
                    <a:moveTo>
                      <a:pt x="23425" y="40531"/>
                    </a:moveTo>
                    <a:cubicBezTo>
                      <a:pt x="20961" y="40544"/>
                      <a:pt x="18679" y="39253"/>
                      <a:pt x="17427" y="37141"/>
                    </a:cubicBezTo>
                    <a:lnTo>
                      <a:pt x="1260" y="11065"/>
                    </a:lnTo>
                    <a:cubicBezTo>
                      <a:pt x="-956" y="7870"/>
                      <a:pt x="-174" y="3489"/>
                      <a:pt x="3020" y="1260"/>
                    </a:cubicBezTo>
                    <a:cubicBezTo>
                      <a:pt x="6214" y="-956"/>
                      <a:pt x="10595" y="-174"/>
                      <a:pt x="12825" y="3020"/>
                    </a:cubicBezTo>
                    <a:cubicBezTo>
                      <a:pt x="12929" y="3177"/>
                      <a:pt x="13034" y="3333"/>
                      <a:pt x="13125" y="3502"/>
                    </a:cubicBezTo>
                    <a:lnTo>
                      <a:pt x="29292" y="29579"/>
                    </a:lnTo>
                    <a:cubicBezTo>
                      <a:pt x="31417" y="32839"/>
                      <a:pt x="30505" y="37194"/>
                      <a:pt x="27258" y="39332"/>
                    </a:cubicBezTo>
                    <a:cubicBezTo>
                      <a:pt x="27245" y="39332"/>
                      <a:pt x="27219" y="39345"/>
                      <a:pt x="27206" y="39358"/>
                    </a:cubicBezTo>
                    <a:cubicBezTo>
                      <a:pt x="26085" y="40114"/>
                      <a:pt x="24768" y="40531"/>
                      <a:pt x="23425" y="405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76" name="Google Shape;1376;g3f3ba1429e3_0_2276"/>
              <p:cNvSpPr/>
              <p:nvPr/>
            </p:nvSpPr>
            <p:spPr>
              <a:xfrm>
                <a:off x="6615678" y="5014715"/>
                <a:ext cx="416120" cy="539502"/>
              </a:xfrm>
              <a:custGeom>
                <a:rect b="b" l="l" r="r" t="t"/>
                <a:pathLst>
                  <a:path extrusionOk="0" h="539502" w="416120">
                    <a:moveTo>
                      <a:pt x="62914" y="0"/>
                    </a:moveTo>
                    <a:lnTo>
                      <a:pt x="294473" y="19557"/>
                    </a:lnTo>
                    <a:lnTo>
                      <a:pt x="231629" y="345514"/>
                    </a:lnTo>
                    <a:cubicBezTo>
                      <a:pt x="249257" y="383247"/>
                      <a:pt x="282113" y="411697"/>
                      <a:pt x="321984" y="423744"/>
                    </a:cubicBezTo>
                    <a:cubicBezTo>
                      <a:pt x="388610" y="443302"/>
                      <a:pt x="416121" y="455036"/>
                      <a:pt x="416121" y="486458"/>
                    </a:cubicBezTo>
                    <a:cubicBezTo>
                      <a:pt x="416121" y="517881"/>
                      <a:pt x="388610" y="525573"/>
                      <a:pt x="278828" y="537438"/>
                    </a:cubicBezTo>
                    <a:cubicBezTo>
                      <a:pt x="169045" y="549303"/>
                      <a:pt x="55091" y="506146"/>
                      <a:pt x="55091" y="506146"/>
                    </a:cubicBezTo>
                    <a:cubicBezTo>
                      <a:pt x="55091" y="506146"/>
                      <a:pt x="4111" y="498193"/>
                      <a:pt x="200" y="462990"/>
                    </a:cubicBezTo>
                    <a:cubicBezTo>
                      <a:pt x="-3712" y="427786"/>
                      <a:pt x="51179" y="329478"/>
                      <a:pt x="51179" y="329478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77" name="Google Shape;1377;g3f3ba1429e3_0_2276"/>
              <p:cNvSpPr/>
              <p:nvPr/>
            </p:nvSpPr>
            <p:spPr>
              <a:xfrm>
                <a:off x="6608211" y="5008164"/>
                <a:ext cx="430627" cy="553115"/>
              </a:xfrm>
              <a:custGeom>
                <a:rect b="b" l="l" r="r" t="t"/>
                <a:pathLst>
                  <a:path extrusionOk="0" h="553115" w="430627">
                    <a:moveTo>
                      <a:pt x="246266" y="553116"/>
                    </a:moveTo>
                    <a:cubicBezTo>
                      <a:pt x="182913" y="552190"/>
                      <a:pt x="120121" y="541003"/>
                      <a:pt x="60341" y="519998"/>
                    </a:cubicBezTo>
                    <a:cubicBezTo>
                      <a:pt x="53300" y="518825"/>
                      <a:pt x="4537" y="508916"/>
                      <a:pt x="234" y="470844"/>
                    </a:cubicBezTo>
                    <a:cubicBezTo>
                      <a:pt x="-3677" y="435641"/>
                      <a:pt x="42608" y="350240"/>
                      <a:pt x="51214" y="334725"/>
                    </a:cubicBezTo>
                    <a:lnTo>
                      <a:pt x="62948" y="6812"/>
                    </a:lnTo>
                    <a:cubicBezTo>
                      <a:pt x="63026" y="4843"/>
                      <a:pt x="63926" y="3004"/>
                      <a:pt x="65425" y="1727"/>
                    </a:cubicBezTo>
                    <a:cubicBezTo>
                      <a:pt x="66860" y="462"/>
                      <a:pt x="68737" y="-151"/>
                      <a:pt x="70641" y="32"/>
                    </a:cubicBezTo>
                    <a:lnTo>
                      <a:pt x="302201" y="19589"/>
                    </a:lnTo>
                    <a:cubicBezTo>
                      <a:pt x="304170" y="19733"/>
                      <a:pt x="305982" y="20737"/>
                      <a:pt x="307155" y="22327"/>
                    </a:cubicBezTo>
                    <a:cubicBezTo>
                      <a:pt x="308342" y="23944"/>
                      <a:pt x="308811" y="25965"/>
                      <a:pt x="308459" y="27934"/>
                    </a:cubicBezTo>
                    <a:lnTo>
                      <a:pt x="246527" y="350501"/>
                    </a:lnTo>
                    <a:cubicBezTo>
                      <a:pt x="263568" y="385391"/>
                      <a:pt x="294300" y="411676"/>
                      <a:pt x="331406" y="423124"/>
                    </a:cubicBezTo>
                    <a:cubicBezTo>
                      <a:pt x="394772" y="441769"/>
                      <a:pt x="430628" y="454155"/>
                      <a:pt x="430628" y="492618"/>
                    </a:cubicBezTo>
                    <a:cubicBezTo>
                      <a:pt x="430628" y="531081"/>
                      <a:pt x="393338" y="539295"/>
                      <a:pt x="287207" y="550638"/>
                    </a:cubicBezTo>
                    <a:cubicBezTo>
                      <a:pt x="273608" y="552190"/>
                      <a:pt x="259944" y="553012"/>
                      <a:pt x="246266" y="553116"/>
                    </a:cubicBezTo>
                    <a:close/>
                    <a:moveTo>
                      <a:pt x="76769" y="14113"/>
                    </a:moveTo>
                    <a:lnTo>
                      <a:pt x="65165" y="336289"/>
                    </a:lnTo>
                    <a:cubicBezTo>
                      <a:pt x="65191" y="337436"/>
                      <a:pt x="64865" y="338571"/>
                      <a:pt x="64252" y="339549"/>
                    </a:cubicBezTo>
                    <a:cubicBezTo>
                      <a:pt x="49388" y="365625"/>
                      <a:pt x="11186" y="441638"/>
                      <a:pt x="14185" y="468758"/>
                    </a:cubicBezTo>
                    <a:cubicBezTo>
                      <a:pt x="17445" y="498224"/>
                      <a:pt x="62687" y="505656"/>
                      <a:pt x="63209" y="505656"/>
                    </a:cubicBezTo>
                    <a:lnTo>
                      <a:pt x="64513" y="505656"/>
                    </a:lnTo>
                    <a:cubicBezTo>
                      <a:pt x="65686" y="505656"/>
                      <a:pt x="178076" y="548031"/>
                      <a:pt x="284990" y="536557"/>
                    </a:cubicBezTo>
                    <a:cubicBezTo>
                      <a:pt x="393990" y="524953"/>
                      <a:pt x="415373" y="517521"/>
                      <a:pt x="415373" y="492618"/>
                    </a:cubicBezTo>
                    <a:cubicBezTo>
                      <a:pt x="415373" y="467715"/>
                      <a:pt x="393078" y="456372"/>
                      <a:pt x="326191" y="436684"/>
                    </a:cubicBezTo>
                    <a:cubicBezTo>
                      <a:pt x="284182" y="424037"/>
                      <a:pt x="249643" y="393918"/>
                      <a:pt x="231403" y="354021"/>
                    </a:cubicBezTo>
                    <a:cubicBezTo>
                      <a:pt x="231025" y="352743"/>
                      <a:pt x="231025" y="351387"/>
                      <a:pt x="231403" y="350110"/>
                    </a:cubicBezTo>
                    <a:lnTo>
                      <a:pt x="292683" y="32106"/>
                    </a:lnTo>
                    <a:close/>
                    <a:moveTo>
                      <a:pt x="58124" y="336028"/>
                    </a:moveTo>
                    <a:lnTo>
                      <a:pt x="58124" y="336028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78" name="Google Shape;1378;g3f3ba1429e3_0_2276"/>
              <p:cNvSpPr/>
              <p:nvPr/>
            </p:nvSpPr>
            <p:spPr>
              <a:xfrm>
                <a:off x="6615772" y="5452410"/>
                <a:ext cx="415765" cy="101806"/>
              </a:xfrm>
              <a:custGeom>
                <a:rect b="b" l="l" r="r" t="t"/>
                <a:pathLst>
                  <a:path extrusionOk="0" h="101806" w="415765">
                    <a:moveTo>
                      <a:pt x="278733" y="99743"/>
                    </a:moveTo>
                    <a:cubicBezTo>
                      <a:pt x="383039" y="88660"/>
                      <a:pt x="413027" y="80968"/>
                      <a:pt x="415765" y="53196"/>
                    </a:cubicBezTo>
                    <a:cubicBezTo>
                      <a:pt x="352504" y="67851"/>
                      <a:pt x="287260" y="71906"/>
                      <a:pt x="222668" y="65191"/>
                    </a:cubicBezTo>
                    <a:cubicBezTo>
                      <a:pt x="146486" y="55661"/>
                      <a:pt x="72389" y="33626"/>
                      <a:pt x="3365" y="0"/>
                    </a:cubicBezTo>
                    <a:cubicBezTo>
                      <a:pt x="744" y="8162"/>
                      <a:pt x="-365" y="16741"/>
                      <a:pt x="105" y="25294"/>
                    </a:cubicBezTo>
                    <a:cubicBezTo>
                      <a:pt x="4016" y="60497"/>
                      <a:pt x="54996" y="68451"/>
                      <a:pt x="54996" y="68451"/>
                    </a:cubicBezTo>
                    <a:cubicBezTo>
                      <a:pt x="54996" y="68451"/>
                      <a:pt x="168820" y="111608"/>
                      <a:pt x="278733" y="997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79" name="Google Shape;1379;g3f3ba1429e3_0_2276"/>
              <p:cNvSpPr/>
              <p:nvPr/>
            </p:nvSpPr>
            <p:spPr>
              <a:xfrm>
                <a:off x="6608328" y="5445809"/>
                <a:ext cx="429883" cy="115488"/>
              </a:xfrm>
              <a:custGeom>
                <a:rect b="b" l="l" r="r" t="t"/>
                <a:pathLst>
                  <a:path extrusionOk="0" h="115488" w="429883">
                    <a:moveTo>
                      <a:pt x="246150" y="115470"/>
                    </a:moveTo>
                    <a:cubicBezTo>
                      <a:pt x="182797" y="114544"/>
                      <a:pt x="120004" y="103358"/>
                      <a:pt x="60224" y="82353"/>
                    </a:cubicBezTo>
                    <a:cubicBezTo>
                      <a:pt x="53183" y="81180"/>
                      <a:pt x="4420" y="71270"/>
                      <a:pt x="117" y="33199"/>
                    </a:cubicBezTo>
                    <a:cubicBezTo>
                      <a:pt x="-391" y="23772"/>
                      <a:pt x="756" y="14332"/>
                      <a:pt x="3507" y="5297"/>
                    </a:cubicBezTo>
                    <a:cubicBezTo>
                      <a:pt x="4081" y="3276"/>
                      <a:pt x="5515" y="1607"/>
                      <a:pt x="7419" y="733"/>
                    </a:cubicBezTo>
                    <a:cubicBezTo>
                      <a:pt x="9349" y="-244"/>
                      <a:pt x="11617" y="-244"/>
                      <a:pt x="13547" y="733"/>
                    </a:cubicBezTo>
                    <a:cubicBezTo>
                      <a:pt x="81906" y="33929"/>
                      <a:pt x="155234" y="55690"/>
                      <a:pt x="230634" y="65142"/>
                    </a:cubicBezTo>
                    <a:cubicBezTo>
                      <a:pt x="294391" y="71987"/>
                      <a:pt x="358840" y="67985"/>
                      <a:pt x="421254" y="53277"/>
                    </a:cubicBezTo>
                    <a:cubicBezTo>
                      <a:pt x="423496" y="52769"/>
                      <a:pt x="425843" y="53408"/>
                      <a:pt x="427512" y="54973"/>
                    </a:cubicBezTo>
                    <a:cubicBezTo>
                      <a:pt x="429181" y="56446"/>
                      <a:pt x="430042" y="58623"/>
                      <a:pt x="429859" y="60840"/>
                    </a:cubicBezTo>
                    <a:cubicBezTo>
                      <a:pt x="426469" y="95522"/>
                      <a:pt x="387876" y="102953"/>
                      <a:pt x="286438" y="113775"/>
                    </a:cubicBezTo>
                    <a:cubicBezTo>
                      <a:pt x="273048" y="115040"/>
                      <a:pt x="259605" y="115600"/>
                      <a:pt x="246150" y="115470"/>
                    </a:cubicBezTo>
                    <a:close/>
                    <a:moveTo>
                      <a:pt x="15633" y="17162"/>
                    </a:moveTo>
                    <a:cubicBezTo>
                      <a:pt x="14577" y="21816"/>
                      <a:pt x="14225" y="26614"/>
                      <a:pt x="14590" y="31373"/>
                    </a:cubicBezTo>
                    <a:cubicBezTo>
                      <a:pt x="17849" y="60840"/>
                      <a:pt x="63092" y="68272"/>
                      <a:pt x="63614" y="68272"/>
                    </a:cubicBezTo>
                    <a:lnTo>
                      <a:pt x="64918" y="68272"/>
                    </a:lnTo>
                    <a:cubicBezTo>
                      <a:pt x="66091" y="68272"/>
                      <a:pt x="178481" y="110646"/>
                      <a:pt x="285395" y="99172"/>
                    </a:cubicBezTo>
                    <a:lnTo>
                      <a:pt x="285395" y="99172"/>
                    </a:lnTo>
                    <a:cubicBezTo>
                      <a:pt x="371448" y="90046"/>
                      <a:pt x="402740" y="83266"/>
                      <a:pt x="412779" y="69054"/>
                    </a:cubicBezTo>
                    <a:cubicBezTo>
                      <a:pt x="352516" y="82183"/>
                      <a:pt x="290506" y="85391"/>
                      <a:pt x="229200" y="78572"/>
                    </a:cubicBezTo>
                    <a:cubicBezTo>
                      <a:pt x="155208" y="69523"/>
                      <a:pt x="83132" y="48792"/>
                      <a:pt x="15633" y="1716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80" name="Google Shape;1380;g3f3ba1429e3_0_2276"/>
              <p:cNvSpPr/>
              <p:nvPr/>
            </p:nvSpPr>
            <p:spPr>
              <a:xfrm>
                <a:off x="5909685" y="3155683"/>
                <a:ext cx="922758" cy="985080"/>
              </a:xfrm>
              <a:custGeom>
                <a:rect b="b" l="l" r="r" t="t"/>
                <a:pathLst>
                  <a:path extrusionOk="0" h="985080" w="922758">
                    <a:moveTo>
                      <a:pt x="359635" y="92475"/>
                    </a:moveTo>
                    <a:cubicBezTo>
                      <a:pt x="359635" y="92475"/>
                      <a:pt x="91699" y="229117"/>
                      <a:pt x="30028" y="296133"/>
                    </a:cubicBezTo>
                    <a:cubicBezTo>
                      <a:pt x="-31644" y="363150"/>
                      <a:pt x="16989" y="424691"/>
                      <a:pt x="40719" y="494315"/>
                    </a:cubicBezTo>
                    <a:cubicBezTo>
                      <a:pt x="64449" y="563940"/>
                      <a:pt x="378802" y="962781"/>
                      <a:pt x="402922" y="981556"/>
                    </a:cubicBezTo>
                    <a:cubicBezTo>
                      <a:pt x="427043" y="1000331"/>
                      <a:pt x="550255" y="941398"/>
                      <a:pt x="716493" y="869035"/>
                    </a:cubicBezTo>
                    <a:cubicBezTo>
                      <a:pt x="882731" y="796673"/>
                      <a:pt x="922759" y="767207"/>
                      <a:pt x="922759" y="727048"/>
                    </a:cubicBezTo>
                    <a:cubicBezTo>
                      <a:pt x="922759" y="686891"/>
                      <a:pt x="707888" y="36020"/>
                      <a:pt x="694589" y="6683"/>
                    </a:cubicBezTo>
                    <a:cubicBezTo>
                      <a:pt x="681290" y="-22653"/>
                      <a:pt x="429260" y="51665"/>
                      <a:pt x="359635" y="9247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81" name="Google Shape;1381;g3f3ba1429e3_0_2276"/>
              <p:cNvSpPr/>
              <p:nvPr/>
            </p:nvSpPr>
            <p:spPr>
              <a:xfrm>
                <a:off x="5902152" y="3148608"/>
                <a:ext cx="936810" cy="999252"/>
              </a:xfrm>
              <a:custGeom>
                <a:rect b="b" l="l" r="r" t="t"/>
                <a:pathLst>
                  <a:path extrusionOk="0" h="999252" w="936810">
                    <a:moveTo>
                      <a:pt x="424406" y="999192"/>
                    </a:moveTo>
                    <a:cubicBezTo>
                      <a:pt x="417939" y="999609"/>
                      <a:pt x="411524" y="997862"/>
                      <a:pt x="406152" y="994237"/>
                    </a:cubicBezTo>
                    <a:cubicBezTo>
                      <a:pt x="387247" y="979504"/>
                      <a:pt x="67157" y="577012"/>
                      <a:pt x="41080" y="503737"/>
                    </a:cubicBezTo>
                    <a:cubicBezTo>
                      <a:pt x="36386" y="490699"/>
                      <a:pt x="30650" y="476878"/>
                      <a:pt x="25173" y="463840"/>
                    </a:cubicBezTo>
                    <a:cubicBezTo>
                      <a:pt x="2617" y="410643"/>
                      <a:pt x="-20721" y="355492"/>
                      <a:pt x="31823" y="298384"/>
                    </a:cubicBezTo>
                    <a:cubicBezTo>
                      <a:pt x="93364" y="231498"/>
                      <a:pt x="350088" y="99941"/>
                      <a:pt x="363256" y="93292"/>
                    </a:cubicBezTo>
                    <a:cubicBezTo>
                      <a:pt x="429230" y="55350"/>
                      <a:pt x="650881" y="-12579"/>
                      <a:pt x="697036" y="2024"/>
                    </a:cubicBezTo>
                    <a:cubicBezTo>
                      <a:pt x="701795" y="3171"/>
                      <a:pt x="705811" y="6366"/>
                      <a:pt x="707988" y="10760"/>
                    </a:cubicBezTo>
                    <a:cubicBezTo>
                      <a:pt x="722852" y="43355"/>
                      <a:pt x="936810" y="693444"/>
                      <a:pt x="936810" y="733993"/>
                    </a:cubicBezTo>
                    <a:cubicBezTo>
                      <a:pt x="936810" y="779105"/>
                      <a:pt x="893523" y="809615"/>
                      <a:pt x="726242" y="882499"/>
                    </a:cubicBezTo>
                    <a:cubicBezTo>
                      <a:pt x="703295" y="892408"/>
                      <a:pt x="681130" y="902187"/>
                      <a:pt x="660007" y="911574"/>
                    </a:cubicBezTo>
                    <a:cubicBezTo>
                      <a:pt x="533536" y="967509"/>
                      <a:pt x="459739" y="999061"/>
                      <a:pt x="424406" y="999192"/>
                    </a:cubicBezTo>
                    <a:close/>
                    <a:moveTo>
                      <a:pt x="680999" y="13367"/>
                    </a:moveTo>
                    <a:cubicBezTo>
                      <a:pt x="625586" y="13367"/>
                      <a:pt x="436922" y="67346"/>
                      <a:pt x="370688" y="105678"/>
                    </a:cubicBezTo>
                    <a:lnTo>
                      <a:pt x="370688" y="105678"/>
                    </a:lnTo>
                    <a:cubicBezTo>
                      <a:pt x="368080" y="106982"/>
                      <a:pt x="103142" y="242450"/>
                      <a:pt x="43166" y="307772"/>
                    </a:cubicBezTo>
                    <a:cubicBezTo>
                      <a:pt x="-3250" y="358230"/>
                      <a:pt x="16307" y="404515"/>
                      <a:pt x="39124" y="458234"/>
                    </a:cubicBezTo>
                    <a:cubicBezTo>
                      <a:pt x="44731" y="471272"/>
                      <a:pt x="50468" y="485092"/>
                      <a:pt x="55292" y="499043"/>
                    </a:cubicBezTo>
                    <a:cubicBezTo>
                      <a:pt x="80456" y="571797"/>
                      <a:pt x="396504" y="968421"/>
                      <a:pt x="415148" y="982894"/>
                    </a:cubicBezTo>
                    <a:cubicBezTo>
                      <a:pt x="433793" y="997366"/>
                      <a:pt x="540707" y="948994"/>
                      <a:pt x="655183" y="898536"/>
                    </a:cubicBezTo>
                    <a:lnTo>
                      <a:pt x="721548" y="869461"/>
                    </a:lnTo>
                    <a:cubicBezTo>
                      <a:pt x="878007" y="801271"/>
                      <a:pt x="923641" y="770761"/>
                      <a:pt x="923641" y="733993"/>
                    </a:cubicBezTo>
                    <a:cubicBezTo>
                      <a:pt x="923641" y="699572"/>
                      <a:pt x="713856" y="56002"/>
                      <a:pt x="695993" y="16887"/>
                    </a:cubicBezTo>
                    <a:cubicBezTo>
                      <a:pt x="693776" y="14410"/>
                      <a:pt x="688170" y="13367"/>
                      <a:pt x="680999" y="13367"/>
                    </a:cubicBezTo>
                    <a:close/>
                    <a:moveTo>
                      <a:pt x="367168" y="99550"/>
                    </a:moveTo>
                    <a:lnTo>
                      <a:pt x="367168" y="9955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1382" name="Google Shape;1382;g3f3ba1429e3_0_2276"/>
              <p:cNvGrpSpPr/>
              <p:nvPr/>
            </p:nvGrpSpPr>
            <p:grpSpPr>
              <a:xfrm>
                <a:off x="5909424" y="3227297"/>
                <a:ext cx="721708" cy="913466"/>
                <a:chOff x="5909424" y="3227297"/>
                <a:chExt cx="721708" cy="913466"/>
              </a:xfrm>
            </p:grpSpPr>
            <p:sp>
              <p:nvSpPr>
                <p:cNvPr id="1383" name="Google Shape;1383;g3f3ba1429e3_0_2276"/>
                <p:cNvSpPr/>
                <p:nvPr/>
              </p:nvSpPr>
              <p:spPr>
                <a:xfrm>
                  <a:off x="5909424" y="3227297"/>
                  <a:ext cx="721708" cy="913466"/>
                </a:xfrm>
                <a:custGeom>
                  <a:rect b="b" l="l" r="r" t="t"/>
                  <a:pathLst>
                    <a:path extrusionOk="0" h="913466" w="721708">
                      <a:moveTo>
                        <a:pt x="286230" y="553736"/>
                      </a:moveTo>
                      <a:lnTo>
                        <a:pt x="465767" y="560907"/>
                      </a:lnTo>
                      <a:lnTo>
                        <a:pt x="224559" y="513708"/>
                      </a:lnTo>
                      <a:cubicBezTo>
                        <a:pt x="224559" y="513708"/>
                        <a:pt x="55713" y="438217"/>
                        <a:pt x="55713" y="348383"/>
                      </a:cubicBezTo>
                      <a:cubicBezTo>
                        <a:pt x="55713" y="258549"/>
                        <a:pt x="160019" y="226345"/>
                        <a:pt x="160019" y="226345"/>
                      </a:cubicBezTo>
                      <a:lnTo>
                        <a:pt x="415178" y="158024"/>
                      </a:lnTo>
                      <a:lnTo>
                        <a:pt x="433171" y="0"/>
                      </a:lnTo>
                      <a:cubicBezTo>
                        <a:pt x="429129" y="0"/>
                        <a:pt x="417525" y="0"/>
                        <a:pt x="401358" y="1043"/>
                      </a:cubicBezTo>
                      <a:cubicBezTo>
                        <a:pt x="387055" y="6767"/>
                        <a:pt x="373117" y="13390"/>
                        <a:pt x="359635" y="20861"/>
                      </a:cubicBezTo>
                      <a:cubicBezTo>
                        <a:pt x="359635" y="20861"/>
                        <a:pt x="91698" y="157502"/>
                        <a:pt x="30027" y="224519"/>
                      </a:cubicBezTo>
                      <a:cubicBezTo>
                        <a:pt x="-31644" y="291536"/>
                        <a:pt x="16989" y="353077"/>
                        <a:pt x="40719" y="422701"/>
                      </a:cubicBezTo>
                      <a:cubicBezTo>
                        <a:pt x="64448" y="492326"/>
                        <a:pt x="378801" y="891167"/>
                        <a:pt x="402922" y="909942"/>
                      </a:cubicBezTo>
                      <a:cubicBezTo>
                        <a:pt x="427043" y="928717"/>
                        <a:pt x="550255" y="869784"/>
                        <a:pt x="716493" y="797421"/>
                      </a:cubicBezTo>
                      <a:lnTo>
                        <a:pt x="721708" y="795075"/>
                      </a:lnTo>
                      <a:cubicBezTo>
                        <a:pt x="673988" y="804723"/>
                        <a:pt x="520788" y="842273"/>
                        <a:pt x="472677" y="801072"/>
                      </a:cubicBezTo>
                      <a:cubicBezTo>
                        <a:pt x="422480" y="757915"/>
                        <a:pt x="318304" y="650219"/>
                        <a:pt x="318304" y="650219"/>
                      </a:cubicBezTo>
                      <a:lnTo>
                        <a:pt x="706193" y="653740"/>
                      </a:ln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384" name="Google Shape;1384;g3f3ba1429e3_0_2276"/>
                <p:cNvSpPr/>
                <p:nvPr/>
              </p:nvSpPr>
              <p:spPr>
                <a:xfrm>
                  <a:off x="5909424" y="3227297"/>
                  <a:ext cx="721708" cy="913466"/>
                </a:xfrm>
                <a:custGeom>
                  <a:rect b="b" l="l" r="r" t="t"/>
                  <a:pathLst>
                    <a:path extrusionOk="0" h="913466" w="721708">
                      <a:moveTo>
                        <a:pt x="286230" y="553736"/>
                      </a:moveTo>
                      <a:lnTo>
                        <a:pt x="465767" y="560907"/>
                      </a:lnTo>
                      <a:lnTo>
                        <a:pt x="224559" y="513708"/>
                      </a:lnTo>
                      <a:cubicBezTo>
                        <a:pt x="224559" y="513708"/>
                        <a:pt x="55713" y="438217"/>
                        <a:pt x="55713" y="348383"/>
                      </a:cubicBezTo>
                      <a:cubicBezTo>
                        <a:pt x="55713" y="258549"/>
                        <a:pt x="160019" y="226345"/>
                        <a:pt x="160019" y="226345"/>
                      </a:cubicBezTo>
                      <a:lnTo>
                        <a:pt x="415178" y="158024"/>
                      </a:lnTo>
                      <a:lnTo>
                        <a:pt x="433171" y="0"/>
                      </a:lnTo>
                      <a:cubicBezTo>
                        <a:pt x="429129" y="0"/>
                        <a:pt x="417525" y="0"/>
                        <a:pt x="401358" y="1043"/>
                      </a:cubicBezTo>
                      <a:cubicBezTo>
                        <a:pt x="387055" y="6767"/>
                        <a:pt x="373117" y="13390"/>
                        <a:pt x="359635" y="20861"/>
                      </a:cubicBezTo>
                      <a:cubicBezTo>
                        <a:pt x="359635" y="20861"/>
                        <a:pt x="91698" y="157502"/>
                        <a:pt x="30027" y="224519"/>
                      </a:cubicBezTo>
                      <a:cubicBezTo>
                        <a:pt x="-31644" y="291536"/>
                        <a:pt x="16989" y="353077"/>
                        <a:pt x="40719" y="422701"/>
                      </a:cubicBezTo>
                      <a:cubicBezTo>
                        <a:pt x="64448" y="492326"/>
                        <a:pt x="378801" y="891167"/>
                        <a:pt x="402922" y="909942"/>
                      </a:cubicBezTo>
                      <a:cubicBezTo>
                        <a:pt x="427043" y="928717"/>
                        <a:pt x="550255" y="869784"/>
                        <a:pt x="716493" y="797421"/>
                      </a:cubicBezTo>
                      <a:lnTo>
                        <a:pt x="721708" y="795075"/>
                      </a:lnTo>
                      <a:cubicBezTo>
                        <a:pt x="673988" y="804723"/>
                        <a:pt x="520788" y="842273"/>
                        <a:pt x="472677" y="801072"/>
                      </a:cubicBezTo>
                      <a:cubicBezTo>
                        <a:pt x="422480" y="757915"/>
                        <a:pt x="318304" y="650219"/>
                        <a:pt x="318304" y="650219"/>
                      </a:cubicBezTo>
                      <a:lnTo>
                        <a:pt x="706193" y="653740"/>
                      </a:lnTo>
                      <a:close/>
                    </a:path>
                  </a:pathLst>
                </a:custGeom>
                <a:solidFill>
                  <a:srgbClr val="FFFFFF">
                    <a:alpha val="4902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1385" name="Google Shape;1385;g3f3ba1429e3_0_2276"/>
              <p:cNvSpPr/>
              <p:nvPr/>
            </p:nvSpPr>
            <p:spPr>
              <a:xfrm>
                <a:off x="6194350" y="3178664"/>
                <a:ext cx="302407" cy="265486"/>
              </a:xfrm>
              <a:custGeom>
                <a:rect b="b" l="l" r="r" t="t"/>
                <a:pathLst>
                  <a:path extrusionOk="0" h="265486" w="302407">
                    <a:moveTo>
                      <a:pt x="0" y="109130"/>
                    </a:moveTo>
                    <a:cubicBezTo>
                      <a:pt x="32374" y="157489"/>
                      <a:pt x="74305" y="198716"/>
                      <a:pt x="123212" y="230256"/>
                    </a:cubicBezTo>
                    <a:cubicBezTo>
                      <a:pt x="208873" y="283843"/>
                      <a:pt x="265199" y="273152"/>
                      <a:pt x="294665" y="219434"/>
                    </a:cubicBezTo>
                    <a:cubicBezTo>
                      <a:pt x="318786" y="175626"/>
                      <a:pt x="280193" y="45764"/>
                      <a:pt x="265329" y="0"/>
                    </a:cubicBezTo>
                    <a:cubicBezTo>
                      <a:pt x="191402" y="20079"/>
                      <a:pt x="110043" y="49154"/>
                      <a:pt x="74970" y="69494"/>
                    </a:cubicBezTo>
                    <a:cubicBezTo>
                      <a:pt x="74970" y="69494"/>
                      <a:pt x="43939" y="85401"/>
                      <a:pt x="0" y="10913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86" name="Google Shape;1386;g3f3ba1429e3_0_2276"/>
              <p:cNvSpPr/>
              <p:nvPr/>
            </p:nvSpPr>
            <p:spPr>
              <a:xfrm>
                <a:off x="6187227" y="3171522"/>
                <a:ext cx="316442" cy="279644"/>
              </a:xfrm>
              <a:custGeom>
                <a:rect b="b" l="l" r="r" t="t"/>
                <a:pathLst>
                  <a:path extrusionOk="0" h="279644" w="316442">
                    <a:moveTo>
                      <a:pt x="228513" y="279642"/>
                    </a:moveTo>
                    <a:cubicBezTo>
                      <a:pt x="199307" y="279642"/>
                      <a:pt x="165147" y="267517"/>
                      <a:pt x="126554" y="243396"/>
                    </a:cubicBezTo>
                    <a:cubicBezTo>
                      <a:pt x="76904" y="211191"/>
                      <a:pt x="34295" y="169273"/>
                      <a:pt x="1256" y="120184"/>
                    </a:cubicBezTo>
                    <a:cubicBezTo>
                      <a:pt x="96" y="118554"/>
                      <a:pt x="-283" y="116507"/>
                      <a:pt x="213" y="114577"/>
                    </a:cubicBezTo>
                    <a:cubicBezTo>
                      <a:pt x="708" y="112635"/>
                      <a:pt x="1986" y="110992"/>
                      <a:pt x="3733" y="110014"/>
                    </a:cubicBezTo>
                    <a:cubicBezTo>
                      <a:pt x="47020" y="86545"/>
                      <a:pt x="78573" y="70899"/>
                      <a:pt x="78834" y="70247"/>
                    </a:cubicBezTo>
                    <a:cubicBezTo>
                      <a:pt x="112994" y="50560"/>
                      <a:pt x="192006" y="21745"/>
                      <a:pt x="270496" y="232"/>
                    </a:cubicBezTo>
                    <a:cubicBezTo>
                      <a:pt x="274147" y="-720"/>
                      <a:pt x="277915" y="1340"/>
                      <a:pt x="279102" y="4926"/>
                    </a:cubicBezTo>
                    <a:cubicBezTo>
                      <a:pt x="296182" y="57079"/>
                      <a:pt x="333080" y="184463"/>
                      <a:pt x="307916" y="230097"/>
                    </a:cubicBezTo>
                    <a:cubicBezTo>
                      <a:pt x="296703" y="252901"/>
                      <a:pt x="276312" y="269877"/>
                      <a:pt x="251852" y="276774"/>
                    </a:cubicBezTo>
                    <a:cubicBezTo>
                      <a:pt x="244224" y="278730"/>
                      <a:pt x="236388" y="279694"/>
                      <a:pt x="228513" y="279642"/>
                    </a:cubicBezTo>
                    <a:close/>
                    <a:moveTo>
                      <a:pt x="17293" y="118750"/>
                    </a:moveTo>
                    <a:cubicBezTo>
                      <a:pt x="48767" y="163523"/>
                      <a:pt x="88612" y="201777"/>
                      <a:pt x="134638" y="231401"/>
                    </a:cubicBezTo>
                    <a:cubicBezTo>
                      <a:pt x="180793" y="260215"/>
                      <a:pt x="219256" y="270515"/>
                      <a:pt x="248983" y="263083"/>
                    </a:cubicBezTo>
                    <a:cubicBezTo>
                      <a:pt x="269662" y="257086"/>
                      <a:pt x="286820" y="242574"/>
                      <a:pt x="296182" y="223186"/>
                    </a:cubicBezTo>
                    <a:cubicBezTo>
                      <a:pt x="318217" y="183420"/>
                      <a:pt x="283144" y="61642"/>
                      <a:pt x="268410" y="15747"/>
                    </a:cubicBezTo>
                    <a:cubicBezTo>
                      <a:pt x="194092" y="36348"/>
                      <a:pt x="118340" y="64119"/>
                      <a:pt x="85874" y="82764"/>
                    </a:cubicBezTo>
                    <a:cubicBezTo>
                      <a:pt x="84962" y="83025"/>
                      <a:pt x="56799" y="97367"/>
                      <a:pt x="17293" y="11875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87" name="Google Shape;1387;g3f3ba1429e3_0_2276"/>
              <p:cNvSpPr/>
              <p:nvPr/>
            </p:nvSpPr>
            <p:spPr>
              <a:xfrm>
                <a:off x="6175444" y="3103042"/>
                <a:ext cx="276215" cy="290553"/>
              </a:xfrm>
              <a:custGeom>
                <a:rect b="b" l="l" r="r" t="t"/>
                <a:pathLst>
                  <a:path extrusionOk="0" h="290553" w="276215">
                    <a:moveTo>
                      <a:pt x="262591" y="43287"/>
                    </a:moveTo>
                    <a:cubicBezTo>
                      <a:pt x="250439" y="57290"/>
                      <a:pt x="244637" y="75700"/>
                      <a:pt x="246554" y="94136"/>
                    </a:cubicBezTo>
                    <a:cubicBezTo>
                      <a:pt x="251900" y="120995"/>
                      <a:pt x="278759" y="225432"/>
                      <a:pt x="276021" y="260244"/>
                    </a:cubicBezTo>
                    <a:cubicBezTo>
                      <a:pt x="273282" y="295056"/>
                      <a:pt x="241208" y="300532"/>
                      <a:pt x="174191" y="273282"/>
                    </a:cubicBezTo>
                    <a:cubicBezTo>
                      <a:pt x="107175" y="246032"/>
                      <a:pt x="64409" y="168976"/>
                      <a:pt x="53587" y="150071"/>
                    </a:cubicBezTo>
                    <a:cubicBezTo>
                      <a:pt x="42766" y="131165"/>
                      <a:pt x="0" y="18775"/>
                      <a:pt x="0" y="18775"/>
                    </a:cubicBezTo>
                    <a:lnTo>
                      <a:pt x="29467" y="0"/>
                    </a:lnTo>
                    <a:cubicBezTo>
                      <a:pt x="29467" y="0"/>
                      <a:pt x="59064" y="45504"/>
                      <a:pt x="131296" y="45504"/>
                    </a:cubicBezTo>
                    <a:cubicBezTo>
                      <a:pt x="203528" y="45504"/>
                      <a:pt x="254638" y="7953"/>
                      <a:pt x="262591" y="24121"/>
                    </a:cubicBezTo>
                    <a:cubicBezTo>
                      <a:pt x="270544" y="40288"/>
                      <a:pt x="262591" y="43287"/>
                      <a:pt x="262591" y="4328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88" name="Google Shape;1388;g3f3ba1429e3_0_2276"/>
              <p:cNvSpPr/>
              <p:nvPr/>
            </p:nvSpPr>
            <p:spPr>
              <a:xfrm>
                <a:off x="6168474" y="3096336"/>
                <a:ext cx="289997" cy="304531"/>
              </a:xfrm>
              <a:custGeom>
                <a:rect b="b" l="l" r="r" t="t"/>
                <a:pathLst>
                  <a:path extrusionOk="0" h="304531" w="289997">
                    <a:moveTo>
                      <a:pt x="247918" y="304500"/>
                    </a:moveTo>
                    <a:cubicBezTo>
                      <a:pt x="223928" y="302844"/>
                      <a:pt x="200433" y="296886"/>
                      <a:pt x="178554" y="286899"/>
                    </a:cubicBezTo>
                    <a:cubicBezTo>
                      <a:pt x="133703" y="269036"/>
                      <a:pt x="92371" y="227053"/>
                      <a:pt x="55343" y="162253"/>
                    </a:cubicBezTo>
                    <a:lnTo>
                      <a:pt x="54430" y="160688"/>
                    </a:lnTo>
                    <a:cubicBezTo>
                      <a:pt x="43608" y="141652"/>
                      <a:pt x="2277" y="32913"/>
                      <a:pt x="451" y="28350"/>
                    </a:cubicBezTo>
                    <a:cubicBezTo>
                      <a:pt x="-709" y="25233"/>
                      <a:pt x="425" y="21726"/>
                      <a:pt x="3190" y="19875"/>
                    </a:cubicBezTo>
                    <a:lnTo>
                      <a:pt x="32656" y="1100"/>
                    </a:lnTo>
                    <a:cubicBezTo>
                      <a:pt x="35942" y="-961"/>
                      <a:pt x="40283" y="-48"/>
                      <a:pt x="42435" y="3186"/>
                    </a:cubicBezTo>
                    <a:cubicBezTo>
                      <a:pt x="43608" y="4881"/>
                      <a:pt x="70989" y="45560"/>
                      <a:pt x="138266" y="45560"/>
                    </a:cubicBezTo>
                    <a:cubicBezTo>
                      <a:pt x="169441" y="44660"/>
                      <a:pt x="200263" y="38715"/>
                      <a:pt x="229534" y="27958"/>
                    </a:cubicBezTo>
                    <a:cubicBezTo>
                      <a:pt x="252481" y="20396"/>
                      <a:pt x="268649" y="14920"/>
                      <a:pt x="275690" y="27958"/>
                    </a:cubicBezTo>
                    <a:cubicBezTo>
                      <a:pt x="279771" y="34295"/>
                      <a:pt x="280918" y="42092"/>
                      <a:pt x="278819" y="49341"/>
                    </a:cubicBezTo>
                    <a:cubicBezTo>
                      <a:pt x="277854" y="51779"/>
                      <a:pt x="276172" y="53865"/>
                      <a:pt x="273995" y="55339"/>
                    </a:cubicBezTo>
                    <a:cubicBezTo>
                      <a:pt x="263603" y="67490"/>
                      <a:pt x="258609" y="83358"/>
                      <a:pt x="260174" y="99278"/>
                    </a:cubicBezTo>
                    <a:cubicBezTo>
                      <a:pt x="261348" y="105014"/>
                      <a:pt x="263434" y="114141"/>
                      <a:pt x="266041" y="125354"/>
                    </a:cubicBezTo>
                    <a:cubicBezTo>
                      <a:pt x="275690" y="167859"/>
                      <a:pt x="292118" y="238918"/>
                      <a:pt x="289771" y="267341"/>
                    </a:cubicBezTo>
                    <a:cubicBezTo>
                      <a:pt x="289797" y="279662"/>
                      <a:pt x="283630" y="291188"/>
                      <a:pt x="273343" y="297981"/>
                    </a:cubicBezTo>
                    <a:cubicBezTo>
                      <a:pt x="265676" y="302558"/>
                      <a:pt x="256849" y="304826"/>
                      <a:pt x="247918" y="304500"/>
                    </a:cubicBezTo>
                    <a:close/>
                    <a:moveTo>
                      <a:pt x="15706" y="28741"/>
                    </a:moveTo>
                    <a:cubicBezTo>
                      <a:pt x="24312" y="51297"/>
                      <a:pt x="57690" y="137871"/>
                      <a:pt x="66686" y="153647"/>
                    </a:cubicBezTo>
                    <a:lnTo>
                      <a:pt x="67599" y="155212"/>
                    </a:lnTo>
                    <a:cubicBezTo>
                      <a:pt x="102932" y="217274"/>
                      <a:pt x="142047" y="257171"/>
                      <a:pt x="183770" y="273860"/>
                    </a:cubicBezTo>
                    <a:cubicBezTo>
                      <a:pt x="235271" y="294330"/>
                      <a:pt x="256915" y="291853"/>
                      <a:pt x="266172" y="286116"/>
                    </a:cubicBezTo>
                    <a:cubicBezTo>
                      <a:pt x="272547" y="281631"/>
                      <a:pt x="276224" y="274225"/>
                      <a:pt x="275950" y="266428"/>
                    </a:cubicBezTo>
                    <a:cubicBezTo>
                      <a:pt x="278037" y="240352"/>
                      <a:pt x="261348" y="167598"/>
                      <a:pt x="252481" y="128614"/>
                    </a:cubicBezTo>
                    <a:cubicBezTo>
                      <a:pt x="249874" y="117270"/>
                      <a:pt x="247788" y="108013"/>
                      <a:pt x="246614" y="102537"/>
                    </a:cubicBezTo>
                    <a:cubicBezTo>
                      <a:pt x="244202" y="81898"/>
                      <a:pt x="250643" y="61193"/>
                      <a:pt x="264346" y="45560"/>
                    </a:cubicBezTo>
                    <a:cubicBezTo>
                      <a:pt x="264816" y="44973"/>
                      <a:pt x="265389" y="44491"/>
                      <a:pt x="266041" y="44126"/>
                    </a:cubicBezTo>
                    <a:cubicBezTo>
                      <a:pt x="266106" y="40749"/>
                      <a:pt x="265155" y="37437"/>
                      <a:pt x="263303" y="34608"/>
                    </a:cubicBezTo>
                    <a:cubicBezTo>
                      <a:pt x="253238" y="35312"/>
                      <a:pt x="243368" y="37685"/>
                      <a:pt x="234098" y="41648"/>
                    </a:cubicBezTo>
                    <a:cubicBezTo>
                      <a:pt x="203353" y="52888"/>
                      <a:pt x="170992" y="59055"/>
                      <a:pt x="138266" y="59902"/>
                    </a:cubicBezTo>
                    <a:cubicBezTo>
                      <a:pt x="99086" y="61701"/>
                      <a:pt x="61145" y="45873"/>
                      <a:pt x="34873" y="1674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1389" name="Google Shape;1389;g3f3ba1429e3_0_2276"/>
              <p:cNvGrpSpPr/>
              <p:nvPr/>
            </p:nvGrpSpPr>
            <p:grpSpPr>
              <a:xfrm>
                <a:off x="6175444" y="3103172"/>
                <a:ext cx="262591" cy="280323"/>
                <a:chOff x="6175444" y="3103172"/>
                <a:chExt cx="262591" cy="280323"/>
              </a:xfrm>
            </p:grpSpPr>
            <p:sp>
              <p:nvSpPr>
                <p:cNvPr id="1390" name="Google Shape;1390;g3f3ba1429e3_0_2276"/>
                <p:cNvSpPr/>
                <p:nvPr/>
              </p:nvSpPr>
              <p:spPr>
                <a:xfrm>
                  <a:off x="6175444" y="3103172"/>
                  <a:ext cx="262591" cy="280323"/>
                </a:xfrm>
                <a:custGeom>
                  <a:rect b="b" l="l" r="r" t="t"/>
                  <a:pathLst>
                    <a:path extrusionOk="0" h="280323" w="262591">
                      <a:moveTo>
                        <a:pt x="139249" y="160241"/>
                      </a:moveTo>
                      <a:lnTo>
                        <a:pt x="262591" y="42896"/>
                      </a:lnTo>
                      <a:lnTo>
                        <a:pt x="258680" y="20861"/>
                      </a:lnTo>
                      <a:cubicBezTo>
                        <a:pt x="243816" y="15516"/>
                        <a:pt x="196226" y="45504"/>
                        <a:pt x="131296" y="45504"/>
                      </a:cubicBezTo>
                      <a:cubicBezTo>
                        <a:pt x="59064" y="45504"/>
                        <a:pt x="29467" y="0"/>
                        <a:pt x="29467" y="0"/>
                      </a:cubicBezTo>
                      <a:lnTo>
                        <a:pt x="0" y="18775"/>
                      </a:lnTo>
                      <a:cubicBezTo>
                        <a:pt x="0" y="18775"/>
                        <a:pt x="42896" y="131296"/>
                        <a:pt x="53587" y="150071"/>
                      </a:cubicBezTo>
                      <a:cubicBezTo>
                        <a:pt x="64279" y="168846"/>
                        <a:pt x="107175" y="246554"/>
                        <a:pt x="174191" y="273282"/>
                      </a:cubicBezTo>
                      <a:cubicBezTo>
                        <a:pt x="180971" y="276020"/>
                        <a:pt x="187230" y="278367"/>
                        <a:pt x="193488" y="280323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391" name="Google Shape;1391;g3f3ba1429e3_0_2276"/>
                <p:cNvSpPr/>
                <p:nvPr/>
              </p:nvSpPr>
              <p:spPr>
                <a:xfrm>
                  <a:off x="6175444" y="3103172"/>
                  <a:ext cx="262591" cy="280323"/>
                </a:xfrm>
                <a:custGeom>
                  <a:rect b="b" l="l" r="r" t="t"/>
                  <a:pathLst>
                    <a:path extrusionOk="0" h="280323" w="262591">
                      <a:moveTo>
                        <a:pt x="139249" y="160241"/>
                      </a:moveTo>
                      <a:lnTo>
                        <a:pt x="262591" y="42896"/>
                      </a:lnTo>
                      <a:lnTo>
                        <a:pt x="258680" y="20861"/>
                      </a:lnTo>
                      <a:cubicBezTo>
                        <a:pt x="243816" y="15516"/>
                        <a:pt x="196226" y="45504"/>
                        <a:pt x="131296" y="45504"/>
                      </a:cubicBezTo>
                      <a:cubicBezTo>
                        <a:pt x="59064" y="45504"/>
                        <a:pt x="29467" y="0"/>
                        <a:pt x="29467" y="0"/>
                      </a:cubicBezTo>
                      <a:lnTo>
                        <a:pt x="0" y="18775"/>
                      </a:lnTo>
                      <a:cubicBezTo>
                        <a:pt x="0" y="18775"/>
                        <a:pt x="42896" y="131296"/>
                        <a:pt x="53587" y="150071"/>
                      </a:cubicBezTo>
                      <a:cubicBezTo>
                        <a:pt x="64279" y="168846"/>
                        <a:pt x="107175" y="246554"/>
                        <a:pt x="174191" y="273282"/>
                      </a:cubicBezTo>
                      <a:cubicBezTo>
                        <a:pt x="180971" y="276020"/>
                        <a:pt x="187230" y="278367"/>
                        <a:pt x="193488" y="280323"/>
                      </a:cubicBezTo>
                      <a:close/>
                    </a:path>
                  </a:pathLst>
                </a:custGeom>
                <a:solidFill>
                  <a:srgbClr val="FFFFFF">
                    <a:alpha val="4902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1392" name="Google Shape;1392;g3f3ba1429e3_0_2276"/>
              <p:cNvSpPr/>
              <p:nvPr/>
            </p:nvSpPr>
            <p:spPr>
              <a:xfrm>
                <a:off x="6065662" y="2977483"/>
                <a:ext cx="128557" cy="128557"/>
              </a:xfrm>
              <a:custGeom>
                <a:rect b="b" l="l" r="r" t="t"/>
                <a:pathLst>
                  <a:path extrusionOk="0" h="128557" w="128557">
                    <a:moveTo>
                      <a:pt x="0" y="56195"/>
                    </a:moveTo>
                    <a:lnTo>
                      <a:pt x="56195" y="128557"/>
                    </a:lnTo>
                    <a:lnTo>
                      <a:pt x="128557" y="99091"/>
                    </a:lnTo>
                    <a:lnTo>
                      <a:pt x="74970" y="0"/>
                    </a:lnTo>
                    <a:lnTo>
                      <a:pt x="0" y="56195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93" name="Google Shape;1393;g3f3ba1429e3_0_2276"/>
              <p:cNvSpPr/>
              <p:nvPr/>
            </p:nvSpPr>
            <p:spPr>
              <a:xfrm>
                <a:off x="6058555" y="2970151"/>
                <a:ext cx="142499" cy="142930"/>
              </a:xfrm>
              <a:custGeom>
                <a:rect b="b" l="l" r="r" t="t"/>
                <a:pathLst>
                  <a:path extrusionOk="0" h="142930" w="142499">
                    <a:moveTo>
                      <a:pt x="63302" y="142930"/>
                    </a:moveTo>
                    <a:cubicBezTo>
                      <a:pt x="61176" y="142957"/>
                      <a:pt x="59155" y="141992"/>
                      <a:pt x="57825" y="140323"/>
                    </a:cubicBezTo>
                    <a:lnTo>
                      <a:pt x="1500" y="67700"/>
                    </a:lnTo>
                    <a:cubicBezTo>
                      <a:pt x="327" y="66187"/>
                      <a:pt x="-195" y="64257"/>
                      <a:pt x="66" y="62354"/>
                    </a:cubicBezTo>
                    <a:cubicBezTo>
                      <a:pt x="366" y="60502"/>
                      <a:pt x="1343" y="58834"/>
                      <a:pt x="2804" y="57660"/>
                    </a:cubicBezTo>
                    <a:lnTo>
                      <a:pt x="77904" y="1465"/>
                    </a:lnTo>
                    <a:cubicBezTo>
                      <a:pt x="79521" y="200"/>
                      <a:pt x="81633" y="-282"/>
                      <a:pt x="83641" y="161"/>
                    </a:cubicBezTo>
                    <a:cubicBezTo>
                      <a:pt x="85649" y="591"/>
                      <a:pt x="87357" y="1882"/>
                      <a:pt x="88335" y="3682"/>
                    </a:cubicBezTo>
                    <a:lnTo>
                      <a:pt x="141922" y="102773"/>
                    </a:lnTo>
                    <a:cubicBezTo>
                      <a:pt x="142692" y="104650"/>
                      <a:pt x="142692" y="106762"/>
                      <a:pt x="141922" y="108640"/>
                    </a:cubicBezTo>
                    <a:cubicBezTo>
                      <a:pt x="141283" y="110504"/>
                      <a:pt x="139849" y="111977"/>
                      <a:pt x="138011" y="112682"/>
                    </a:cubicBezTo>
                    <a:lnTo>
                      <a:pt x="65648" y="142148"/>
                    </a:lnTo>
                    <a:cubicBezTo>
                      <a:pt x="64918" y="142552"/>
                      <a:pt x="64123" y="142813"/>
                      <a:pt x="63302" y="142930"/>
                    </a:cubicBezTo>
                    <a:close/>
                    <a:moveTo>
                      <a:pt x="17016" y="64701"/>
                    </a:moveTo>
                    <a:lnTo>
                      <a:pt x="65648" y="127154"/>
                    </a:lnTo>
                    <a:lnTo>
                      <a:pt x="125755" y="102642"/>
                    </a:lnTo>
                    <a:lnTo>
                      <a:pt x="79730" y="17633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94" name="Google Shape;1394;g3f3ba1429e3_0_2276"/>
              <p:cNvSpPr/>
              <p:nvPr/>
            </p:nvSpPr>
            <p:spPr>
              <a:xfrm>
                <a:off x="6083871" y="2778266"/>
                <a:ext cx="421712" cy="401488"/>
              </a:xfrm>
              <a:custGeom>
                <a:rect b="b" l="l" r="r" t="t"/>
                <a:pathLst>
                  <a:path extrusionOk="0" h="401488" w="421712">
                    <a:moveTo>
                      <a:pt x="78275" y="285662"/>
                    </a:moveTo>
                    <a:cubicBezTo>
                      <a:pt x="78275" y="285662"/>
                      <a:pt x="-2172" y="178357"/>
                      <a:pt x="45" y="146282"/>
                    </a:cubicBezTo>
                    <a:cubicBezTo>
                      <a:pt x="2261" y="114208"/>
                      <a:pt x="170195" y="-7700"/>
                      <a:pt x="215829" y="384"/>
                    </a:cubicBezTo>
                    <a:cubicBezTo>
                      <a:pt x="261463" y="8468"/>
                      <a:pt x="333173" y="144848"/>
                      <a:pt x="333173" y="144848"/>
                    </a:cubicBezTo>
                    <a:lnTo>
                      <a:pt x="373461" y="185136"/>
                    </a:lnTo>
                    <a:lnTo>
                      <a:pt x="360423" y="222687"/>
                    </a:lnTo>
                    <a:cubicBezTo>
                      <a:pt x="360423" y="222687"/>
                      <a:pt x="429135" y="317736"/>
                      <a:pt x="421051" y="331165"/>
                    </a:cubicBezTo>
                    <a:cubicBezTo>
                      <a:pt x="412967" y="344595"/>
                      <a:pt x="351427" y="382014"/>
                      <a:pt x="276326" y="398182"/>
                    </a:cubicBezTo>
                    <a:cubicBezTo>
                      <a:pt x="201226" y="414349"/>
                      <a:pt x="128994" y="365977"/>
                      <a:pt x="128994" y="365977"/>
                    </a:cubicBezTo>
                    <a:cubicBezTo>
                      <a:pt x="128994" y="365977"/>
                      <a:pt x="78144" y="387360"/>
                      <a:pt x="56631" y="374061"/>
                    </a:cubicBezTo>
                    <a:cubicBezTo>
                      <a:pt x="35118" y="360762"/>
                      <a:pt x="5782" y="312390"/>
                      <a:pt x="11127" y="301699"/>
                    </a:cubicBezTo>
                    <a:cubicBezTo>
                      <a:pt x="16473" y="291007"/>
                      <a:pt x="78275" y="285662"/>
                      <a:pt x="78275" y="28566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395" name="Google Shape;1395;g3f3ba1429e3_0_2276"/>
              <p:cNvSpPr/>
              <p:nvPr/>
            </p:nvSpPr>
            <p:spPr>
              <a:xfrm>
                <a:off x="6077313" y="2770815"/>
                <a:ext cx="435145" cy="415280"/>
              </a:xfrm>
              <a:custGeom>
                <a:rect b="b" l="l" r="r" t="t"/>
                <a:pathLst>
                  <a:path extrusionOk="0" h="415280" w="435145">
                    <a:moveTo>
                      <a:pt x="251070" y="415280"/>
                    </a:moveTo>
                    <a:cubicBezTo>
                      <a:pt x="210065" y="413951"/>
                      <a:pt x="170090" y="402047"/>
                      <a:pt x="135030" y="380729"/>
                    </a:cubicBezTo>
                    <a:cubicBezTo>
                      <a:pt x="121991" y="385684"/>
                      <a:pt x="80790" y="400026"/>
                      <a:pt x="59668" y="386857"/>
                    </a:cubicBezTo>
                    <a:cubicBezTo>
                      <a:pt x="38546" y="373688"/>
                      <a:pt x="3082" y="321666"/>
                      <a:pt x="11427" y="305368"/>
                    </a:cubicBezTo>
                    <a:cubicBezTo>
                      <a:pt x="16512" y="295068"/>
                      <a:pt x="44805" y="289591"/>
                      <a:pt x="71794" y="286593"/>
                    </a:cubicBezTo>
                    <a:cubicBezTo>
                      <a:pt x="50933" y="257909"/>
                      <a:pt x="-2394" y="181374"/>
                      <a:pt x="83" y="152429"/>
                    </a:cubicBezTo>
                    <a:cubicBezTo>
                      <a:pt x="1648" y="132871"/>
                      <a:pt x="43501" y="97929"/>
                      <a:pt x="68274" y="78762"/>
                    </a:cubicBezTo>
                    <a:cubicBezTo>
                      <a:pt x="107388" y="48905"/>
                      <a:pt x="189399" y="-5986"/>
                      <a:pt x="224733" y="533"/>
                    </a:cubicBezTo>
                    <a:cubicBezTo>
                      <a:pt x="271410" y="8747"/>
                      <a:pt x="336993" y="129612"/>
                      <a:pt x="346511" y="147735"/>
                    </a:cubicBezTo>
                    <a:lnTo>
                      <a:pt x="385625" y="186850"/>
                    </a:lnTo>
                    <a:cubicBezTo>
                      <a:pt x="387620" y="188780"/>
                      <a:pt x="388233" y="191713"/>
                      <a:pt x="387190" y="194282"/>
                    </a:cubicBezTo>
                    <a:lnTo>
                      <a:pt x="375064" y="228312"/>
                    </a:lnTo>
                    <a:cubicBezTo>
                      <a:pt x="420959" y="292069"/>
                      <a:pt x="440256" y="330141"/>
                      <a:pt x="433997" y="341484"/>
                    </a:cubicBezTo>
                    <a:cubicBezTo>
                      <a:pt x="424610" y="356999"/>
                      <a:pt x="360983" y="395332"/>
                      <a:pt x="284709" y="411760"/>
                    </a:cubicBezTo>
                    <a:cubicBezTo>
                      <a:pt x="273653" y="414081"/>
                      <a:pt x="262374" y="415268"/>
                      <a:pt x="251070" y="415280"/>
                    </a:cubicBezTo>
                    <a:close/>
                    <a:moveTo>
                      <a:pt x="135682" y="365735"/>
                    </a:moveTo>
                    <a:cubicBezTo>
                      <a:pt x="137077" y="365722"/>
                      <a:pt x="138433" y="366126"/>
                      <a:pt x="139593" y="366909"/>
                    </a:cubicBezTo>
                    <a:cubicBezTo>
                      <a:pt x="140375" y="366909"/>
                      <a:pt x="210391" y="413325"/>
                      <a:pt x="281580" y="398070"/>
                    </a:cubicBezTo>
                    <a:cubicBezTo>
                      <a:pt x="358375" y="381642"/>
                      <a:pt x="415744" y="344222"/>
                      <a:pt x="421741" y="334313"/>
                    </a:cubicBezTo>
                    <a:cubicBezTo>
                      <a:pt x="422654" y="325447"/>
                      <a:pt x="391232" y="274858"/>
                      <a:pt x="361374" y="233657"/>
                    </a:cubicBezTo>
                    <a:cubicBezTo>
                      <a:pt x="359992" y="231780"/>
                      <a:pt x="359640" y="229329"/>
                      <a:pt x="360462" y="227138"/>
                    </a:cubicBezTo>
                    <a:lnTo>
                      <a:pt x="372326" y="193760"/>
                    </a:lnTo>
                    <a:lnTo>
                      <a:pt x="335167" y="156731"/>
                    </a:lnTo>
                    <a:cubicBezTo>
                      <a:pt x="334659" y="156184"/>
                      <a:pt x="334228" y="155571"/>
                      <a:pt x="333863" y="154906"/>
                    </a:cubicBezTo>
                    <a:cubicBezTo>
                      <a:pt x="314436" y="117877"/>
                      <a:pt x="255634" y="20221"/>
                      <a:pt x="221604" y="14093"/>
                    </a:cubicBezTo>
                    <a:cubicBezTo>
                      <a:pt x="200482" y="10442"/>
                      <a:pt x="136855" y="43689"/>
                      <a:pt x="76879" y="89975"/>
                    </a:cubicBezTo>
                    <a:cubicBezTo>
                      <a:pt x="34635" y="122441"/>
                      <a:pt x="14817" y="145779"/>
                      <a:pt x="14165" y="153602"/>
                    </a:cubicBezTo>
                    <a:cubicBezTo>
                      <a:pt x="12339" y="175115"/>
                      <a:pt x="59929" y="247608"/>
                      <a:pt x="90439" y="288157"/>
                    </a:cubicBezTo>
                    <a:cubicBezTo>
                      <a:pt x="91964" y="290230"/>
                      <a:pt x="92264" y="292968"/>
                      <a:pt x="91221" y="295328"/>
                    </a:cubicBezTo>
                    <a:cubicBezTo>
                      <a:pt x="90191" y="297675"/>
                      <a:pt x="87922" y="299240"/>
                      <a:pt x="85354" y="299370"/>
                    </a:cubicBezTo>
                    <a:cubicBezTo>
                      <a:pt x="56018" y="301978"/>
                      <a:pt x="27725" y="307715"/>
                      <a:pt x="23813" y="312408"/>
                    </a:cubicBezTo>
                    <a:cubicBezTo>
                      <a:pt x="22509" y="319971"/>
                      <a:pt x="46630" y="362476"/>
                      <a:pt x="67100" y="375253"/>
                    </a:cubicBezTo>
                    <a:cubicBezTo>
                      <a:pt x="82094" y="384641"/>
                      <a:pt x="120688" y="371863"/>
                      <a:pt x="132292" y="366648"/>
                    </a:cubicBezTo>
                    <a:cubicBezTo>
                      <a:pt x="133322" y="366048"/>
                      <a:pt x="134495" y="365735"/>
                      <a:pt x="135682" y="3657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1396" name="Google Shape;1396;g3f3ba1429e3_0_2276"/>
              <p:cNvGrpSpPr/>
              <p:nvPr/>
            </p:nvGrpSpPr>
            <p:grpSpPr>
              <a:xfrm>
                <a:off x="6084245" y="2777613"/>
                <a:ext cx="361352" cy="401447"/>
                <a:chOff x="6084245" y="2777613"/>
                <a:chExt cx="361352" cy="401447"/>
              </a:xfrm>
            </p:grpSpPr>
            <p:sp>
              <p:nvSpPr>
                <p:cNvPr id="1397" name="Google Shape;1397;g3f3ba1429e3_0_2276"/>
                <p:cNvSpPr/>
                <p:nvPr/>
              </p:nvSpPr>
              <p:spPr>
                <a:xfrm>
                  <a:off x="6084245" y="2777613"/>
                  <a:ext cx="361352" cy="401447"/>
                </a:xfrm>
                <a:custGeom>
                  <a:rect b="b" l="l" r="r" t="t"/>
                  <a:pathLst>
                    <a:path extrusionOk="0" h="401447" w="361352">
                      <a:moveTo>
                        <a:pt x="276082" y="398182"/>
                      </a:moveTo>
                      <a:cubicBezTo>
                        <a:pt x="305458" y="391728"/>
                        <a:pt x="334050" y="382119"/>
                        <a:pt x="361352" y="369498"/>
                      </a:cubicBezTo>
                      <a:cubicBezTo>
                        <a:pt x="358823" y="369381"/>
                        <a:pt x="356294" y="369120"/>
                        <a:pt x="353790" y="368716"/>
                      </a:cubicBezTo>
                      <a:cubicBezTo>
                        <a:pt x="322107" y="362327"/>
                        <a:pt x="230448" y="341726"/>
                        <a:pt x="194984" y="297396"/>
                      </a:cubicBezTo>
                      <a:cubicBezTo>
                        <a:pt x="179351" y="276313"/>
                        <a:pt x="161515" y="256952"/>
                        <a:pt x="141788" y="239637"/>
                      </a:cubicBezTo>
                      <a:lnTo>
                        <a:pt x="340231" y="151889"/>
                      </a:lnTo>
                      <a:lnTo>
                        <a:pt x="333190" y="144848"/>
                      </a:lnTo>
                      <a:cubicBezTo>
                        <a:pt x="333190" y="144848"/>
                        <a:pt x="261479" y="8468"/>
                        <a:pt x="215845" y="384"/>
                      </a:cubicBezTo>
                      <a:cubicBezTo>
                        <a:pt x="170211" y="-7700"/>
                        <a:pt x="2669" y="114078"/>
                        <a:pt x="62" y="146283"/>
                      </a:cubicBezTo>
                      <a:cubicBezTo>
                        <a:pt x="-2546" y="178487"/>
                        <a:pt x="78291" y="285531"/>
                        <a:pt x="78291" y="285531"/>
                      </a:cubicBezTo>
                      <a:cubicBezTo>
                        <a:pt x="78291" y="285531"/>
                        <a:pt x="16620" y="291008"/>
                        <a:pt x="11275" y="301699"/>
                      </a:cubicBezTo>
                      <a:cubicBezTo>
                        <a:pt x="5929" y="312390"/>
                        <a:pt x="35395" y="360632"/>
                        <a:pt x="56778" y="374061"/>
                      </a:cubicBezTo>
                      <a:cubicBezTo>
                        <a:pt x="78161" y="387491"/>
                        <a:pt x="129141" y="365978"/>
                        <a:pt x="129141" y="365978"/>
                      </a:cubicBezTo>
                      <a:cubicBezTo>
                        <a:pt x="129141" y="365978"/>
                        <a:pt x="201112" y="414219"/>
                        <a:pt x="276082" y="398182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398" name="Google Shape;1398;g3f3ba1429e3_0_2276"/>
                <p:cNvSpPr/>
                <p:nvPr/>
              </p:nvSpPr>
              <p:spPr>
                <a:xfrm>
                  <a:off x="6084245" y="2777613"/>
                  <a:ext cx="361352" cy="401447"/>
                </a:xfrm>
                <a:custGeom>
                  <a:rect b="b" l="l" r="r" t="t"/>
                  <a:pathLst>
                    <a:path extrusionOk="0" h="401447" w="361352">
                      <a:moveTo>
                        <a:pt x="276082" y="398182"/>
                      </a:moveTo>
                      <a:cubicBezTo>
                        <a:pt x="305458" y="391728"/>
                        <a:pt x="334050" y="382119"/>
                        <a:pt x="361352" y="369498"/>
                      </a:cubicBezTo>
                      <a:cubicBezTo>
                        <a:pt x="358823" y="369381"/>
                        <a:pt x="356294" y="369120"/>
                        <a:pt x="353790" y="368716"/>
                      </a:cubicBezTo>
                      <a:cubicBezTo>
                        <a:pt x="322107" y="362327"/>
                        <a:pt x="230448" y="341726"/>
                        <a:pt x="194984" y="297396"/>
                      </a:cubicBezTo>
                      <a:cubicBezTo>
                        <a:pt x="179351" y="276313"/>
                        <a:pt x="161515" y="256952"/>
                        <a:pt x="141788" y="239637"/>
                      </a:cubicBezTo>
                      <a:lnTo>
                        <a:pt x="340231" y="151889"/>
                      </a:lnTo>
                      <a:lnTo>
                        <a:pt x="333190" y="144848"/>
                      </a:lnTo>
                      <a:cubicBezTo>
                        <a:pt x="333190" y="144848"/>
                        <a:pt x="261479" y="8468"/>
                        <a:pt x="215845" y="384"/>
                      </a:cubicBezTo>
                      <a:cubicBezTo>
                        <a:pt x="170211" y="-7700"/>
                        <a:pt x="2669" y="114078"/>
                        <a:pt x="62" y="146283"/>
                      </a:cubicBezTo>
                      <a:cubicBezTo>
                        <a:pt x="-2546" y="178487"/>
                        <a:pt x="78291" y="285531"/>
                        <a:pt x="78291" y="285531"/>
                      </a:cubicBezTo>
                      <a:cubicBezTo>
                        <a:pt x="78291" y="285531"/>
                        <a:pt x="16620" y="291008"/>
                        <a:pt x="11275" y="301699"/>
                      </a:cubicBezTo>
                      <a:cubicBezTo>
                        <a:pt x="5929" y="312390"/>
                        <a:pt x="35395" y="360632"/>
                        <a:pt x="56778" y="374061"/>
                      </a:cubicBezTo>
                      <a:cubicBezTo>
                        <a:pt x="78161" y="387491"/>
                        <a:pt x="129141" y="365978"/>
                        <a:pt x="129141" y="365978"/>
                      </a:cubicBezTo>
                      <a:cubicBezTo>
                        <a:pt x="129141" y="365978"/>
                        <a:pt x="201112" y="414219"/>
                        <a:pt x="276082" y="398182"/>
                      </a:cubicBezTo>
                      <a:close/>
                    </a:path>
                  </a:pathLst>
                </a:custGeom>
                <a:solidFill>
                  <a:srgbClr val="FFFFFF">
                    <a:alpha val="4902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1399" name="Google Shape;1399;g3f3ba1429e3_0_2276"/>
              <p:cNvSpPr/>
              <p:nvPr/>
            </p:nvSpPr>
            <p:spPr>
              <a:xfrm>
                <a:off x="7083821" y="3078912"/>
                <a:ext cx="334953" cy="1959141"/>
              </a:xfrm>
              <a:custGeom>
                <a:rect b="b" l="l" r="r" t="t"/>
                <a:pathLst>
                  <a:path extrusionOk="0" h="1959141" w="334953">
                    <a:moveTo>
                      <a:pt x="0" y="5746"/>
                    </a:moveTo>
                    <a:lnTo>
                      <a:pt x="297534" y="1959141"/>
                    </a:lnTo>
                    <a:lnTo>
                      <a:pt x="334953" y="1953795"/>
                    </a:lnTo>
                    <a:lnTo>
                      <a:pt x="48111" y="3008"/>
                    </a:lnTo>
                    <a:cubicBezTo>
                      <a:pt x="32257" y="-1791"/>
                      <a:pt x="15216" y="-826"/>
                      <a:pt x="0" y="574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00" name="Google Shape;1400;g3f3ba1429e3_0_2276"/>
              <p:cNvSpPr/>
              <p:nvPr/>
            </p:nvSpPr>
            <p:spPr>
              <a:xfrm>
                <a:off x="7076844" y="3071818"/>
                <a:ext cx="349190" cy="1973928"/>
              </a:xfrm>
              <a:custGeom>
                <a:rect b="b" l="l" r="r" t="t"/>
                <a:pathLst>
                  <a:path extrusionOk="0" h="1973928" w="349190">
                    <a:moveTo>
                      <a:pt x="304511" y="1973928"/>
                    </a:moveTo>
                    <a:cubicBezTo>
                      <a:pt x="300991" y="1973967"/>
                      <a:pt x="297992" y="1971411"/>
                      <a:pt x="297471" y="1967930"/>
                    </a:cubicBezTo>
                    <a:lnTo>
                      <a:pt x="68" y="13883"/>
                    </a:lnTo>
                    <a:cubicBezTo>
                      <a:pt x="-389" y="10571"/>
                      <a:pt x="1502" y="7377"/>
                      <a:pt x="4631" y="6190"/>
                    </a:cubicBezTo>
                    <a:cubicBezTo>
                      <a:pt x="21555" y="-1098"/>
                      <a:pt x="40564" y="-1985"/>
                      <a:pt x="58088" y="3713"/>
                    </a:cubicBezTo>
                    <a:cubicBezTo>
                      <a:pt x="60343" y="4691"/>
                      <a:pt x="61921" y="6764"/>
                      <a:pt x="62260" y="9189"/>
                    </a:cubicBezTo>
                    <a:lnTo>
                      <a:pt x="349102" y="1959846"/>
                    </a:lnTo>
                    <a:cubicBezTo>
                      <a:pt x="349402" y="1961737"/>
                      <a:pt x="348933" y="1963654"/>
                      <a:pt x="347799" y="1965192"/>
                    </a:cubicBezTo>
                    <a:cubicBezTo>
                      <a:pt x="346625" y="1966652"/>
                      <a:pt x="344956" y="1967630"/>
                      <a:pt x="343105" y="1967930"/>
                    </a:cubicBezTo>
                    <a:lnTo>
                      <a:pt x="305554" y="1973276"/>
                    </a:lnTo>
                    <a:close/>
                    <a:moveTo>
                      <a:pt x="14931" y="18185"/>
                    </a:moveTo>
                    <a:lnTo>
                      <a:pt x="310379" y="1958282"/>
                    </a:lnTo>
                    <a:lnTo>
                      <a:pt x="333978" y="1954892"/>
                    </a:lnTo>
                    <a:lnTo>
                      <a:pt x="48961" y="15578"/>
                    </a:lnTo>
                    <a:cubicBezTo>
                      <a:pt x="37579" y="13465"/>
                      <a:pt x="25857" y="14365"/>
                      <a:pt x="14931" y="1818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01" name="Google Shape;1401;g3f3ba1429e3_0_2276"/>
              <p:cNvSpPr/>
              <p:nvPr/>
            </p:nvSpPr>
            <p:spPr>
              <a:xfrm>
                <a:off x="7032378" y="3323444"/>
                <a:ext cx="68639" cy="137851"/>
              </a:xfrm>
              <a:custGeom>
                <a:rect b="b" l="l" r="r" t="t"/>
                <a:pathLst>
                  <a:path extrusionOk="0" h="137851" w="68639">
                    <a:moveTo>
                      <a:pt x="59527" y="2422"/>
                    </a:moveTo>
                    <a:cubicBezTo>
                      <a:pt x="59527" y="2422"/>
                      <a:pt x="594" y="-10616"/>
                      <a:pt x="594" y="23805"/>
                    </a:cubicBezTo>
                    <a:cubicBezTo>
                      <a:pt x="594" y="58226"/>
                      <a:pt x="-4752" y="117550"/>
                      <a:pt x="16631" y="130980"/>
                    </a:cubicBezTo>
                    <a:cubicBezTo>
                      <a:pt x="38014" y="144409"/>
                      <a:pt x="64873" y="139064"/>
                      <a:pt x="67611" y="106859"/>
                    </a:cubicBezTo>
                    <a:cubicBezTo>
                      <a:pt x="70349" y="74655"/>
                      <a:pt x="67611" y="-5661"/>
                      <a:pt x="59527" y="2422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02" name="Google Shape;1402;g3f3ba1429e3_0_2276"/>
              <p:cNvSpPr/>
              <p:nvPr/>
            </p:nvSpPr>
            <p:spPr>
              <a:xfrm>
                <a:off x="7025042" y="3315838"/>
                <a:ext cx="82255" cy="152276"/>
              </a:xfrm>
              <a:custGeom>
                <a:rect b="b" l="l" r="r" t="t"/>
                <a:pathLst>
                  <a:path extrusionOk="0" h="152276" w="82255">
                    <a:moveTo>
                      <a:pt x="46133" y="152276"/>
                    </a:moveTo>
                    <a:cubicBezTo>
                      <a:pt x="36862" y="152133"/>
                      <a:pt x="27827" y="149369"/>
                      <a:pt x="20056" y="144323"/>
                    </a:cubicBezTo>
                    <a:cubicBezTo>
                      <a:pt x="-1457" y="131285"/>
                      <a:pt x="-544" y="87346"/>
                      <a:pt x="368" y="49013"/>
                    </a:cubicBezTo>
                    <a:cubicBezTo>
                      <a:pt x="368" y="42624"/>
                      <a:pt x="368" y="36627"/>
                      <a:pt x="368" y="31151"/>
                    </a:cubicBezTo>
                    <a:cubicBezTo>
                      <a:pt x="55" y="22532"/>
                      <a:pt x="3823" y="14266"/>
                      <a:pt x="10538" y="8855"/>
                    </a:cubicBezTo>
                    <a:cubicBezTo>
                      <a:pt x="26575" y="-4183"/>
                      <a:pt x="56303" y="511"/>
                      <a:pt x="65560" y="2336"/>
                    </a:cubicBezTo>
                    <a:cubicBezTo>
                      <a:pt x="67294" y="1762"/>
                      <a:pt x="69171" y="1762"/>
                      <a:pt x="70905" y="2336"/>
                    </a:cubicBezTo>
                    <a:cubicBezTo>
                      <a:pt x="86551" y="9507"/>
                      <a:pt x="81466" y="113292"/>
                      <a:pt x="81466" y="114335"/>
                    </a:cubicBezTo>
                    <a:cubicBezTo>
                      <a:pt x="81349" y="128351"/>
                      <a:pt x="73735" y="141233"/>
                      <a:pt x="61518" y="148104"/>
                    </a:cubicBezTo>
                    <a:cubicBezTo>
                      <a:pt x="56785" y="150660"/>
                      <a:pt x="51517" y="152094"/>
                      <a:pt x="46133" y="152276"/>
                    </a:cubicBezTo>
                    <a:close/>
                    <a:moveTo>
                      <a:pt x="43134" y="14201"/>
                    </a:moveTo>
                    <a:cubicBezTo>
                      <a:pt x="34959" y="13575"/>
                      <a:pt x="26797" y="15544"/>
                      <a:pt x="19795" y="19807"/>
                    </a:cubicBezTo>
                    <a:cubicBezTo>
                      <a:pt x="16392" y="22545"/>
                      <a:pt x="14580" y="26796"/>
                      <a:pt x="14971" y="31151"/>
                    </a:cubicBezTo>
                    <a:cubicBezTo>
                      <a:pt x="14971" y="36627"/>
                      <a:pt x="14971" y="42885"/>
                      <a:pt x="14971" y="49274"/>
                    </a:cubicBezTo>
                    <a:cubicBezTo>
                      <a:pt x="14319" y="78740"/>
                      <a:pt x="13406" y="123201"/>
                      <a:pt x="28009" y="132328"/>
                    </a:cubicBezTo>
                    <a:cubicBezTo>
                      <a:pt x="36119" y="138234"/>
                      <a:pt x="46680" y="139616"/>
                      <a:pt x="56042" y="135978"/>
                    </a:cubicBezTo>
                    <a:cubicBezTo>
                      <a:pt x="63786" y="131258"/>
                      <a:pt x="68415" y="122757"/>
                      <a:pt x="68167" y="113683"/>
                    </a:cubicBezTo>
                    <a:cubicBezTo>
                      <a:pt x="70384" y="81231"/>
                      <a:pt x="69210" y="48622"/>
                      <a:pt x="64647" y="16417"/>
                    </a:cubicBezTo>
                    <a:cubicBezTo>
                      <a:pt x="57567" y="15035"/>
                      <a:pt x="50357" y="14383"/>
                      <a:pt x="43134" y="1446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03" name="Google Shape;1403;g3f3ba1429e3_0_2276"/>
              <p:cNvSpPr/>
              <p:nvPr/>
            </p:nvSpPr>
            <p:spPr>
              <a:xfrm>
                <a:off x="7126215" y="3460018"/>
                <a:ext cx="128490" cy="59009"/>
              </a:xfrm>
              <a:custGeom>
                <a:rect b="b" l="l" r="r" t="t"/>
                <a:pathLst>
                  <a:path extrusionOk="0" h="59009" w="128490">
                    <a:moveTo>
                      <a:pt x="242" y="11617"/>
                    </a:moveTo>
                    <a:cubicBezTo>
                      <a:pt x="242" y="11617"/>
                      <a:pt x="-1844" y="53730"/>
                      <a:pt x="6239" y="57903"/>
                    </a:cubicBezTo>
                    <a:cubicBezTo>
                      <a:pt x="14323" y="62075"/>
                      <a:pt x="122411" y="53730"/>
                      <a:pt x="126452" y="44864"/>
                    </a:cubicBezTo>
                    <a:cubicBezTo>
                      <a:pt x="130494" y="35998"/>
                      <a:pt x="128539" y="2750"/>
                      <a:pt x="120455" y="664"/>
                    </a:cubicBezTo>
                    <a:cubicBezTo>
                      <a:pt x="112371" y="-1422"/>
                      <a:pt x="10281" y="1186"/>
                      <a:pt x="242" y="1161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04" name="Google Shape;1404;g3f3ba1429e3_0_2276"/>
              <p:cNvSpPr/>
              <p:nvPr/>
            </p:nvSpPr>
            <p:spPr>
              <a:xfrm>
                <a:off x="7119044" y="3453381"/>
                <a:ext cx="142681" cy="72881"/>
              </a:xfrm>
              <a:custGeom>
                <a:rect b="b" l="l" r="r" t="t"/>
                <a:pathLst>
                  <a:path extrusionOk="0" h="72881" w="142681">
                    <a:moveTo>
                      <a:pt x="28795" y="72753"/>
                    </a:moveTo>
                    <a:cubicBezTo>
                      <a:pt x="22511" y="73183"/>
                      <a:pt x="16201" y="72531"/>
                      <a:pt x="10151" y="70797"/>
                    </a:cubicBezTo>
                    <a:cubicBezTo>
                      <a:pt x="2197" y="66625"/>
                      <a:pt x="-1192" y="48893"/>
                      <a:pt x="372" y="17992"/>
                    </a:cubicBezTo>
                    <a:cubicBezTo>
                      <a:pt x="385" y="16297"/>
                      <a:pt x="1037" y="14667"/>
                      <a:pt x="2197" y="13429"/>
                    </a:cubicBezTo>
                    <a:cubicBezTo>
                      <a:pt x="16018" y="-1044"/>
                      <a:pt x="123845" y="-522"/>
                      <a:pt x="129451" y="390"/>
                    </a:cubicBezTo>
                    <a:cubicBezTo>
                      <a:pt x="133441" y="1720"/>
                      <a:pt x="136609" y="4784"/>
                      <a:pt x="138056" y="8735"/>
                    </a:cubicBezTo>
                    <a:cubicBezTo>
                      <a:pt x="143467" y="23416"/>
                      <a:pt x="144145" y="39414"/>
                      <a:pt x="140012" y="54499"/>
                    </a:cubicBezTo>
                    <a:cubicBezTo>
                      <a:pt x="137939" y="57759"/>
                      <a:pt x="134653" y="60066"/>
                      <a:pt x="130885" y="60888"/>
                    </a:cubicBezTo>
                    <a:cubicBezTo>
                      <a:pt x="97351" y="68307"/>
                      <a:pt x="63138" y="72283"/>
                      <a:pt x="28795" y="72753"/>
                    </a:cubicBezTo>
                    <a:close/>
                    <a:moveTo>
                      <a:pt x="17191" y="58280"/>
                    </a:moveTo>
                    <a:cubicBezTo>
                      <a:pt x="54325" y="58893"/>
                      <a:pt x="91405" y="55347"/>
                      <a:pt x="127756" y="47719"/>
                    </a:cubicBezTo>
                    <a:cubicBezTo>
                      <a:pt x="129568" y="36572"/>
                      <a:pt x="128591" y="25150"/>
                      <a:pt x="124888" y="14472"/>
                    </a:cubicBezTo>
                    <a:cubicBezTo>
                      <a:pt x="111849" y="12777"/>
                      <a:pt x="30490" y="15776"/>
                      <a:pt x="14323" y="22295"/>
                    </a:cubicBezTo>
                    <a:cubicBezTo>
                      <a:pt x="13358" y="34368"/>
                      <a:pt x="14323" y="46520"/>
                      <a:pt x="17191" y="5828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05" name="Google Shape;1405;g3f3ba1429e3_0_2276"/>
              <p:cNvSpPr/>
              <p:nvPr/>
            </p:nvSpPr>
            <p:spPr>
              <a:xfrm>
                <a:off x="7094343" y="3402669"/>
                <a:ext cx="163717" cy="74559"/>
              </a:xfrm>
              <a:custGeom>
                <a:rect b="b" l="l" r="r" t="t"/>
                <a:pathLst>
                  <a:path extrusionOk="0" h="74559" w="163717">
                    <a:moveTo>
                      <a:pt x="300" y="14205"/>
                    </a:moveTo>
                    <a:cubicBezTo>
                      <a:pt x="300" y="14205"/>
                      <a:pt x="-2308" y="67792"/>
                      <a:pt x="7862" y="73138"/>
                    </a:cubicBezTo>
                    <a:cubicBezTo>
                      <a:pt x="18032" y="78483"/>
                      <a:pt x="156107" y="67792"/>
                      <a:pt x="161192" y="57101"/>
                    </a:cubicBezTo>
                    <a:cubicBezTo>
                      <a:pt x="166277" y="46409"/>
                      <a:pt x="163669" y="3513"/>
                      <a:pt x="153499" y="906"/>
                    </a:cubicBezTo>
                    <a:cubicBezTo>
                      <a:pt x="143330" y="-1702"/>
                      <a:pt x="13077" y="906"/>
                      <a:pt x="300" y="14205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06" name="Google Shape;1406;g3f3ba1429e3_0_2276"/>
              <p:cNvSpPr/>
              <p:nvPr/>
            </p:nvSpPr>
            <p:spPr>
              <a:xfrm>
                <a:off x="7086936" y="3396120"/>
                <a:ext cx="178088" cy="88334"/>
              </a:xfrm>
              <a:custGeom>
                <a:rect b="b" l="l" r="r" t="t"/>
                <a:pathLst>
                  <a:path extrusionOk="0" h="88334" w="178088">
                    <a:moveTo>
                      <a:pt x="34045" y="88161"/>
                    </a:moveTo>
                    <a:cubicBezTo>
                      <a:pt x="26626" y="88709"/>
                      <a:pt x="19168" y="87953"/>
                      <a:pt x="12010" y="85945"/>
                    </a:cubicBezTo>
                    <a:cubicBezTo>
                      <a:pt x="276" y="79817"/>
                      <a:pt x="-1028" y="46830"/>
                      <a:pt x="536" y="20753"/>
                    </a:cubicBezTo>
                    <a:cubicBezTo>
                      <a:pt x="641" y="19045"/>
                      <a:pt x="1332" y="17442"/>
                      <a:pt x="2492" y="16190"/>
                    </a:cubicBezTo>
                    <a:cubicBezTo>
                      <a:pt x="19051" y="-1151"/>
                      <a:pt x="155692" y="-1021"/>
                      <a:pt x="162733" y="805"/>
                    </a:cubicBezTo>
                    <a:cubicBezTo>
                      <a:pt x="167244" y="2317"/>
                      <a:pt x="170816" y="5825"/>
                      <a:pt x="172381" y="10323"/>
                    </a:cubicBezTo>
                    <a:cubicBezTo>
                      <a:pt x="178965" y="28485"/>
                      <a:pt x="179878" y="48212"/>
                      <a:pt x="174988" y="66909"/>
                    </a:cubicBezTo>
                    <a:cubicBezTo>
                      <a:pt x="172576" y="70638"/>
                      <a:pt x="168769" y="73272"/>
                      <a:pt x="164427" y="74210"/>
                    </a:cubicBezTo>
                    <a:cubicBezTo>
                      <a:pt x="121518" y="83089"/>
                      <a:pt x="77853" y="87770"/>
                      <a:pt x="34045" y="88161"/>
                    </a:cubicBezTo>
                    <a:close/>
                    <a:moveTo>
                      <a:pt x="14618" y="24534"/>
                    </a:moveTo>
                    <a:cubicBezTo>
                      <a:pt x="12883" y="41093"/>
                      <a:pt x="14383" y="57834"/>
                      <a:pt x="19051" y="73819"/>
                    </a:cubicBezTo>
                    <a:cubicBezTo>
                      <a:pt x="30655" y="77209"/>
                      <a:pt x="147347" y="68082"/>
                      <a:pt x="162472" y="59607"/>
                    </a:cubicBezTo>
                    <a:cubicBezTo>
                      <a:pt x="165992" y="49568"/>
                      <a:pt x="163124" y="18276"/>
                      <a:pt x="158169" y="13843"/>
                    </a:cubicBezTo>
                    <a:cubicBezTo>
                      <a:pt x="145652" y="11235"/>
                      <a:pt x="33523" y="15408"/>
                      <a:pt x="14618" y="2453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07" name="Google Shape;1407;g3f3ba1429e3_0_2276"/>
              <p:cNvSpPr/>
              <p:nvPr/>
            </p:nvSpPr>
            <p:spPr>
              <a:xfrm>
                <a:off x="7088983" y="3343554"/>
                <a:ext cx="171719" cy="74741"/>
              </a:xfrm>
              <a:custGeom>
                <a:rect b="b" l="l" r="r" t="t"/>
                <a:pathLst>
                  <a:path extrusionOk="0" h="74741" w="171719">
                    <a:moveTo>
                      <a:pt x="314" y="14387"/>
                    </a:moveTo>
                    <a:cubicBezTo>
                      <a:pt x="314" y="14387"/>
                      <a:pt x="-2424" y="67974"/>
                      <a:pt x="8267" y="73320"/>
                    </a:cubicBezTo>
                    <a:cubicBezTo>
                      <a:pt x="18959" y="78665"/>
                      <a:pt x="163684" y="67974"/>
                      <a:pt x="169030" y="57282"/>
                    </a:cubicBezTo>
                    <a:cubicBezTo>
                      <a:pt x="174375" y="46591"/>
                      <a:pt x="171767" y="3695"/>
                      <a:pt x="161076" y="957"/>
                    </a:cubicBezTo>
                    <a:cubicBezTo>
                      <a:pt x="150385" y="-1781"/>
                      <a:pt x="13613" y="957"/>
                      <a:pt x="314" y="1438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08" name="Google Shape;1408;g3f3ba1429e3_0_2276"/>
              <p:cNvSpPr/>
              <p:nvPr/>
            </p:nvSpPr>
            <p:spPr>
              <a:xfrm>
                <a:off x="7081796" y="3337297"/>
                <a:ext cx="185946" cy="87537"/>
              </a:xfrm>
              <a:custGeom>
                <a:rect b="b" l="l" r="r" t="t"/>
                <a:pathLst>
                  <a:path extrusionOk="0" h="87537" w="185946">
                    <a:moveTo>
                      <a:pt x="34882" y="87399"/>
                    </a:moveTo>
                    <a:cubicBezTo>
                      <a:pt x="27333" y="87804"/>
                      <a:pt x="19758" y="87321"/>
                      <a:pt x="12326" y="85965"/>
                    </a:cubicBezTo>
                    <a:cubicBezTo>
                      <a:pt x="70" y="79837"/>
                      <a:pt x="-712" y="46850"/>
                      <a:pt x="331" y="20774"/>
                    </a:cubicBezTo>
                    <a:cubicBezTo>
                      <a:pt x="448" y="19014"/>
                      <a:pt x="1191" y="17345"/>
                      <a:pt x="2417" y="16080"/>
                    </a:cubicBezTo>
                    <a:cubicBezTo>
                      <a:pt x="19758" y="-1261"/>
                      <a:pt x="162657" y="-1000"/>
                      <a:pt x="169959" y="825"/>
                    </a:cubicBezTo>
                    <a:cubicBezTo>
                      <a:pt x="174770" y="2377"/>
                      <a:pt x="178590" y="6093"/>
                      <a:pt x="180259" y="10865"/>
                    </a:cubicBezTo>
                    <a:cubicBezTo>
                      <a:pt x="186935" y="28884"/>
                      <a:pt x="187756" y="48545"/>
                      <a:pt x="182606" y="67060"/>
                    </a:cubicBezTo>
                    <a:cubicBezTo>
                      <a:pt x="175696" y="80620"/>
                      <a:pt x="79864" y="87399"/>
                      <a:pt x="34882" y="87399"/>
                    </a:cubicBezTo>
                    <a:close/>
                    <a:moveTo>
                      <a:pt x="14282" y="24555"/>
                    </a:moveTo>
                    <a:cubicBezTo>
                      <a:pt x="13499" y="47633"/>
                      <a:pt x="15585" y="70059"/>
                      <a:pt x="19106" y="73579"/>
                    </a:cubicBezTo>
                    <a:cubicBezTo>
                      <a:pt x="30710" y="77099"/>
                      <a:pt x="154834" y="67712"/>
                      <a:pt x="170350" y="59367"/>
                    </a:cubicBezTo>
                    <a:cubicBezTo>
                      <a:pt x="173870" y="49589"/>
                      <a:pt x="171002" y="17905"/>
                      <a:pt x="165787" y="13864"/>
                    </a:cubicBezTo>
                    <a:cubicBezTo>
                      <a:pt x="154704" y="11517"/>
                      <a:pt x="34361" y="15167"/>
                      <a:pt x="14282" y="2455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09" name="Google Shape;1409;g3f3ba1429e3_0_2276"/>
              <p:cNvSpPr/>
              <p:nvPr/>
            </p:nvSpPr>
            <p:spPr>
              <a:xfrm>
                <a:off x="7080905" y="3284274"/>
                <a:ext cx="171810" cy="74696"/>
              </a:xfrm>
              <a:custGeom>
                <a:rect b="b" l="l" r="r" t="t"/>
                <a:pathLst>
                  <a:path extrusionOk="0" h="74696" w="171810">
                    <a:moveTo>
                      <a:pt x="309" y="14342"/>
                    </a:moveTo>
                    <a:cubicBezTo>
                      <a:pt x="309" y="14342"/>
                      <a:pt x="-2429" y="67929"/>
                      <a:pt x="8393" y="73275"/>
                    </a:cubicBezTo>
                    <a:cubicBezTo>
                      <a:pt x="19215" y="78620"/>
                      <a:pt x="163809" y="67929"/>
                      <a:pt x="169155" y="57238"/>
                    </a:cubicBezTo>
                    <a:cubicBezTo>
                      <a:pt x="174501" y="46546"/>
                      <a:pt x="171763" y="3650"/>
                      <a:pt x="161071" y="912"/>
                    </a:cubicBezTo>
                    <a:cubicBezTo>
                      <a:pt x="150380" y="-1826"/>
                      <a:pt x="13738" y="1303"/>
                      <a:pt x="309" y="14342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10" name="Google Shape;1410;g3f3ba1429e3_0_2276"/>
              <p:cNvSpPr/>
              <p:nvPr/>
            </p:nvSpPr>
            <p:spPr>
              <a:xfrm>
                <a:off x="7073519" y="3277973"/>
                <a:ext cx="185878" cy="87837"/>
              </a:xfrm>
              <a:custGeom>
                <a:rect b="b" l="l" r="r" t="t"/>
                <a:pathLst>
                  <a:path extrusionOk="0" h="87837" w="185878">
                    <a:moveTo>
                      <a:pt x="35075" y="87791"/>
                    </a:moveTo>
                    <a:cubicBezTo>
                      <a:pt x="27422" y="88025"/>
                      <a:pt x="19768" y="87373"/>
                      <a:pt x="12258" y="85835"/>
                    </a:cubicBezTo>
                    <a:cubicBezTo>
                      <a:pt x="2" y="79707"/>
                      <a:pt x="-780" y="46720"/>
                      <a:pt x="393" y="20644"/>
                    </a:cubicBezTo>
                    <a:cubicBezTo>
                      <a:pt x="485" y="18909"/>
                      <a:pt x="1228" y="17280"/>
                      <a:pt x="2479" y="16080"/>
                    </a:cubicBezTo>
                    <a:cubicBezTo>
                      <a:pt x="19690" y="-1261"/>
                      <a:pt x="162590" y="-1000"/>
                      <a:pt x="169891" y="825"/>
                    </a:cubicBezTo>
                    <a:cubicBezTo>
                      <a:pt x="174702" y="2377"/>
                      <a:pt x="178522" y="6093"/>
                      <a:pt x="180191" y="10865"/>
                    </a:cubicBezTo>
                    <a:cubicBezTo>
                      <a:pt x="186867" y="28884"/>
                      <a:pt x="187688" y="48545"/>
                      <a:pt x="182538" y="67060"/>
                    </a:cubicBezTo>
                    <a:cubicBezTo>
                      <a:pt x="175889" y="80880"/>
                      <a:pt x="80057" y="87791"/>
                      <a:pt x="35075" y="87791"/>
                    </a:cubicBezTo>
                    <a:close/>
                    <a:moveTo>
                      <a:pt x="14605" y="24946"/>
                    </a:moveTo>
                    <a:cubicBezTo>
                      <a:pt x="12832" y="41440"/>
                      <a:pt x="14422" y="58115"/>
                      <a:pt x="19299" y="73970"/>
                    </a:cubicBezTo>
                    <a:cubicBezTo>
                      <a:pt x="31033" y="77490"/>
                      <a:pt x="155158" y="67973"/>
                      <a:pt x="170673" y="59758"/>
                    </a:cubicBezTo>
                    <a:cubicBezTo>
                      <a:pt x="174194" y="49980"/>
                      <a:pt x="170673" y="18297"/>
                      <a:pt x="166110" y="14255"/>
                    </a:cubicBezTo>
                    <a:cubicBezTo>
                      <a:pt x="155679" y="11908"/>
                      <a:pt x="34684" y="15428"/>
                      <a:pt x="14605" y="2494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11" name="Google Shape;1411;g3f3ba1429e3_0_2276"/>
              <p:cNvSpPr/>
              <p:nvPr/>
            </p:nvSpPr>
            <p:spPr>
              <a:xfrm>
                <a:off x="5914287" y="3433562"/>
                <a:ext cx="962877" cy="299112"/>
              </a:xfrm>
              <a:custGeom>
                <a:rect b="b" l="l" r="r" t="t"/>
                <a:pathLst>
                  <a:path extrusionOk="0" h="299112" w="962877">
                    <a:moveTo>
                      <a:pt x="0" y="113694"/>
                    </a:moveTo>
                    <a:cubicBezTo>
                      <a:pt x="3651" y="194531"/>
                      <a:pt x="73666" y="252030"/>
                      <a:pt x="117345" y="280062"/>
                    </a:cubicBezTo>
                    <a:cubicBezTo>
                      <a:pt x="137189" y="292840"/>
                      <a:pt x="160371" y="299463"/>
                      <a:pt x="183970" y="299098"/>
                    </a:cubicBezTo>
                    <a:lnTo>
                      <a:pt x="962877" y="288798"/>
                    </a:lnTo>
                    <a:lnTo>
                      <a:pt x="962877" y="117345"/>
                    </a:lnTo>
                    <a:lnTo>
                      <a:pt x="121517" y="0"/>
                    </a:lnTo>
                    <a:cubicBezTo>
                      <a:pt x="121517" y="0"/>
                      <a:pt x="54630" y="2608"/>
                      <a:pt x="36638" y="5293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12" name="Google Shape;1412;g3f3ba1429e3_0_2276"/>
              <p:cNvSpPr/>
              <p:nvPr/>
            </p:nvSpPr>
            <p:spPr>
              <a:xfrm>
                <a:off x="5907242" y="3425739"/>
                <a:ext cx="977354" cy="313962"/>
              </a:xfrm>
              <a:custGeom>
                <a:rect b="b" l="l" r="r" t="t"/>
                <a:pathLst>
                  <a:path extrusionOk="0" h="313962" w="977354">
                    <a:moveTo>
                      <a:pt x="189190" y="313962"/>
                    </a:moveTo>
                    <a:cubicBezTo>
                      <a:pt x="164770" y="314040"/>
                      <a:pt x="140857" y="307012"/>
                      <a:pt x="120348" y="293752"/>
                    </a:cubicBezTo>
                    <a:cubicBezTo>
                      <a:pt x="77061" y="265851"/>
                      <a:pt x="3916" y="206396"/>
                      <a:pt x="5" y="121778"/>
                    </a:cubicBezTo>
                    <a:cubicBezTo>
                      <a:pt x="-139" y="117866"/>
                      <a:pt x="2873" y="114554"/>
                      <a:pt x="6785" y="114346"/>
                    </a:cubicBezTo>
                    <a:cubicBezTo>
                      <a:pt x="10592" y="114124"/>
                      <a:pt x="13865" y="117045"/>
                      <a:pt x="14073" y="120852"/>
                    </a:cubicBezTo>
                    <a:cubicBezTo>
                      <a:pt x="14086" y="120943"/>
                      <a:pt x="14086" y="121034"/>
                      <a:pt x="14086" y="121126"/>
                    </a:cubicBezTo>
                    <a:cubicBezTo>
                      <a:pt x="17737" y="199355"/>
                      <a:pt x="86970" y="255550"/>
                      <a:pt x="128041" y="281888"/>
                    </a:cubicBezTo>
                    <a:cubicBezTo>
                      <a:pt x="146633" y="294130"/>
                      <a:pt x="168512" y="300402"/>
                      <a:pt x="190755" y="299881"/>
                    </a:cubicBezTo>
                    <a:lnTo>
                      <a:pt x="963273" y="289711"/>
                    </a:lnTo>
                    <a:lnTo>
                      <a:pt x="963273" y="131296"/>
                    </a:lnTo>
                    <a:lnTo>
                      <a:pt x="127910" y="13951"/>
                    </a:lnTo>
                    <a:cubicBezTo>
                      <a:pt x="128562" y="13951"/>
                      <a:pt x="66891" y="17211"/>
                      <a:pt x="50724" y="62323"/>
                    </a:cubicBezTo>
                    <a:cubicBezTo>
                      <a:pt x="49433" y="65987"/>
                      <a:pt x="45417" y="67916"/>
                      <a:pt x="41753" y="66639"/>
                    </a:cubicBezTo>
                    <a:cubicBezTo>
                      <a:pt x="41741" y="66626"/>
                      <a:pt x="41741" y="66626"/>
                      <a:pt x="41727" y="66626"/>
                    </a:cubicBezTo>
                    <a:cubicBezTo>
                      <a:pt x="38090" y="65217"/>
                      <a:pt x="36186" y="61202"/>
                      <a:pt x="37425" y="57499"/>
                    </a:cubicBezTo>
                    <a:cubicBezTo>
                      <a:pt x="56722" y="3390"/>
                      <a:pt x="125694" y="0"/>
                      <a:pt x="128693" y="0"/>
                    </a:cubicBezTo>
                    <a:lnTo>
                      <a:pt x="971227" y="117345"/>
                    </a:lnTo>
                    <a:cubicBezTo>
                      <a:pt x="974721" y="117853"/>
                      <a:pt x="977328" y="120852"/>
                      <a:pt x="977355" y="124385"/>
                    </a:cubicBezTo>
                    <a:lnTo>
                      <a:pt x="977355" y="296621"/>
                    </a:lnTo>
                    <a:cubicBezTo>
                      <a:pt x="977355" y="300454"/>
                      <a:pt x="974278" y="303596"/>
                      <a:pt x="970444" y="303662"/>
                    </a:cubicBezTo>
                    <a:lnTo>
                      <a:pt x="190885" y="313962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1413" name="Google Shape;1413;g3f3ba1429e3_0_2276"/>
              <p:cNvGrpSpPr/>
              <p:nvPr/>
            </p:nvGrpSpPr>
            <p:grpSpPr>
              <a:xfrm>
                <a:off x="5914287" y="3433041"/>
                <a:ext cx="962877" cy="299634"/>
                <a:chOff x="5914287" y="3433041"/>
                <a:chExt cx="962877" cy="299634"/>
              </a:xfrm>
            </p:grpSpPr>
            <p:sp>
              <p:nvSpPr>
                <p:cNvPr id="1414" name="Google Shape;1414;g3f3ba1429e3_0_2276"/>
                <p:cNvSpPr/>
                <p:nvPr/>
              </p:nvSpPr>
              <p:spPr>
                <a:xfrm>
                  <a:off x="5914287" y="3433041"/>
                  <a:ext cx="962877" cy="299634"/>
                </a:xfrm>
                <a:custGeom>
                  <a:rect b="b" l="l" r="r" t="t"/>
                  <a:pathLst>
                    <a:path extrusionOk="0" h="299634" w="962877">
                      <a:moveTo>
                        <a:pt x="121908" y="0"/>
                      </a:moveTo>
                      <a:cubicBezTo>
                        <a:pt x="121908" y="0"/>
                        <a:pt x="55022" y="2608"/>
                        <a:pt x="37029" y="52935"/>
                      </a:cubicBezTo>
                      <a:lnTo>
                        <a:pt x="0" y="114215"/>
                      </a:lnTo>
                      <a:cubicBezTo>
                        <a:pt x="3651" y="195053"/>
                        <a:pt x="73666" y="252551"/>
                        <a:pt x="117345" y="280584"/>
                      </a:cubicBezTo>
                      <a:cubicBezTo>
                        <a:pt x="137189" y="293361"/>
                        <a:pt x="160371" y="299985"/>
                        <a:pt x="183970" y="299620"/>
                      </a:cubicBezTo>
                      <a:lnTo>
                        <a:pt x="962877" y="289320"/>
                      </a:lnTo>
                      <a:lnTo>
                        <a:pt x="962877" y="158937"/>
                      </a:lnTo>
                      <a:cubicBezTo>
                        <a:pt x="946710" y="140422"/>
                        <a:pt x="931325" y="123473"/>
                        <a:pt x="920764" y="111869"/>
                      </a:cubicBezTo>
                      <a:lnTo>
                        <a:pt x="902901" y="109261"/>
                      </a:lnTo>
                      <a:lnTo>
                        <a:pt x="862874" y="246684"/>
                      </a:lnTo>
                      <a:cubicBezTo>
                        <a:pt x="862874" y="246684"/>
                        <a:pt x="395842" y="235993"/>
                        <a:pt x="255811" y="210829"/>
                      </a:cubicBezTo>
                      <a:cubicBezTo>
                        <a:pt x="115780" y="185665"/>
                        <a:pt x="72623" y="156981"/>
                        <a:pt x="68973" y="92311"/>
                      </a:cubicBezTo>
                      <a:cubicBezTo>
                        <a:pt x="67460" y="53939"/>
                        <a:pt x="88022" y="18071"/>
                        <a:pt x="121908" y="0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415" name="Google Shape;1415;g3f3ba1429e3_0_2276"/>
                <p:cNvSpPr/>
                <p:nvPr/>
              </p:nvSpPr>
              <p:spPr>
                <a:xfrm>
                  <a:off x="5914287" y="3433041"/>
                  <a:ext cx="962877" cy="299634"/>
                </a:xfrm>
                <a:custGeom>
                  <a:rect b="b" l="l" r="r" t="t"/>
                  <a:pathLst>
                    <a:path extrusionOk="0" h="299634" w="962877">
                      <a:moveTo>
                        <a:pt x="121908" y="0"/>
                      </a:moveTo>
                      <a:cubicBezTo>
                        <a:pt x="121908" y="0"/>
                        <a:pt x="55022" y="2608"/>
                        <a:pt x="37029" y="52935"/>
                      </a:cubicBezTo>
                      <a:lnTo>
                        <a:pt x="0" y="114215"/>
                      </a:lnTo>
                      <a:cubicBezTo>
                        <a:pt x="3651" y="195053"/>
                        <a:pt x="73666" y="252551"/>
                        <a:pt x="117345" y="280584"/>
                      </a:cubicBezTo>
                      <a:cubicBezTo>
                        <a:pt x="137189" y="293361"/>
                        <a:pt x="160371" y="299985"/>
                        <a:pt x="183970" y="299620"/>
                      </a:cubicBezTo>
                      <a:lnTo>
                        <a:pt x="962877" y="289320"/>
                      </a:lnTo>
                      <a:lnTo>
                        <a:pt x="962877" y="158937"/>
                      </a:lnTo>
                      <a:cubicBezTo>
                        <a:pt x="946710" y="140422"/>
                        <a:pt x="931325" y="123473"/>
                        <a:pt x="920764" y="111869"/>
                      </a:cubicBezTo>
                      <a:lnTo>
                        <a:pt x="902901" y="109261"/>
                      </a:lnTo>
                      <a:lnTo>
                        <a:pt x="862874" y="246684"/>
                      </a:lnTo>
                      <a:cubicBezTo>
                        <a:pt x="862874" y="246684"/>
                        <a:pt x="395842" y="235993"/>
                        <a:pt x="255811" y="210829"/>
                      </a:cubicBezTo>
                      <a:cubicBezTo>
                        <a:pt x="115780" y="185665"/>
                        <a:pt x="72623" y="156981"/>
                        <a:pt x="68973" y="92311"/>
                      </a:cubicBezTo>
                      <a:cubicBezTo>
                        <a:pt x="67460" y="53939"/>
                        <a:pt x="88022" y="18071"/>
                        <a:pt x="121908" y="0"/>
                      </a:cubicBezTo>
                      <a:close/>
                    </a:path>
                  </a:pathLst>
                </a:custGeom>
                <a:solidFill>
                  <a:srgbClr val="FFFFFF">
                    <a:alpha val="49020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1416" name="Google Shape;1416;g3f3ba1429e3_0_2276"/>
              <p:cNvSpPr/>
              <p:nvPr/>
            </p:nvSpPr>
            <p:spPr>
              <a:xfrm>
                <a:off x="6815885" y="3528007"/>
                <a:ext cx="489979" cy="253025"/>
              </a:xfrm>
              <a:custGeom>
                <a:rect b="b" l="l" r="r" t="t"/>
                <a:pathLst>
                  <a:path extrusionOk="0" h="253025" w="489979">
                    <a:moveTo>
                      <a:pt x="5346" y="1517"/>
                    </a:moveTo>
                    <a:lnTo>
                      <a:pt x="0" y="253025"/>
                    </a:lnTo>
                    <a:lnTo>
                      <a:pt x="256854" y="199829"/>
                    </a:lnTo>
                    <a:cubicBezTo>
                      <a:pt x="256854" y="199829"/>
                      <a:pt x="388150" y="210521"/>
                      <a:pt x="417616" y="207913"/>
                    </a:cubicBezTo>
                    <a:cubicBezTo>
                      <a:pt x="447083" y="205305"/>
                      <a:pt x="471204" y="162279"/>
                      <a:pt x="471204" y="140896"/>
                    </a:cubicBezTo>
                    <a:lnTo>
                      <a:pt x="471204" y="92655"/>
                    </a:lnTo>
                    <a:cubicBezTo>
                      <a:pt x="483094" y="83841"/>
                      <a:pt x="490057" y="69903"/>
                      <a:pt x="489979" y="55104"/>
                    </a:cubicBezTo>
                    <a:cubicBezTo>
                      <a:pt x="487371" y="33721"/>
                      <a:pt x="444475" y="20292"/>
                      <a:pt x="444475" y="20292"/>
                    </a:cubicBezTo>
                    <a:cubicBezTo>
                      <a:pt x="444475" y="20292"/>
                      <a:pt x="321263" y="-6567"/>
                      <a:pt x="286321" y="1517"/>
                    </a:cubicBezTo>
                    <a:cubicBezTo>
                      <a:pt x="251378" y="9601"/>
                      <a:pt x="5346" y="1517"/>
                      <a:pt x="5346" y="151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17" name="Google Shape;1417;g3f3ba1429e3_0_2276"/>
              <p:cNvSpPr/>
              <p:nvPr/>
            </p:nvSpPr>
            <p:spPr>
              <a:xfrm>
                <a:off x="6808844" y="3520839"/>
                <a:ext cx="504530" cy="268146"/>
              </a:xfrm>
              <a:custGeom>
                <a:rect b="b" l="l" r="r" t="t"/>
                <a:pathLst>
                  <a:path extrusionOk="0" h="268146" w="504530">
                    <a:moveTo>
                      <a:pt x="7041" y="267625"/>
                    </a:moveTo>
                    <a:cubicBezTo>
                      <a:pt x="5424" y="267651"/>
                      <a:pt x="3846" y="267091"/>
                      <a:pt x="2608" y="266061"/>
                    </a:cubicBezTo>
                    <a:cubicBezTo>
                      <a:pt x="965" y="264665"/>
                      <a:pt x="13" y="262619"/>
                      <a:pt x="0" y="260454"/>
                    </a:cubicBezTo>
                    <a:lnTo>
                      <a:pt x="5346" y="8555"/>
                    </a:lnTo>
                    <a:cubicBezTo>
                      <a:pt x="5450" y="6690"/>
                      <a:pt x="6232" y="4917"/>
                      <a:pt x="7562" y="3600"/>
                    </a:cubicBezTo>
                    <a:cubicBezTo>
                      <a:pt x="8840" y="2166"/>
                      <a:pt x="10730" y="1449"/>
                      <a:pt x="12647" y="1644"/>
                    </a:cubicBezTo>
                    <a:cubicBezTo>
                      <a:pt x="97657" y="4382"/>
                      <a:pt x="265329" y="8033"/>
                      <a:pt x="292188" y="1644"/>
                    </a:cubicBezTo>
                    <a:cubicBezTo>
                      <a:pt x="328174" y="-6700"/>
                      <a:pt x="448647" y="19376"/>
                      <a:pt x="453341" y="20419"/>
                    </a:cubicBezTo>
                    <a:cubicBezTo>
                      <a:pt x="458035" y="21462"/>
                      <a:pt x="501322" y="36065"/>
                      <a:pt x="504451" y="61229"/>
                    </a:cubicBezTo>
                    <a:cubicBezTo>
                      <a:pt x="505364" y="77618"/>
                      <a:pt x="498323" y="93434"/>
                      <a:pt x="485546" y="103734"/>
                    </a:cubicBezTo>
                    <a:lnTo>
                      <a:pt x="485546" y="148716"/>
                    </a:lnTo>
                    <a:cubicBezTo>
                      <a:pt x="485546" y="172185"/>
                      <a:pt x="459469" y="219514"/>
                      <a:pt x="425439" y="222774"/>
                    </a:cubicBezTo>
                    <a:cubicBezTo>
                      <a:pt x="396885" y="225381"/>
                      <a:pt x="277715" y="215863"/>
                      <a:pt x="264547" y="214820"/>
                    </a:cubicBezTo>
                    <a:lnTo>
                      <a:pt x="8214" y="268147"/>
                    </a:lnTo>
                    <a:close/>
                    <a:moveTo>
                      <a:pt x="19297" y="15986"/>
                    </a:moveTo>
                    <a:lnTo>
                      <a:pt x="14342" y="251849"/>
                    </a:lnTo>
                    <a:lnTo>
                      <a:pt x="262852" y="199696"/>
                    </a:lnTo>
                    <a:lnTo>
                      <a:pt x="264938" y="199696"/>
                    </a:lnTo>
                    <a:cubicBezTo>
                      <a:pt x="266242" y="199696"/>
                      <a:pt x="395321" y="210257"/>
                      <a:pt x="424396" y="207780"/>
                    </a:cubicBezTo>
                    <a:cubicBezTo>
                      <a:pt x="449821" y="205432"/>
                      <a:pt x="471595" y="166057"/>
                      <a:pt x="471595" y="147803"/>
                    </a:cubicBezTo>
                    <a:lnTo>
                      <a:pt x="471595" y="99562"/>
                    </a:lnTo>
                    <a:cubicBezTo>
                      <a:pt x="471595" y="97345"/>
                      <a:pt x="472664" y="95259"/>
                      <a:pt x="474463" y="93955"/>
                    </a:cubicBezTo>
                    <a:cubicBezTo>
                      <a:pt x="474463" y="93955"/>
                      <a:pt x="492586" y="79874"/>
                      <a:pt x="490500" y="62924"/>
                    </a:cubicBezTo>
                    <a:cubicBezTo>
                      <a:pt x="488805" y="49886"/>
                      <a:pt x="462338" y="37891"/>
                      <a:pt x="449821" y="33979"/>
                    </a:cubicBezTo>
                    <a:cubicBezTo>
                      <a:pt x="416573" y="26808"/>
                      <a:pt x="322697" y="8946"/>
                      <a:pt x="295448" y="15334"/>
                    </a:cubicBezTo>
                    <a:cubicBezTo>
                      <a:pt x="262982" y="23027"/>
                      <a:pt x="60889" y="17290"/>
                      <a:pt x="19297" y="1598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18" name="Google Shape;1418;g3f3ba1429e3_0_2276"/>
              <p:cNvSpPr/>
              <p:nvPr/>
            </p:nvSpPr>
            <p:spPr>
              <a:xfrm>
                <a:off x="5996317" y="2708886"/>
                <a:ext cx="490509" cy="356996"/>
              </a:xfrm>
              <a:custGeom>
                <a:rect b="b" l="l" r="r" t="t"/>
                <a:pathLst>
                  <a:path extrusionOk="0" h="356996" w="490509">
                    <a:moveTo>
                      <a:pt x="34533" y="356997"/>
                    </a:moveTo>
                    <a:lnTo>
                      <a:pt x="484615" y="150731"/>
                    </a:lnTo>
                    <a:cubicBezTo>
                      <a:pt x="484615" y="150731"/>
                      <a:pt x="503390" y="137693"/>
                      <a:pt x="473923" y="134564"/>
                    </a:cubicBezTo>
                    <a:cubicBezTo>
                      <a:pt x="444261" y="134459"/>
                      <a:pt x="414664" y="137158"/>
                      <a:pt x="385524" y="142647"/>
                    </a:cubicBezTo>
                    <a:cubicBezTo>
                      <a:pt x="385524" y="142647"/>
                      <a:pt x="290475" y="7440"/>
                      <a:pt x="271699" y="2095"/>
                    </a:cubicBezTo>
                    <a:cubicBezTo>
                      <a:pt x="252924" y="-3251"/>
                      <a:pt x="242233" y="2095"/>
                      <a:pt x="239625" y="12916"/>
                    </a:cubicBezTo>
                    <a:lnTo>
                      <a:pt x="236887" y="23608"/>
                    </a:lnTo>
                    <a:cubicBezTo>
                      <a:pt x="236887" y="23608"/>
                      <a:pt x="82775" y="67547"/>
                      <a:pt x="23711" y="145255"/>
                    </a:cubicBezTo>
                    <a:cubicBezTo>
                      <a:pt x="-35352" y="222963"/>
                      <a:pt x="34533" y="356997"/>
                      <a:pt x="34533" y="35699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19" name="Google Shape;1419;g3f3ba1429e3_0_2276"/>
              <p:cNvSpPr/>
              <p:nvPr/>
            </p:nvSpPr>
            <p:spPr>
              <a:xfrm>
                <a:off x="5989189" y="2701775"/>
                <a:ext cx="504812" cy="371148"/>
              </a:xfrm>
              <a:custGeom>
                <a:rect b="b" l="l" r="r" t="t"/>
                <a:pathLst>
                  <a:path extrusionOk="0" h="371148" w="504812">
                    <a:moveTo>
                      <a:pt x="41660" y="371148"/>
                    </a:moveTo>
                    <a:cubicBezTo>
                      <a:pt x="39027" y="371161"/>
                      <a:pt x="36615" y="369701"/>
                      <a:pt x="35402" y="367367"/>
                    </a:cubicBezTo>
                    <a:cubicBezTo>
                      <a:pt x="32403" y="361761"/>
                      <a:pt x="-35656" y="228509"/>
                      <a:pt x="25232" y="148194"/>
                    </a:cubicBezTo>
                    <a:cubicBezTo>
                      <a:pt x="80384" y="75570"/>
                      <a:pt x="212983" y="32674"/>
                      <a:pt x="238147" y="25112"/>
                    </a:cubicBezTo>
                    <a:lnTo>
                      <a:pt x="239842" y="18202"/>
                    </a:lnTo>
                    <a:cubicBezTo>
                      <a:pt x="241250" y="12100"/>
                      <a:pt x="245123" y="6859"/>
                      <a:pt x="250534" y="3729"/>
                    </a:cubicBezTo>
                    <a:cubicBezTo>
                      <a:pt x="260039" y="-743"/>
                      <a:pt x="270939" y="-1212"/>
                      <a:pt x="280782" y="2426"/>
                    </a:cubicBezTo>
                    <a:cubicBezTo>
                      <a:pt x="299688" y="7902"/>
                      <a:pt x="370486" y="106732"/>
                      <a:pt x="395780" y="142066"/>
                    </a:cubicBezTo>
                    <a:cubicBezTo>
                      <a:pt x="424099" y="136694"/>
                      <a:pt x="452888" y="134217"/>
                      <a:pt x="481702" y="134634"/>
                    </a:cubicBezTo>
                    <a:cubicBezTo>
                      <a:pt x="490308" y="135416"/>
                      <a:pt x="501912" y="137502"/>
                      <a:pt x="504389" y="146499"/>
                    </a:cubicBezTo>
                    <a:cubicBezTo>
                      <a:pt x="506866" y="155495"/>
                      <a:pt x="497740" y="162275"/>
                      <a:pt x="495914" y="163579"/>
                    </a:cubicBezTo>
                    <a:lnTo>
                      <a:pt x="494741" y="163579"/>
                    </a:lnTo>
                    <a:lnTo>
                      <a:pt x="44529" y="369844"/>
                    </a:lnTo>
                    <a:cubicBezTo>
                      <a:pt x="43707" y="370535"/>
                      <a:pt x="42717" y="370992"/>
                      <a:pt x="41660" y="371148"/>
                    </a:cubicBezTo>
                    <a:close/>
                    <a:moveTo>
                      <a:pt x="265528" y="14160"/>
                    </a:moveTo>
                    <a:cubicBezTo>
                      <a:pt x="262803" y="14056"/>
                      <a:pt x="260104" y="14682"/>
                      <a:pt x="257705" y="15985"/>
                    </a:cubicBezTo>
                    <a:cubicBezTo>
                      <a:pt x="255541" y="17198"/>
                      <a:pt x="254015" y="19297"/>
                      <a:pt x="253533" y="21722"/>
                    </a:cubicBezTo>
                    <a:lnTo>
                      <a:pt x="250925" y="32414"/>
                    </a:lnTo>
                    <a:cubicBezTo>
                      <a:pt x="250286" y="34865"/>
                      <a:pt x="248409" y="36795"/>
                      <a:pt x="245970" y="37499"/>
                    </a:cubicBezTo>
                    <a:cubicBezTo>
                      <a:pt x="244406" y="37499"/>
                      <a:pt x="93292" y="81829"/>
                      <a:pt x="36576" y="156669"/>
                    </a:cubicBezTo>
                    <a:cubicBezTo>
                      <a:pt x="-12188" y="220947"/>
                      <a:pt x="32664" y="328252"/>
                      <a:pt x="44920" y="354850"/>
                    </a:cubicBezTo>
                    <a:lnTo>
                      <a:pt x="488222" y="151714"/>
                    </a:lnTo>
                    <a:lnTo>
                      <a:pt x="489656" y="150410"/>
                    </a:lnTo>
                    <a:cubicBezTo>
                      <a:pt x="486683" y="149536"/>
                      <a:pt x="483619" y="148963"/>
                      <a:pt x="480529" y="148715"/>
                    </a:cubicBezTo>
                    <a:cubicBezTo>
                      <a:pt x="451532" y="148663"/>
                      <a:pt x="422587" y="151323"/>
                      <a:pt x="394085" y="156669"/>
                    </a:cubicBezTo>
                    <a:cubicBezTo>
                      <a:pt x="391373" y="157164"/>
                      <a:pt x="388635" y="156056"/>
                      <a:pt x="387045" y="153800"/>
                    </a:cubicBezTo>
                    <a:cubicBezTo>
                      <a:pt x="341541" y="88609"/>
                      <a:pt x="287954" y="20027"/>
                      <a:pt x="277001" y="15985"/>
                    </a:cubicBezTo>
                    <a:cubicBezTo>
                      <a:pt x="273273" y="14877"/>
                      <a:pt x="269413" y="14264"/>
                      <a:pt x="265528" y="1416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20" name="Google Shape;1420;g3f3ba1429e3_0_2276"/>
              <p:cNvSpPr/>
              <p:nvPr/>
            </p:nvSpPr>
            <p:spPr>
              <a:xfrm>
                <a:off x="6201260" y="2739601"/>
                <a:ext cx="65478" cy="193944"/>
              </a:xfrm>
              <a:custGeom>
                <a:rect b="b" l="l" r="r" t="t"/>
                <a:pathLst>
                  <a:path extrusionOk="0" h="193944" w="65478">
                    <a:moveTo>
                      <a:pt x="46938" y="193943"/>
                    </a:moveTo>
                    <a:cubicBezTo>
                      <a:pt x="44526" y="193917"/>
                      <a:pt x="42283" y="192692"/>
                      <a:pt x="40940" y="190684"/>
                    </a:cubicBezTo>
                    <a:cubicBezTo>
                      <a:pt x="36768" y="184165"/>
                      <a:pt x="0" y="125492"/>
                      <a:pt x="0" y="98112"/>
                    </a:cubicBezTo>
                    <a:cubicBezTo>
                      <a:pt x="0" y="73209"/>
                      <a:pt x="33769" y="52087"/>
                      <a:pt x="48633" y="44003"/>
                    </a:cubicBezTo>
                    <a:lnTo>
                      <a:pt x="31813" y="10364"/>
                    </a:lnTo>
                    <a:cubicBezTo>
                      <a:pt x="30079" y="6766"/>
                      <a:pt x="31605" y="2450"/>
                      <a:pt x="35203" y="716"/>
                    </a:cubicBezTo>
                    <a:cubicBezTo>
                      <a:pt x="38802" y="-1018"/>
                      <a:pt x="43117" y="507"/>
                      <a:pt x="44852" y="4106"/>
                    </a:cubicBezTo>
                    <a:lnTo>
                      <a:pt x="64931" y="44003"/>
                    </a:lnTo>
                    <a:cubicBezTo>
                      <a:pt x="65661" y="45750"/>
                      <a:pt x="65661" y="47732"/>
                      <a:pt x="64931" y="49479"/>
                    </a:cubicBezTo>
                    <a:cubicBezTo>
                      <a:pt x="64357" y="51292"/>
                      <a:pt x="63027" y="52765"/>
                      <a:pt x="61280" y="53521"/>
                    </a:cubicBezTo>
                    <a:cubicBezTo>
                      <a:pt x="49154" y="59388"/>
                      <a:pt x="14342" y="79598"/>
                      <a:pt x="14342" y="98112"/>
                    </a:cubicBezTo>
                    <a:cubicBezTo>
                      <a:pt x="14342" y="118191"/>
                      <a:pt x="42374" y="166172"/>
                      <a:pt x="53457" y="182991"/>
                    </a:cubicBezTo>
                    <a:cubicBezTo>
                      <a:pt x="55504" y="186316"/>
                      <a:pt x="54513" y="190658"/>
                      <a:pt x="51240" y="192770"/>
                    </a:cubicBezTo>
                    <a:cubicBezTo>
                      <a:pt x="49950" y="193552"/>
                      <a:pt x="48450" y="193969"/>
                      <a:pt x="46938" y="1939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21" name="Google Shape;1421;g3f3ba1429e3_0_2276"/>
              <p:cNvSpPr/>
              <p:nvPr/>
            </p:nvSpPr>
            <p:spPr>
              <a:xfrm>
                <a:off x="6059404" y="2824336"/>
                <a:ext cx="48897" cy="171277"/>
              </a:xfrm>
              <a:custGeom>
                <a:rect b="b" l="l" r="r" t="t"/>
                <a:pathLst>
                  <a:path extrusionOk="0" h="171277" w="48897">
                    <a:moveTo>
                      <a:pt x="42505" y="171271"/>
                    </a:moveTo>
                    <a:cubicBezTo>
                      <a:pt x="39923" y="171219"/>
                      <a:pt x="37563" y="169837"/>
                      <a:pt x="36246" y="167620"/>
                    </a:cubicBezTo>
                    <a:cubicBezTo>
                      <a:pt x="34812" y="164882"/>
                      <a:pt x="0" y="101255"/>
                      <a:pt x="0" y="66573"/>
                    </a:cubicBezTo>
                    <a:cubicBezTo>
                      <a:pt x="1187" y="42739"/>
                      <a:pt x="10379" y="20001"/>
                      <a:pt x="26077" y="2034"/>
                    </a:cubicBezTo>
                    <a:cubicBezTo>
                      <a:pt x="28815" y="-678"/>
                      <a:pt x="33248" y="-678"/>
                      <a:pt x="35986" y="2034"/>
                    </a:cubicBezTo>
                    <a:cubicBezTo>
                      <a:pt x="38724" y="4824"/>
                      <a:pt x="38724" y="9283"/>
                      <a:pt x="35986" y="12073"/>
                    </a:cubicBezTo>
                    <a:cubicBezTo>
                      <a:pt x="22635" y="27446"/>
                      <a:pt x="14707" y="46781"/>
                      <a:pt x="13429" y="67095"/>
                    </a:cubicBezTo>
                    <a:cubicBezTo>
                      <a:pt x="13429" y="98126"/>
                      <a:pt x="47720" y="160579"/>
                      <a:pt x="47981" y="161231"/>
                    </a:cubicBezTo>
                    <a:cubicBezTo>
                      <a:pt x="49897" y="164608"/>
                      <a:pt x="48711" y="168911"/>
                      <a:pt x="45334" y="170827"/>
                    </a:cubicBezTo>
                    <a:cubicBezTo>
                      <a:pt x="45308" y="170841"/>
                      <a:pt x="45269" y="170867"/>
                      <a:pt x="45243" y="170880"/>
                    </a:cubicBezTo>
                    <a:cubicBezTo>
                      <a:pt x="44356" y="171180"/>
                      <a:pt x="43430" y="171310"/>
                      <a:pt x="42505" y="17127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22" name="Google Shape;1422;g3f3ba1429e3_0_2276"/>
              <p:cNvSpPr/>
              <p:nvPr/>
            </p:nvSpPr>
            <p:spPr>
              <a:xfrm>
                <a:off x="6029008" y="2899900"/>
                <a:ext cx="272913" cy="133598"/>
              </a:xfrm>
              <a:custGeom>
                <a:rect b="b" l="l" r="r" t="t"/>
                <a:pathLst>
                  <a:path extrusionOk="0" h="133598" w="272913">
                    <a:moveTo>
                      <a:pt x="6405" y="133388"/>
                    </a:moveTo>
                    <a:cubicBezTo>
                      <a:pt x="2533" y="133036"/>
                      <a:pt x="-323" y="129607"/>
                      <a:pt x="29" y="125734"/>
                    </a:cubicBezTo>
                    <a:cubicBezTo>
                      <a:pt x="238" y="123505"/>
                      <a:pt x="1490" y="121510"/>
                      <a:pt x="3406" y="120349"/>
                    </a:cubicBezTo>
                    <a:lnTo>
                      <a:pt x="262738" y="658"/>
                    </a:lnTo>
                    <a:cubicBezTo>
                      <a:pt x="266336" y="-998"/>
                      <a:pt x="270600" y="580"/>
                      <a:pt x="272256" y="4178"/>
                    </a:cubicBezTo>
                    <a:cubicBezTo>
                      <a:pt x="273911" y="7777"/>
                      <a:pt x="272334" y="12040"/>
                      <a:pt x="268735" y="13696"/>
                    </a:cubicBezTo>
                    <a:lnTo>
                      <a:pt x="9274" y="133518"/>
                    </a:lnTo>
                    <a:cubicBezTo>
                      <a:pt x="8322" y="133662"/>
                      <a:pt x="7344" y="133609"/>
                      <a:pt x="6405" y="13338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23" name="Google Shape;1423;g3f3ba1429e3_0_2276"/>
              <p:cNvSpPr/>
              <p:nvPr/>
            </p:nvSpPr>
            <p:spPr>
              <a:xfrm>
                <a:off x="7044315" y="4966343"/>
                <a:ext cx="766259" cy="353207"/>
              </a:xfrm>
              <a:custGeom>
                <a:rect b="b" l="l" r="r" t="t"/>
                <a:pathLst>
                  <a:path extrusionOk="0" h="353207" w="766259">
                    <a:moveTo>
                      <a:pt x="765347" y="353207"/>
                    </a:moveTo>
                    <a:cubicBezTo>
                      <a:pt x="765347" y="345645"/>
                      <a:pt x="766260" y="337952"/>
                      <a:pt x="766260" y="330260"/>
                    </a:cubicBezTo>
                    <a:cubicBezTo>
                      <a:pt x="766260" y="147724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260"/>
                    </a:cubicBezTo>
                    <a:cubicBezTo>
                      <a:pt x="0" y="337952"/>
                      <a:pt x="0" y="345645"/>
                      <a:pt x="1043" y="3532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24" name="Google Shape;1424;g3f3ba1429e3_0_2276"/>
              <p:cNvSpPr/>
              <p:nvPr/>
            </p:nvSpPr>
            <p:spPr>
              <a:xfrm>
                <a:off x="7037275" y="4959693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9"/>
                    </a:moveTo>
                    <a:lnTo>
                      <a:pt x="8084" y="367289"/>
                    </a:lnTo>
                    <a:cubicBezTo>
                      <a:pt x="4394" y="367302"/>
                      <a:pt x="1317" y="364459"/>
                      <a:pt x="1043" y="360769"/>
                    </a:cubicBezTo>
                    <a:cubicBezTo>
                      <a:pt x="391" y="351904"/>
                      <a:pt x="0" y="344472"/>
                      <a:pt x="0" y="337300"/>
                    </a:cubicBezTo>
                    <a:cubicBezTo>
                      <a:pt x="0" y="151375"/>
                      <a:pt x="175104" y="0"/>
                      <a:pt x="390236" y="0"/>
                    </a:cubicBezTo>
                    <a:cubicBezTo>
                      <a:pt x="605367" y="0"/>
                      <a:pt x="780472" y="151375"/>
                      <a:pt x="780472" y="337300"/>
                    </a:cubicBezTo>
                    <a:cubicBezTo>
                      <a:pt x="780472" y="344341"/>
                      <a:pt x="780472" y="351904"/>
                      <a:pt x="779429" y="360769"/>
                    </a:cubicBezTo>
                    <a:cubicBezTo>
                      <a:pt x="779090" y="364420"/>
                      <a:pt x="776052" y="367236"/>
                      <a:pt x="772388" y="367289"/>
                    </a:cubicBezTo>
                    <a:close/>
                    <a:moveTo>
                      <a:pt x="14603" y="353207"/>
                    </a:moveTo>
                    <a:lnTo>
                      <a:pt x="765608" y="353207"/>
                    </a:lnTo>
                    <a:cubicBezTo>
                      <a:pt x="765608" y="347340"/>
                      <a:pt x="765608" y="342255"/>
                      <a:pt x="765608" y="337300"/>
                    </a:cubicBezTo>
                    <a:cubicBezTo>
                      <a:pt x="765608" y="159067"/>
                      <a:pt x="596893" y="14212"/>
                      <a:pt x="389584" y="14212"/>
                    </a:cubicBezTo>
                    <a:cubicBezTo>
                      <a:pt x="182275" y="14212"/>
                      <a:pt x="13429" y="159067"/>
                      <a:pt x="13429" y="337300"/>
                    </a:cubicBezTo>
                    <a:cubicBezTo>
                      <a:pt x="14081" y="342255"/>
                      <a:pt x="14342" y="347470"/>
                      <a:pt x="14603" y="35320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25" name="Google Shape;1425;g3f3ba1429e3_0_2276"/>
              <p:cNvSpPr/>
              <p:nvPr/>
            </p:nvSpPr>
            <p:spPr>
              <a:xfrm>
                <a:off x="7044315" y="4998156"/>
                <a:ext cx="766259" cy="353207"/>
              </a:xfrm>
              <a:custGeom>
                <a:rect b="b" l="l" r="r" t="t"/>
                <a:pathLst>
                  <a:path extrusionOk="0" h="353207" w="766259">
                    <a:moveTo>
                      <a:pt x="765347" y="353207"/>
                    </a:moveTo>
                    <a:cubicBezTo>
                      <a:pt x="765347" y="345514"/>
                      <a:pt x="766260" y="337952"/>
                      <a:pt x="766260" y="330260"/>
                    </a:cubicBezTo>
                    <a:cubicBezTo>
                      <a:pt x="766260" y="147724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260"/>
                    </a:cubicBezTo>
                    <a:cubicBezTo>
                      <a:pt x="0" y="337952"/>
                      <a:pt x="0" y="345514"/>
                      <a:pt x="1043" y="3532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26" name="Google Shape;1426;g3f3ba1429e3_0_2276"/>
              <p:cNvSpPr/>
              <p:nvPr/>
            </p:nvSpPr>
            <p:spPr>
              <a:xfrm>
                <a:off x="7037275" y="4991376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9"/>
                    </a:moveTo>
                    <a:lnTo>
                      <a:pt x="8084" y="367289"/>
                    </a:lnTo>
                    <a:cubicBezTo>
                      <a:pt x="4394" y="367302"/>
                      <a:pt x="1317" y="364459"/>
                      <a:pt x="1043" y="360769"/>
                    </a:cubicBezTo>
                    <a:cubicBezTo>
                      <a:pt x="391" y="351904"/>
                      <a:pt x="0" y="344341"/>
                      <a:pt x="0" y="337301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301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20"/>
                      <a:pt x="776052" y="367236"/>
                      <a:pt x="772388" y="367289"/>
                    </a:cubicBezTo>
                    <a:close/>
                    <a:moveTo>
                      <a:pt x="14603" y="353077"/>
                    </a:moveTo>
                    <a:lnTo>
                      <a:pt x="765608" y="353077"/>
                    </a:lnTo>
                    <a:cubicBezTo>
                      <a:pt x="765608" y="347340"/>
                      <a:pt x="765608" y="342125"/>
                      <a:pt x="765608" y="337301"/>
                    </a:cubicBezTo>
                    <a:cubicBezTo>
                      <a:pt x="765608" y="159067"/>
                      <a:pt x="596893" y="14082"/>
                      <a:pt x="389584" y="14082"/>
                    </a:cubicBezTo>
                    <a:cubicBezTo>
                      <a:pt x="182275" y="14082"/>
                      <a:pt x="14081" y="158676"/>
                      <a:pt x="14081" y="337040"/>
                    </a:cubicBezTo>
                    <a:cubicBezTo>
                      <a:pt x="14081" y="341994"/>
                      <a:pt x="14342" y="347079"/>
                      <a:pt x="14603" y="35281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27" name="Google Shape;1427;g3f3ba1429e3_0_2276"/>
              <p:cNvSpPr/>
              <p:nvPr/>
            </p:nvSpPr>
            <p:spPr>
              <a:xfrm>
                <a:off x="7112766" y="4998156"/>
                <a:ext cx="634572" cy="212914"/>
              </a:xfrm>
              <a:custGeom>
                <a:rect b="b" l="l" r="r" t="t"/>
                <a:pathLst>
                  <a:path extrusionOk="0" h="212914" w="634572">
                    <a:moveTo>
                      <a:pt x="314744" y="0"/>
                    </a:moveTo>
                    <a:cubicBezTo>
                      <a:pt x="184361" y="0"/>
                      <a:pt x="69233" y="56195"/>
                      <a:pt x="0" y="141987"/>
                    </a:cubicBezTo>
                    <a:lnTo>
                      <a:pt x="89834" y="212915"/>
                    </a:lnTo>
                    <a:cubicBezTo>
                      <a:pt x="184948" y="94892"/>
                      <a:pt x="357731" y="76326"/>
                      <a:pt x="475754" y="171440"/>
                    </a:cubicBezTo>
                    <a:cubicBezTo>
                      <a:pt x="491022" y="183735"/>
                      <a:pt x="504920" y="197647"/>
                      <a:pt x="517228" y="212915"/>
                    </a:cubicBezTo>
                    <a:lnTo>
                      <a:pt x="634573" y="147724"/>
                    </a:lnTo>
                    <a:cubicBezTo>
                      <a:pt x="565470" y="58672"/>
                      <a:pt x="447995" y="0"/>
                      <a:pt x="314744" y="0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28" name="Google Shape;1428;g3f3ba1429e3_0_2276"/>
              <p:cNvSpPr/>
              <p:nvPr/>
            </p:nvSpPr>
            <p:spPr>
              <a:xfrm>
                <a:off x="7105704" y="4991116"/>
                <a:ext cx="648138" cy="227127"/>
              </a:xfrm>
              <a:custGeom>
                <a:rect b="b" l="l" r="r" t="t"/>
                <a:pathLst>
                  <a:path extrusionOk="0" h="227127" w="648138">
                    <a:moveTo>
                      <a:pt x="524291" y="227127"/>
                    </a:moveTo>
                    <a:cubicBezTo>
                      <a:pt x="522127" y="227153"/>
                      <a:pt x="520093" y="226136"/>
                      <a:pt x="518815" y="224389"/>
                    </a:cubicBezTo>
                    <a:cubicBezTo>
                      <a:pt x="426139" y="109391"/>
                      <a:pt x="257802" y="91294"/>
                      <a:pt x="142804" y="183957"/>
                    </a:cubicBezTo>
                    <a:cubicBezTo>
                      <a:pt x="127915" y="195952"/>
                      <a:pt x="114368" y="209512"/>
                      <a:pt x="102373" y="224389"/>
                    </a:cubicBezTo>
                    <a:cubicBezTo>
                      <a:pt x="99974" y="227375"/>
                      <a:pt x="95632" y="227896"/>
                      <a:pt x="92594" y="225562"/>
                    </a:cubicBezTo>
                    <a:lnTo>
                      <a:pt x="2630" y="154504"/>
                    </a:lnTo>
                    <a:cubicBezTo>
                      <a:pt x="1169" y="153343"/>
                      <a:pt x="231" y="151661"/>
                      <a:pt x="22" y="149810"/>
                    </a:cubicBezTo>
                    <a:cubicBezTo>
                      <a:pt x="-121" y="147932"/>
                      <a:pt x="439" y="146081"/>
                      <a:pt x="1587" y="144595"/>
                    </a:cubicBezTo>
                    <a:cubicBezTo>
                      <a:pt x="74601" y="54109"/>
                      <a:pt x="194292" y="0"/>
                      <a:pt x="321807" y="0"/>
                    </a:cubicBezTo>
                    <a:cubicBezTo>
                      <a:pt x="452190" y="0"/>
                      <a:pt x="574098" y="56325"/>
                      <a:pt x="646721" y="150462"/>
                    </a:cubicBezTo>
                    <a:cubicBezTo>
                      <a:pt x="647907" y="152118"/>
                      <a:pt x="648377" y="154191"/>
                      <a:pt x="648025" y="156199"/>
                    </a:cubicBezTo>
                    <a:cubicBezTo>
                      <a:pt x="647621" y="158246"/>
                      <a:pt x="646330" y="160019"/>
                      <a:pt x="644504" y="161023"/>
                    </a:cubicBezTo>
                    <a:lnTo>
                      <a:pt x="527160" y="226214"/>
                    </a:lnTo>
                    <a:cubicBezTo>
                      <a:pt x="526273" y="226710"/>
                      <a:pt x="525295" y="227010"/>
                      <a:pt x="524291" y="227127"/>
                    </a:cubicBezTo>
                    <a:close/>
                    <a:moveTo>
                      <a:pt x="310594" y="110695"/>
                    </a:moveTo>
                    <a:cubicBezTo>
                      <a:pt x="393726" y="110552"/>
                      <a:pt x="472634" y="147332"/>
                      <a:pt x="525986" y="211090"/>
                    </a:cubicBezTo>
                    <a:lnTo>
                      <a:pt x="630293" y="152809"/>
                    </a:lnTo>
                    <a:cubicBezTo>
                      <a:pt x="559755" y="65843"/>
                      <a:pt x="445149" y="14212"/>
                      <a:pt x="321676" y="14212"/>
                    </a:cubicBezTo>
                    <a:cubicBezTo>
                      <a:pt x="201072" y="14212"/>
                      <a:pt x="87770" y="64149"/>
                      <a:pt x="16972" y="148115"/>
                    </a:cubicBezTo>
                    <a:lnTo>
                      <a:pt x="95202" y="210308"/>
                    </a:lnTo>
                    <a:cubicBezTo>
                      <a:pt x="148750" y="146889"/>
                      <a:pt x="227605" y="110421"/>
                      <a:pt x="310594" y="11069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29" name="Google Shape;1429;g3f3ba1429e3_0_2276"/>
              <p:cNvSpPr/>
              <p:nvPr/>
            </p:nvSpPr>
            <p:spPr>
              <a:xfrm>
                <a:off x="7299344" y="5229050"/>
                <a:ext cx="232733" cy="122313"/>
              </a:xfrm>
              <a:custGeom>
                <a:rect b="b" l="l" r="r" t="t"/>
                <a:pathLst>
                  <a:path extrusionOk="0" h="122313" w="232733">
                    <a:moveTo>
                      <a:pt x="232733" y="112535"/>
                    </a:moveTo>
                    <a:cubicBezTo>
                      <a:pt x="230582" y="48269"/>
                      <a:pt x="176734" y="-2085"/>
                      <a:pt x="112468" y="66"/>
                    </a:cubicBezTo>
                    <a:cubicBezTo>
                      <a:pt x="51227" y="2114"/>
                      <a:pt x="2047" y="51294"/>
                      <a:pt x="0" y="112535"/>
                    </a:cubicBezTo>
                    <a:cubicBezTo>
                      <a:pt x="0" y="115794"/>
                      <a:pt x="0" y="119054"/>
                      <a:pt x="0" y="122313"/>
                    </a:cubicBezTo>
                    <a:lnTo>
                      <a:pt x="231690" y="122313"/>
                    </a:lnTo>
                    <a:cubicBezTo>
                      <a:pt x="232472" y="119054"/>
                      <a:pt x="232733" y="115794"/>
                      <a:pt x="232733" y="1125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30" name="Google Shape;1430;g3f3ba1429e3_0_2276"/>
              <p:cNvSpPr/>
              <p:nvPr/>
            </p:nvSpPr>
            <p:spPr>
              <a:xfrm>
                <a:off x="7292825" y="5222387"/>
                <a:ext cx="246814" cy="136357"/>
              </a:xfrm>
              <a:custGeom>
                <a:rect b="b" l="l" r="r" t="t"/>
                <a:pathLst>
                  <a:path extrusionOk="0" h="136357" w="246814">
                    <a:moveTo>
                      <a:pt x="238731" y="136277"/>
                    </a:moveTo>
                    <a:lnTo>
                      <a:pt x="7041" y="136277"/>
                    </a:lnTo>
                    <a:cubicBezTo>
                      <a:pt x="3377" y="136225"/>
                      <a:pt x="339" y="133409"/>
                      <a:pt x="0" y="129758"/>
                    </a:cubicBezTo>
                    <a:cubicBezTo>
                      <a:pt x="0" y="126368"/>
                      <a:pt x="0" y="122978"/>
                      <a:pt x="0" y="119458"/>
                    </a:cubicBezTo>
                    <a:cubicBezTo>
                      <a:pt x="2216" y="51307"/>
                      <a:pt x="59259" y="-2150"/>
                      <a:pt x="127423" y="67"/>
                    </a:cubicBezTo>
                    <a:cubicBezTo>
                      <a:pt x="192458" y="2179"/>
                      <a:pt x="244703" y="54410"/>
                      <a:pt x="246815" y="119458"/>
                    </a:cubicBezTo>
                    <a:cubicBezTo>
                      <a:pt x="246815" y="122978"/>
                      <a:pt x="246815" y="126368"/>
                      <a:pt x="246815" y="129758"/>
                    </a:cubicBezTo>
                    <a:cubicBezTo>
                      <a:pt x="246567" y="133644"/>
                      <a:pt x="243229" y="136590"/>
                      <a:pt x="239344" y="136343"/>
                    </a:cubicBezTo>
                    <a:cubicBezTo>
                      <a:pt x="239135" y="136329"/>
                      <a:pt x="238939" y="136304"/>
                      <a:pt x="238731" y="136277"/>
                    </a:cubicBezTo>
                    <a:close/>
                    <a:moveTo>
                      <a:pt x="13690" y="122066"/>
                    </a:moveTo>
                    <a:lnTo>
                      <a:pt x="232212" y="122066"/>
                    </a:lnTo>
                    <a:lnTo>
                      <a:pt x="232212" y="119458"/>
                    </a:lnTo>
                    <a:cubicBezTo>
                      <a:pt x="232212" y="59117"/>
                      <a:pt x="183292" y="10197"/>
                      <a:pt x="122951" y="10197"/>
                    </a:cubicBezTo>
                    <a:cubicBezTo>
                      <a:pt x="62610" y="10197"/>
                      <a:pt x="13690" y="59117"/>
                      <a:pt x="13690" y="11945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</p:grpSp>
      <p:sp>
        <p:nvSpPr>
          <p:cNvPr id="1431" name="Google Shape;1431;g3f3ba1429e3_0_2276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">
  <p:cSld name="Transition slide"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g3f3ba1429e3_0_2393"/>
          <p:cNvSpPr/>
          <p:nvPr/>
        </p:nvSpPr>
        <p:spPr>
          <a:xfrm>
            <a:off x="2292581" y="0"/>
            <a:ext cx="72000" cy="14925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434" name="Google Shape;1434;g3f3ba1429e3_0_2393"/>
          <p:cNvSpPr/>
          <p:nvPr/>
        </p:nvSpPr>
        <p:spPr>
          <a:xfrm>
            <a:off x="2256531" y="0"/>
            <a:ext cx="72000" cy="1491900"/>
          </a:xfrm>
          <a:prstGeom prst="rect">
            <a:avLst/>
          </a:prstGeom>
          <a:solidFill>
            <a:srgbClr val="FC7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435" name="Google Shape;1435;g3f3ba1429e3_0_2393"/>
          <p:cNvSpPr/>
          <p:nvPr/>
        </p:nvSpPr>
        <p:spPr>
          <a:xfrm>
            <a:off x="9686155" y="698"/>
            <a:ext cx="72000" cy="15546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1436" name="Google Shape;1436;g3f3ba1429e3_0_2393"/>
          <p:cNvGrpSpPr/>
          <p:nvPr/>
        </p:nvGrpSpPr>
        <p:grpSpPr>
          <a:xfrm>
            <a:off x="911104" y="1079070"/>
            <a:ext cx="10369887" cy="4698606"/>
            <a:chOff x="1290381" y="1417103"/>
            <a:chExt cx="9045610" cy="4098575"/>
          </a:xfrm>
        </p:grpSpPr>
        <p:sp>
          <p:nvSpPr>
            <p:cNvPr id="1437" name="Google Shape;1437;g3f3ba1429e3_0_2393"/>
            <p:cNvSpPr/>
            <p:nvPr/>
          </p:nvSpPr>
          <p:spPr>
            <a:xfrm>
              <a:off x="1363291" y="1491778"/>
              <a:ext cx="8972700" cy="40239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438" name="Google Shape;1438;g3f3ba1429e3_0_2393"/>
            <p:cNvSpPr/>
            <p:nvPr/>
          </p:nvSpPr>
          <p:spPr>
            <a:xfrm>
              <a:off x="1290381" y="1417103"/>
              <a:ext cx="8972700" cy="40239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439" name="Google Shape;1439;g3f3ba1429e3_0_2393"/>
          <p:cNvSpPr/>
          <p:nvPr/>
        </p:nvSpPr>
        <p:spPr>
          <a:xfrm>
            <a:off x="9650105" y="0"/>
            <a:ext cx="72000" cy="1554600"/>
          </a:xfrm>
          <a:prstGeom prst="rect">
            <a:avLst/>
          </a:prstGeom>
          <a:solidFill>
            <a:srgbClr val="FC7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440" name="Google Shape;1440;g3f3ba1429e3_0_2393"/>
          <p:cNvSpPr txBox="1"/>
          <p:nvPr>
            <p:ph idx="1" type="body"/>
          </p:nvPr>
        </p:nvSpPr>
        <p:spPr>
          <a:xfrm>
            <a:off x="994679" y="1164672"/>
            <a:ext cx="10105200" cy="44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valuate">
  <p:cSld name="Evaluate"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2" name="Google Shape;1442;g3f3ba1429e3_0_2402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1443" name="Google Shape;1443;g3f3ba1429e3_0_2402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1444" name="Google Shape;1444;g3f3ba1429e3_0_2402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1445" name="Google Shape;1445;g3f3ba1429e3_0_2402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46" name="Google Shape;1446;g3f3ba1429e3_0_2402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47" name="Google Shape;1447;g3f3ba1429e3_0_2402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48" name="Google Shape;1448;g3f3ba1429e3_0_2402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1449" name="Google Shape;1449;g3f3ba1429e3_0_2402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450" name="Google Shape;1450;g3f3ba1429e3_0_2402"/>
          <p:cNvSpPr txBox="1"/>
          <p:nvPr/>
        </p:nvSpPr>
        <p:spPr>
          <a:xfrm>
            <a:off x="680025" y="777563"/>
            <a:ext cx="3018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Evaluate</a:t>
            </a:r>
            <a:endParaRPr b="0" i="0" sz="5400" u="none" cap="none" strike="noStrike">
              <a:solidFill>
                <a:schemeClr val="lt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1451" name="Google Shape;1451;g3f3ba1429e3_0_240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5258" y="-663083"/>
            <a:ext cx="6778655" cy="6778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s">
  <p:cSld name="Tasks"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3" name="Google Shape;1453;g3f3ba1429e3_0_24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2356" y="626052"/>
            <a:ext cx="5605895" cy="5605895"/>
          </a:xfrm>
          <a:prstGeom prst="rect">
            <a:avLst/>
          </a:prstGeom>
          <a:noFill/>
          <a:ln>
            <a:noFill/>
          </a:ln>
        </p:spPr>
      </p:pic>
      <p:sp>
        <p:nvSpPr>
          <p:cNvPr id="1454" name="Google Shape;1454;g3f3ba1429e3_0_2413"/>
          <p:cNvSpPr txBox="1"/>
          <p:nvPr>
            <p:ph idx="1" type="body"/>
          </p:nvPr>
        </p:nvSpPr>
        <p:spPr>
          <a:xfrm>
            <a:off x="6657975" y="2059619"/>
            <a:ext cx="4687800" cy="3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grpSp>
        <p:nvGrpSpPr>
          <p:cNvPr id="1455" name="Google Shape;1455;g3f3ba1429e3_0_2413"/>
          <p:cNvGrpSpPr/>
          <p:nvPr/>
        </p:nvGrpSpPr>
        <p:grpSpPr>
          <a:xfrm>
            <a:off x="7456649" y="0"/>
            <a:ext cx="3090697" cy="1806089"/>
            <a:chOff x="536716" y="-1319"/>
            <a:chExt cx="3976708" cy="2323841"/>
          </a:xfrm>
        </p:grpSpPr>
        <p:sp>
          <p:nvSpPr>
            <p:cNvPr id="1456" name="Google Shape;1456;g3f3ba1429e3_0_2413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1457" name="Google Shape;1457;g3f3ba1429e3_0_2413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1458" name="Google Shape;1458;g3f3ba1429e3_0_2413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59" name="Google Shape;1459;g3f3ba1429e3_0_2413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60" name="Google Shape;1460;g3f3ba1429e3_0_2413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61" name="Google Shape;1461;g3f3ba1429e3_0_2413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1462" name="Google Shape;1462;g3f3ba1429e3_0_2413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463" name="Google Shape;1463;g3f3ba1429e3_0_2413"/>
          <p:cNvSpPr txBox="1"/>
          <p:nvPr/>
        </p:nvSpPr>
        <p:spPr>
          <a:xfrm>
            <a:off x="7456663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Tasks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ssion Summary">
  <p:cSld name="Session Summary"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5" name="Google Shape;1465;g3f3ba1429e3_0_2425"/>
          <p:cNvGrpSpPr/>
          <p:nvPr/>
        </p:nvGrpSpPr>
        <p:grpSpPr>
          <a:xfrm>
            <a:off x="6634601" y="419286"/>
            <a:ext cx="4977959" cy="715758"/>
            <a:chOff x="6651018" y="1094904"/>
            <a:chExt cx="4977959" cy="715758"/>
          </a:xfrm>
        </p:grpSpPr>
        <p:grpSp>
          <p:nvGrpSpPr>
            <p:cNvPr id="1466" name="Google Shape;1466;g3f3ba1429e3_0_2425"/>
            <p:cNvGrpSpPr/>
            <p:nvPr/>
          </p:nvGrpSpPr>
          <p:grpSpPr>
            <a:xfrm flipH="1">
              <a:off x="6651018" y="1105239"/>
              <a:ext cx="4977959" cy="705423"/>
              <a:chOff x="-276224" y="579518"/>
              <a:chExt cx="4483840" cy="705423"/>
            </a:xfrm>
          </p:grpSpPr>
          <p:sp>
            <p:nvSpPr>
              <p:cNvPr id="1467" name="Google Shape;1467;g3f3ba1429e3_0_2425"/>
              <p:cNvSpPr/>
              <p:nvPr/>
            </p:nvSpPr>
            <p:spPr>
              <a:xfrm>
                <a:off x="-160684" y="676841"/>
                <a:ext cx="4368300" cy="608100"/>
              </a:xfrm>
              <a:prstGeom prst="rect">
                <a:avLst/>
              </a:prstGeom>
              <a:solidFill>
                <a:srgbClr val="D068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8" name="Google Shape;1468;g3f3ba1429e3_0_2425"/>
              <p:cNvSpPr/>
              <p:nvPr/>
            </p:nvSpPr>
            <p:spPr>
              <a:xfrm>
                <a:off x="-276224" y="579518"/>
                <a:ext cx="4368300" cy="6081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69" name="Google Shape;1469;g3f3ba1429e3_0_2425"/>
            <p:cNvSpPr txBox="1"/>
            <p:nvPr/>
          </p:nvSpPr>
          <p:spPr>
            <a:xfrm>
              <a:off x="6813500" y="1094904"/>
              <a:ext cx="4797600" cy="6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For Next Session, Search for…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0" name="Google Shape;1470;g3f3ba1429e3_0_2425"/>
          <p:cNvGrpSpPr/>
          <p:nvPr/>
        </p:nvGrpSpPr>
        <p:grpSpPr>
          <a:xfrm>
            <a:off x="546596" y="408850"/>
            <a:ext cx="4862692" cy="736415"/>
            <a:chOff x="563013" y="978293"/>
            <a:chExt cx="4862692" cy="736415"/>
          </a:xfrm>
        </p:grpSpPr>
        <p:grpSp>
          <p:nvGrpSpPr>
            <p:cNvPr id="1471" name="Google Shape;1471;g3f3ba1429e3_0_2425"/>
            <p:cNvGrpSpPr/>
            <p:nvPr/>
          </p:nvGrpSpPr>
          <p:grpSpPr>
            <a:xfrm>
              <a:off x="563051" y="978293"/>
              <a:ext cx="4862654" cy="736415"/>
              <a:chOff x="971550" y="628179"/>
              <a:chExt cx="4207540" cy="727323"/>
            </a:xfrm>
          </p:grpSpPr>
          <p:sp>
            <p:nvSpPr>
              <p:cNvPr id="1472" name="Google Shape;1472;g3f3ba1429e3_0_2425"/>
              <p:cNvSpPr/>
              <p:nvPr/>
            </p:nvSpPr>
            <p:spPr>
              <a:xfrm>
                <a:off x="1087090" y="725502"/>
                <a:ext cx="4092000" cy="630000"/>
              </a:xfrm>
              <a:prstGeom prst="rect">
                <a:avLst/>
              </a:prstGeom>
              <a:solidFill>
                <a:srgbClr val="D068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3" name="Google Shape;1473;g3f3ba1429e3_0_2425"/>
              <p:cNvSpPr/>
              <p:nvPr/>
            </p:nvSpPr>
            <p:spPr>
              <a:xfrm>
                <a:off x="971550" y="628179"/>
                <a:ext cx="4092000" cy="600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74" name="Google Shape;1474;g3f3ba1429e3_0_2425"/>
            <p:cNvSpPr txBox="1"/>
            <p:nvPr/>
          </p:nvSpPr>
          <p:spPr>
            <a:xfrm>
              <a:off x="563013" y="978323"/>
              <a:ext cx="4747200" cy="6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 this Session, You learned…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5" name="Google Shape;1475;g3f3ba1429e3_0_2425"/>
          <p:cNvSpPr txBox="1"/>
          <p:nvPr>
            <p:ph idx="1" type="body"/>
          </p:nvPr>
        </p:nvSpPr>
        <p:spPr>
          <a:xfrm>
            <a:off x="662484" y="1247527"/>
            <a:ext cx="4746600" cy="48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6" name="Google Shape;1476;g3f3ba1429e3_0_2425"/>
          <p:cNvSpPr txBox="1"/>
          <p:nvPr>
            <p:ph idx="2" type="body"/>
          </p:nvPr>
        </p:nvSpPr>
        <p:spPr>
          <a:xfrm>
            <a:off x="6762792" y="1247527"/>
            <a:ext cx="4831800" cy="48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">
  <p:cSld name="CUSTOM_3"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8" name="Google Shape;1478;g3f3ba1429e3_0_2438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1479" name="Google Shape;1479;g3f3ba1429e3_0_2438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1480" name="Google Shape;1480;g3f3ba1429e3_0_2438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1481" name="Google Shape;1481;g3f3ba1429e3_0_2438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82" name="Google Shape;1482;g3f3ba1429e3_0_2438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83" name="Google Shape;1483;g3f3ba1429e3_0_2438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4800" u="none" cap="none" strike="noStrike">
                    <a:solidFill>
                      <a:schemeClr val="lt1"/>
                    </a:solidFill>
                    <a:latin typeface="Quicksand"/>
                    <a:ea typeface="Quicksand"/>
                    <a:cs typeface="Quicksand"/>
                    <a:sym typeface="Quicksand"/>
                  </a:rPr>
                  <a:t>Q &amp; A </a:t>
                </a:r>
                <a:endParaRPr b="1" i="0" sz="4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484" name="Google Shape;1484;g3f3ba1429e3_0_2438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1485" name="Google Shape;1485;g3f3ba1429e3_0_2438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y Questions?">
  <p:cSld name="Any Questions?"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7" name="Google Shape;1487;g3f3ba1429e3_0_24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8936" y="1127591"/>
            <a:ext cx="5710169" cy="3961991"/>
          </a:xfrm>
          <a:prstGeom prst="rect">
            <a:avLst/>
          </a:prstGeom>
          <a:noFill/>
          <a:ln>
            <a:noFill/>
          </a:ln>
        </p:spPr>
      </p:pic>
      <p:sp>
        <p:nvSpPr>
          <p:cNvPr id="1488" name="Google Shape;1488;g3f3ba1429e3_0_2447"/>
          <p:cNvSpPr txBox="1"/>
          <p:nvPr/>
        </p:nvSpPr>
        <p:spPr>
          <a:xfrm>
            <a:off x="6288656" y="2231425"/>
            <a:ext cx="47685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002060"/>
                </a:solidFill>
                <a:latin typeface="Fredoka"/>
                <a:ea typeface="Fredoka"/>
                <a:cs typeface="Fredoka"/>
                <a:sym typeface="Fredoka"/>
              </a:rPr>
              <a:t>ANY QUESTIONS?</a:t>
            </a:r>
            <a:endParaRPr b="0" i="0" sz="1400" u="none" cap="none" strike="noStrike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!">
  <p:cSld name="Thank You!"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g3f3ba1429e3_0_2450"/>
          <p:cNvSpPr txBox="1"/>
          <p:nvPr/>
        </p:nvSpPr>
        <p:spPr>
          <a:xfrm>
            <a:off x="2505636" y="2773309"/>
            <a:ext cx="71808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rPr>
              <a:t>THANK YOU!</a:t>
            </a:r>
            <a:endParaRPr b="0" i="0" sz="2400" u="none" cap="none" strike="noStrike">
              <a:solidFill>
                <a:srgbClr val="172A4B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Contents"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g3f3ba1429e3_0_2452"/>
          <p:cNvSpPr txBox="1"/>
          <p:nvPr>
            <p:ph idx="1" type="body"/>
          </p:nvPr>
        </p:nvSpPr>
        <p:spPr>
          <a:xfrm>
            <a:off x="2704330" y="1163553"/>
            <a:ext cx="100500" cy="3108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493" name="Google Shape;1493;g3f3ba1429e3_0_2452"/>
          <p:cNvSpPr txBox="1"/>
          <p:nvPr>
            <p:ph idx="2" type="body"/>
          </p:nvPr>
        </p:nvSpPr>
        <p:spPr>
          <a:xfrm>
            <a:off x="2568593" y="1667167"/>
            <a:ext cx="8285700" cy="35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5974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640"/>
              <a:buFont typeface="Noto Sans Symbols"/>
              <a:buChar char="∙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42672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3120"/>
              <a:buFont typeface="Noto Sans Symbols"/>
              <a:buChar char="∙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937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Noto Sans Symbols"/>
              <a:buChar char="∙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7719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∙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7719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340"/>
              <a:buFont typeface="Noto Sans Symbols"/>
              <a:buChar char="∙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494" name="Google Shape;1494;g3f3ba1429e3_0_2452"/>
          <p:cNvSpPr txBox="1"/>
          <p:nvPr/>
        </p:nvSpPr>
        <p:spPr>
          <a:xfrm>
            <a:off x="996843" y="968220"/>
            <a:ext cx="42075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5400"/>
              <a:buFont typeface="Quicksand"/>
              <a:buNone/>
            </a:pPr>
            <a:r>
              <a:rPr b="1" i="0" lang="en-US" sz="54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CONTENTS </a:t>
            </a:r>
            <a:endParaRPr b="1" i="0" sz="5400" u="none" cap="none" strike="noStrike">
              <a:solidFill>
                <a:srgbClr val="FC7C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495" name="Google Shape;1495;g3f3ba1429e3_0_2452"/>
          <p:cNvSpPr txBox="1"/>
          <p:nvPr/>
        </p:nvSpPr>
        <p:spPr>
          <a:xfrm>
            <a:off x="1085620" y="597608"/>
            <a:ext cx="33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small" strike="noStrike">
                <a:solidFill>
                  <a:srgbClr val="757070"/>
                </a:solidFill>
                <a:latin typeface="Quicksand"/>
                <a:ea typeface="Quicksand"/>
                <a:cs typeface="Quicksand"/>
                <a:sym typeface="Quicksand"/>
              </a:rPr>
              <a:t>Session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g3f3ba1429e3_0_2452"/>
          <p:cNvSpPr txBox="1"/>
          <p:nvPr>
            <p:ph idx="3" type="body"/>
          </p:nvPr>
        </p:nvSpPr>
        <p:spPr>
          <a:xfrm>
            <a:off x="2333229" y="654684"/>
            <a:ext cx="5703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">
  <p:cSld name="Recap"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g3f3ba1429e3_0_2458"/>
          <p:cNvSpPr txBox="1"/>
          <p:nvPr/>
        </p:nvSpPr>
        <p:spPr>
          <a:xfrm>
            <a:off x="973639" y="2890391"/>
            <a:ext cx="4093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Now, Let’s Preview Our Tasks…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9" name="Google Shape;1499;g3f3ba1429e3_0_24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660725" y="778588"/>
            <a:ext cx="5309935" cy="53099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sert Video">
  <p:cSld name="Insert Video"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3f3ba1429e3_0_2461"/>
          <p:cNvSpPr/>
          <p:nvPr>
            <p:ph idx="2" type="media"/>
          </p:nvPr>
        </p:nvSpPr>
        <p:spPr>
          <a:xfrm>
            <a:off x="1124438" y="688283"/>
            <a:ext cx="9491100" cy="53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18288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502" name="Google Shape;1502;g3f3ba1429e3_0_2461"/>
          <p:cNvSpPr txBox="1"/>
          <p:nvPr>
            <p:ph type="title"/>
          </p:nvPr>
        </p:nvSpPr>
        <p:spPr>
          <a:xfrm>
            <a:off x="325939" y="78301"/>
            <a:ext cx="7579800" cy="459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127000" rotWithShape="0" algn="tl" dir="2700000" dist="127000">
              <a:srgbClr val="BFBFBF">
                <a:alpha val="74118"/>
              </a:srgbClr>
            </a:outerShdw>
          </a:effectLst>
        </p:spPr>
        <p:txBody>
          <a:bodyPr anchorCtr="0" anchor="ctr" bIns="0" lIns="91425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Quicksand"/>
              <a:buNone/>
              <a:defRPr b="1" i="0" sz="32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03" name="Google Shape;1503;g3f3ba1429e3_0_2461"/>
          <p:cNvSpPr txBox="1"/>
          <p:nvPr>
            <p:ph idx="1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ontent T1">
  <p:cSld name="Title with content T1"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5" name="Google Shape;1505;g3f3ba1429e3_0_2465"/>
          <p:cNvGrpSpPr/>
          <p:nvPr/>
        </p:nvGrpSpPr>
        <p:grpSpPr>
          <a:xfrm>
            <a:off x="0" y="579518"/>
            <a:ext cx="4207500" cy="823623"/>
            <a:chOff x="0" y="579518"/>
            <a:chExt cx="4207500" cy="823623"/>
          </a:xfrm>
        </p:grpSpPr>
        <p:sp>
          <p:nvSpPr>
            <p:cNvPr id="1506" name="Google Shape;1506;g3f3ba1429e3_0_2465"/>
            <p:cNvSpPr/>
            <p:nvPr/>
          </p:nvSpPr>
          <p:spPr>
            <a:xfrm>
              <a:off x="0" y="676841"/>
              <a:ext cx="42075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07" name="Google Shape;1507;g3f3ba1429e3_0_2465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508" name="Google Shape;1508;g3f3ba1429e3_0_2465"/>
          <p:cNvSpPr txBox="1"/>
          <p:nvPr>
            <p:ph idx="1" type="body"/>
          </p:nvPr>
        </p:nvSpPr>
        <p:spPr>
          <a:xfrm>
            <a:off x="781050" y="1581150"/>
            <a:ext cx="10477500" cy="44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509" name="Google Shape;1509;g3f3ba1429e3_0_2465"/>
          <p:cNvSpPr txBox="1"/>
          <p:nvPr>
            <p:ph idx="2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510" name="Google Shape;1510;g3f3ba1429e3_0_2465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ontent T2">
  <p:cSld name="Title with content T2"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g3f3ba1429e3_0_2472"/>
          <p:cNvSpPr txBox="1"/>
          <p:nvPr>
            <p:ph idx="1" type="body"/>
          </p:nvPr>
        </p:nvSpPr>
        <p:spPr>
          <a:xfrm>
            <a:off x="781050" y="1581150"/>
            <a:ext cx="10477500" cy="44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grpSp>
        <p:nvGrpSpPr>
          <p:cNvPr id="1513" name="Google Shape;1513;g3f3ba1429e3_0_2472"/>
          <p:cNvGrpSpPr/>
          <p:nvPr/>
        </p:nvGrpSpPr>
        <p:grpSpPr>
          <a:xfrm>
            <a:off x="-1" y="579518"/>
            <a:ext cx="7079588" cy="823623"/>
            <a:chOff x="0" y="579518"/>
            <a:chExt cx="4146900" cy="823623"/>
          </a:xfrm>
        </p:grpSpPr>
        <p:sp>
          <p:nvSpPr>
            <p:cNvPr id="1514" name="Google Shape;1514;g3f3ba1429e3_0_2472"/>
            <p:cNvSpPr/>
            <p:nvPr/>
          </p:nvSpPr>
          <p:spPr>
            <a:xfrm>
              <a:off x="0" y="676841"/>
              <a:ext cx="41469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15" name="Google Shape;1515;g3f3ba1429e3_0_2472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516" name="Google Shape;1516;g3f3ba1429e3_0_2472"/>
          <p:cNvSpPr txBox="1"/>
          <p:nvPr>
            <p:ph idx="2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517" name="Google Shape;1517;g3f3ba1429e3_0_2472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wo content T1">
  <p:cSld name="Title with two content T1"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9" name="Google Shape;1519;g3f3ba1429e3_0_2479"/>
          <p:cNvGrpSpPr/>
          <p:nvPr/>
        </p:nvGrpSpPr>
        <p:grpSpPr>
          <a:xfrm>
            <a:off x="0" y="579518"/>
            <a:ext cx="4207500" cy="823623"/>
            <a:chOff x="0" y="579518"/>
            <a:chExt cx="4207500" cy="823623"/>
          </a:xfrm>
        </p:grpSpPr>
        <p:sp>
          <p:nvSpPr>
            <p:cNvPr id="1520" name="Google Shape;1520;g3f3ba1429e3_0_2479"/>
            <p:cNvSpPr/>
            <p:nvPr/>
          </p:nvSpPr>
          <p:spPr>
            <a:xfrm>
              <a:off x="0" y="676841"/>
              <a:ext cx="42075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21" name="Google Shape;1521;g3f3ba1429e3_0_2479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522" name="Google Shape;1522;g3f3ba1429e3_0_2479"/>
          <p:cNvSpPr txBox="1"/>
          <p:nvPr>
            <p:ph idx="1" type="body"/>
          </p:nvPr>
        </p:nvSpPr>
        <p:spPr>
          <a:xfrm>
            <a:off x="540696" y="1677302"/>
            <a:ext cx="3169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523" name="Google Shape;1523;g3f3ba1429e3_0_2479"/>
          <p:cNvSpPr txBox="1"/>
          <p:nvPr>
            <p:ph idx="2" type="body"/>
          </p:nvPr>
        </p:nvSpPr>
        <p:spPr>
          <a:xfrm>
            <a:off x="3901440" y="1677302"/>
            <a:ext cx="7749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524" name="Google Shape;1524;g3f3ba1429e3_0_2479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525" name="Google Shape;1525;g3f3ba1429e3_0_2479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Two Contents T2">
  <p:cSld name="Title with Two Contents T2">
    <p:spTree>
      <p:nvGrpSpPr>
        <p:cNvPr id="1526" name="Shape 1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7" name="Google Shape;1527;g3f3ba1429e3_0_2487"/>
          <p:cNvGrpSpPr/>
          <p:nvPr/>
        </p:nvGrpSpPr>
        <p:grpSpPr>
          <a:xfrm>
            <a:off x="-1" y="579518"/>
            <a:ext cx="7079588" cy="823623"/>
            <a:chOff x="0" y="579518"/>
            <a:chExt cx="4146900" cy="823623"/>
          </a:xfrm>
        </p:grpSpPr>
        <p:sp>
          <p:nvSpPr>
            <p:cNvPr id="1528" name="Google Shape;1528;g3f3ba1429e3_0_2487"/>
            <p:cNvSpPr/>
            <p:nvPr/>
          </p:nvSpPr>
          <p:spPr>
            <a:xfrm>
              <a:off x="0" y="676841"/>
              <a:ext cx="41469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29" name="Google Shape;1529;g3f3ba1429e3_0_2487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530" name="Google Shape;1530;g3f3ba1429e3_0_2487"/>
          <p:cNvSpPr txBox="1"/>
          <p:nvPr>
            <p:ph idx="1" type="body"/>
          </p:nvPr>
        </p:nvSpPr>
        <p:spPr>
          <a:xfrm>
            <a:off x="540696" y="1677302"/>
            <a:ext cx="3169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531" name="Google Shape;1531;g3f3ba1429e3_0_2487"/>
          <p:cNvSpPr txBox="1"/>
          <p:nvPr>
            <p:ph idx="2" type="body"/>
          </p:nvPr>
        </p:nvSpPr>
        <p:spPr>
          <a:xfrm>
            <a:off x="3901440" y="1677302"/>
            <a:ext cx="7749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532" name="Google Shape;1532;g3f3ba1429e3_0_2487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533" name="Google Shape;1533;g3f3ba1429e3_0_2487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Comparison T1">
  <p:cSld name="Title with Comparison T1"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5" name="Google Shape;1535;g3f3ba1429e3_0_2495"/>
          <p:cNvGrpSpPr/>
          <p:nvPr/>
        </p:nvGrpSpPr>
        <p:grpSpPr>
          <a:xfrm>
            <a:off x="0" y="579518"/>
            <a:ext cx="4207500" cy="823623"/>
            <a:chOff x="0" y="579518"/>
            <a:chExt cx="4207500" cy="823623"/>
          </a:xfrm>
        </p:grpSpPr>
        <p:sp>
          <p:nvSpPr>
            <p:cNvPr id="1536" name="Google Shape;1536;g3f3ba1429e3_0_2495"/>
            <p:cNvSpPr/>
            <p:nvPr/>
          </p:nvSpPr>
          <p:spPr>
            <a:xfrm>
              <a:off x="0" y="676841"/>
              <a:ext cx="42075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37" name="Google Shape;1537;g3f3ba1429e3_0_2495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538" name="Google Shape;1538;g3f3ba1429e3_0_2495"/>
          <p:cNvSpPr txBox="1"/>
          <p:nvPr>
            <p:ph idx="1" type="body"/>
          </p:nvPr>
        </p:nvSpPr>
        <p:spPr>
          <a:xfrm>
            <a:off x="490194" y="1461565"/>
            <a:ext cx="55059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539" name="Google Shape;1539;g3f3ba1429e3_0_2495"/>
          <p:cNvSpPr txBox="1"/>
          <p:nvPr>
            <p:ph idx="2" type="body"/>
          </p:nvPr>
        </p:nvSpPr>
        <p:spPr>
          <a:xfrm>
            <a:off x="490194" y="2275952"/>
            <a:ext cx="5505900" cy="3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540" name="Google Shape;1540;g3f3ba1429e3_0_2495"/>
          <p:cNvSpPr txBox="1"/>
          <p:nvPr>
            <p:ph idx="3" type="body"/>
          </p:nvPr>
        </p:nvSpPr>
        <p:spPr>
          <a:xfrm>
            <a:off x="6170612" y="1461565"/>
            <a:ext cx="54621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541" name="Google Shape;1541;g3f3ba1429e3_0_2495"/>
          <p:cNvSpPr txBox="1"/>
          <p:nvPr>
            <p:ph idx="4" type="body"/>
          </p:nvPr>
        </p:nvSpPr>
        <p:spPr>
          <a:xfrm>
            <a:off x="6170611" y="2275952"/>
            <a:ext cx="5462100" cy="3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542" name="Google Shape;1542;g3f3ba1429e3_0_2495"/>
          <p:cNvSpPr txBox="1"/>
          <p:nvPr>
            <p:ph idx="5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543" name="Google Shape;1543;g3f3ba1429e3_0_2495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Quicksand"/>
              <a:buNone/>
              <a:defRPr b="1" i="0" sz="36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cussion">
  <p:cSld name="Discussion"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5" name="Google Shape;1545;g3f3ba1429e3_0_250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80495" y="918441"/>
            <a:ext cx="4762500" cy="4762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6" name="Google Shape;1546;g3f3ba1429e3_0_2505"/>
          <p:cNvGrpSpPr/>
          <p:nvPr/>
        </p:nvGrpSpPr>
        <p:grpSpPr>
          <a:xfrm>
            <a:off x="680011" y="-12733"/>
            <a:ext cx="4628621" cy="1818822"/>
            <a:chOff x="536716" y="-17702"/>
            <a:chExt cx="5955508" cy="2340224"/>
          </a:xfrm>
        </p:grpSpPr>
        <p:sp>
          <p:nvSpPr>
            <p:cNvPr id="1547" name="Google Shape;1547;g3f3ba1429e3_0_2505"/>
            <p:cNvSpPr/>
            <p:nvPr/>
          </p:nvSpPr>
          <p:spPr>
            <a:xfrm>
              <a:off x="5830491" y="-16804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1548" name="Google Shape;1548;g3f3ba1429e3_0_2505"/>
            <p:cNvGrpSpPr/>
            <p:nvPr/>
          </p:nvGrpSpPr>
          <p:grpSpPr>
            <a:xfrm>
              <a:off x="536716" y="-17702"/>
              <a:ext cx="5955508" cy="2340224"/>
              <a:chOff x="947530" y="-17702"/>
              <a:chExt cx="5955508" cy="2340224"/>
            </a:xfrm>
          </p:grpSpPr>
          <p:sp>
            <p:nvSpPr>
              <p:cNvPr id="1549" name="Google Shape;1549;g3f3ba1429e3_0_2505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550" name="Google Shape;1550;g3f3ba1429e3_0_2505"/>
              <p:cNvSpPr/>
              <p:nvPr/>
            </p:nvSpPr>
            <p:spPr>
              <a:xfrm>
                <a:off x="1041338" y="920922"/>
                <a:ext cx="58617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551" name="Google Shape;1551;g3f3ba1429e3_0_2505"/>
              <p:cNvSpPr/>
              <p:nvPr/>
            </p:nvSpPr>
            <p:spPr>
              <a:xfrm>
                <a:off x="947530" y="824843"/>
                <a:ext cx="58617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552" name="Google Shape;1552;g3f3ba1429e3_0_2505"/>
              <p:cNvSpPr/>
              <p:nvPr/>
            </p:nvSpPr>
            <p:spPr>
              <a:xfrm>
                <a:off x="6194922" y="-17702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1553" name="Google Shape;1553;g3f3ba1429e3_0_2505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554" name="Google Shape;1554;g3f3ba1429e3_0_2505"/>
          <p:cNvSpPr txBox="1"/>
          <p:nvPr/>
        </p:nvSpPr>
        <p:spPr>
          <a:xfrm>
            <a:off x="680025" y="702888"/>
            <a:ext cx="4555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Discussion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5" name="Google Shape;1555;g3f3ba1429e3_0_2505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rainstorming">
  <p:cSld name="Brainstorming">
    <p:spTree>
      <p:nvGrpSpPr>
        <p:cNvPr id="1556" name="Shape 1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7" name="Google Shape;1557;g3f3ba1429e3_0_2517"/>
          <p:cNvGrpSpPr/>
          <p:nvPr/>
        </p:nvGrpSpPr>
        <p:grpSpPr>
          <a:xfrm>
            <a:off x="680011" y="-12733"/>
            <a:ext cx="4628621" cy="1818822"/>
            <a:chOff x="536716" y="-17702"/>
            <a:chExt cx="5955508" cy="2340224"/>
          </a:xfrm>
        </p:grpSpPr>
        <p:sp>
          <p:nvSpPr>
            <p:cNvPr id="1558" name="Google Shape;1558;g3f3ba1429e3_0_2517"/>
            <p:cNvSpPr/>
            <p:nvPr/>
          </p:nvSpPr>
          <p:spPr>
            <a:xfrm>
              <a:off x="5830491" y="-16804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1559" name="Google Shape;1559;g3f3ba1429e3_0_2517"/>
            <p:cNvGrpSpPr/>
            <p:nvPr/>
          </p:nvGrpSpPr>
          <p:grpSpPr>
            <a:xfrm>
              <a:off x="536716" y="-17702"/>
              <a:ext cx="5955508" cy="2340224"/>
              <a:chOff x="947530" y="-17702"/>
              <a:chExt cx="5955508" cy="2340224"/>
            </a:xfrm>
          </p:grpSpPr>
          <p:sp>
            <p:nvSpPr>
              <p:cNvPr id="1560" name="Google Shape;1560;g3f3ba1429e3_0_2517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561" name="Google Shape;1561;g3f3ba1429e3_0_2517"/>
              <p:cNvSpPr/>
              <p:nvPr/>
            </p:nvSpPr>
            <p:spPr>
              <a:xfrm>
                <a:off x="1041338" y="920922"/>
                <a:ext cx="58617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562" name="Google Shape;1562;g3f3ba1429e3_0_2517"/>
              <p:cNvSpPr/>
              <p:nvPr/>
            </p:nvSpPr>
            <p:spPr>
              <a:xfrm>
                <a:off x="947530" y="824843"/>
                <a:ext cx="58617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563" name="Google Shape;1563;g3f3ba1429e3_0_2517"/>
              <p:cNvSpPr/>
              <p:nvPr/>
            </p:nvSpPr>
            <p:spPr>
              <a:xfrm>
                <a:off x="6194922" y="-17702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1564" name="Google Shape;1564;g3f3ba1429e3_0_2517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565" name="Google Shape;1565;g3f3ba1429e3_0_2517"/>
          <p:cNvSpPr txBox="1"/>
          <p:nvPr/>
        </p:nvSpPr>
        <p:spPr>
          <a:xfrm>
            <a:off x="639545" y="777563"/>
            <a:ext cx="4555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Brainstorming</a:t>
            </a:r>
            <a:endParaRPr b="0" i="0" sz="5400" u="none" cap="none" strike="noStrike">
              <a:solidFill>
                <a:schemeClr val="lt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1566" name="Google Shape;1566;g3f3ba1429e3_0_25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758431" y="498639"/>
            <a:ext cx="5860720" cy="5860720"/>
          </a:xfrm>
          <a:prstGeom prst="rect">
            <a:avLst/>
          </a:prstGeom>
          <a:noFill/>
          <a:ln>
            <a:noFill/>
          </a:ln>
        </p:spPr>
      </p:pic>
      <p:sp>
        <p:nvSpPr>
          <p:cNvPr id="1567" name="Google Shape;1567;g3f3ba1429e3_0_2517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est Your Work!">
  <p:cSld name="2_Test Your Work!">
    <p:spTree>
      <p:nvGrpSpPr>
        <p:cNvPr id="1568" name="Shape 1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9" name="Google Shape;1569;g3f3ba1429e3_0_25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05112" y="-209028"/>
            <a:ext cx="6581775" cy="658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0" name="Google Shape;1570;g3f3ba1429e3_0_2529"/>
          <p:cNvSpPr txBox="1"/>
          <p:nvPr>
            <p:ph idx="1" type="body"/>
          </p:nvPr>
        </p:nvSpPr>
        <p:spPr>
          <a:xfrm>
            <a:off x="3789363" y="5721350"/>
            <a:ext cx="5091000" cy="5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Arial"/>
              <a:buNone/>
              <a:defRPr b="1" i="0" sz="1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est Your Work!">
  <p:cSld name="1_Test Your Work!">
    <p:spTree>
      <p:nvGrpSpPr>
        <p:cNvPr id="157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3f3ba1429e3_0_2532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3" name="Google Shape;1573;g3f3ba1429e3_0_2532"/>
          <p:cNvSpPr txBox="1"/>
          <p:nvPr/>
        </p:nvSpPr>
        <p:spPr>
          <a:xfrm>
            <a:off x="3987293" y="5751951"/>
            <a:ext cx="41910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It Works Yaa</a:t>
            </a:r>
            <a:r>
              <a:rPr b="1" baseline="-25000" i="0" lang="en-US" sz="3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Y</a:t>
            </a:r>
            <a:r>
              <a:rPr b="1" i="0" lang="en-US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rPr>
              <a:t>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4" name="Google Shape;1574;g3f3ba1429e3_0_2532"/>
          <p:cNvSpPr/>
          <p:nvPr/>
        </p:nvSpPr>
        <p:spPr>
          <a:xfrm>
            <a:off x="2316544" y="2334255"/>
            <a:ext cx="496171" cy="1881101"/>
          </a:xfrm>
          <a:custGeom>
            <a:rect b="b" l="l" r="r" t="t"/>
            <a:pathLst>
              <a:path extrusionOk="0" h="1262484" w="333001">
                <a:moveTo>
                  <a:pt x="372" y="3632"/>
                </a:moveTo>
                <a:cubicBezTo>
                  <a:pt x="24621" y="51181"/>
                  <a:pt x="34297" y="104826"/>
                  <a:pt x="28185" y="157842"/>
                </a:cubicBezTo>
                <a:cubicBezTo>
                  <a:pt x="22470" y="203086"/>
                  <a:pt x="6753" y="246901"/>
                  <a:pt x="12468" y="293002"/>
                </a:cubicBezTo>
                <a:cubicBezTo>
                  <a:pt x="21422" y="365773"/>
                  <a:pt x="72476" y="423780"/>
                  <a:pt x="113719" y="481025"/>
                </a:cubicBezTo>
                <a:cubicBezTo>
                  <a:pt x="137685" y="511724"/>
                  <a:pt x="156946" y="545814"/>
                  <a:pt x="170869" y="582181"/>
                </a:cubicBezTo>
                <a:cubicBezTo>
                  <a:pt x="185919" y="626948"/>
                  <a:pt x="182299" y="673525"/>
                  <a:pt x="173917" y="719245"/>
                </a:cubicBezTo>
                <a:cubicBezTo>
                  <a:pt x="158106" y="806113"/>
                  <a:pt x="135817" y="887743"/>
                  <a:pt x="184490" y="968419"/>
                </a:cubicBezTo>
                <a:cubicBezTo>
                  <a:pt x="211350" y="1012806"/>
                  <a:pt x="247641" y="1050430"/>
                  <a:pt x="272882" y="1095864"/>
                </a:cubicBezTo>
                <a:cubicBezTo>
                  <a:pt x="300096" y="1146004"/>
                  <a:pt x="317124" y="1201039"/>
                  <a:pt x="322983" y="1257789"/>
                </a:cubicBezTo>
                <a:cubicBezTo>
                  <a:pt x="323555" y="1262932"/>
                  <a:pt x="333461" y="1264647"/>
                  <a:pt x="332985" y="1258837"/>
                </a:cubicBezTo>
                <a:cubicBezTo>
                  <a:pt x="329630" y="1211202"/>
                  <a:pt x="317859" y="1164539"/>
                  <a:pt x="298218" y="1121010"/>
                </a:cubicBezTo>
                <a:cubicBezTo>
                  <a:pt x="278311" y="1077004"/>
                  <a:pt x="249355" y="1040047"/>
                  <a:pt x="220780" y="1001567"/>
                </a:cubicBezTo>
                <a:cubicBezTo>
                  <a:pt x="192205" y="963085"/>
                  <a:pt x="167345" y="920604"/>
                  <a:pt x="164773" y="870407"/>
                </a:cubicBezTo>
                <a:cubicBezTo>
                  <a:pt x="162392" y="823544"/>
                  <a:pt x="174298" y="777348"/>
                  <a:pt x="183823" y="731818"/>
                </a:cubicBezTo>
                <a:cubicBezTo>
                  <a:pt x="192015" y="690004"/>
                  <a:pt x="198111" y="646855"/>
                  <a:pt x="189252" y="604660"/>
                </a:cubicBezTo>
                <a:cubicBezTo>
                  <a:pt x="180798" y="569389"/>
                  <a:pt x="165807" y="536013"/>
                  <a:pt x="145056" y="506266"/>
                </a:cubicBezTo>
                <a:cubicBezTo>
                  <a:pt x="103337" y="443211"/>
                  <a:pt x="44377" y="385585"/>
                  <a:pt x="27042" y="309956"/>
                </a:cubicBezTo>
                <a:cubicBezTo>
                  <a:pt x="14373" y="254521"/>
                  <a:pt x="36567" y="202038"/>
                  <a:pt x="40186" y="147174"/>
                </a:cubicBezTo>
                <a:cubicBezTo>
                  <a:pt x="44044" y="96339"/>
                  <a:pt x="31886" y="45580"/>
                  <a:pt x="5420" y="2013"/>
                </a:cubicBezTo>
                <a:cubicBezTo>
                  <a:pt x="3420" y="-1226"/>
                  <a:pt x="-1533" y="-464"/>
                  <a:pt x="467" y="3632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575" name="Google Shape;1575;g3f3ba1429e3_0_2532"/>
          <p:cNvSpPr/>
          <p:nvPr/>
        </p:nvSpPr>
        <p:spPr>
          <a:xfrm>
            <a:off x="2298126" y="2367463"/>
            <a:ext cx="107287" cy="117267"/>
          </a:xfrm>
          <a:custGeom>
            <a:rect b="b" l="l" r="r" t="t"/>
            <a:pathLst>
              <a:path extrusionOk="0" h="78703" w="72005">
                <a:moveTo>
                  <a:pt x="159" y="62689"/>
                </a:moveTo>
                <a:lnTo>
                  <a:pt x="159" y="62689"/>
                </a:lnTo>
                <a:cubicBezTo>
                  <a:pt x="-2222" y="47545"/>
                  <a:pt x="22829" y="872"/>
                  <a:pt x="28734" y="15"/>
                </a:cubicBezTo>
                <a:cubicBezTo>
                  <a:pt x="34640" y="-842"/>
                  <a:pt x="69406" y="35448"/>
                  <a:pt x="71978" y="51640"/>
                </a:cubicBezTo>
                <a:lnTo>
                  <a:pt x="71978" y="51640"/>
                </a:lnTo>
                <a:cubicBezTo>
                  <a:pt x="72336" y="58184"/>
                  <a:pt x="69177" y="64433"/>
                  <a:pt x="63691" y="68023"/>
                </a:cubicBezTo>
                <a:cubicBezTo>
                  <a:pt x="49005" y="78634"/>
                  <a:pt x="30117" y="81539"/>
                  <a:pt x="12923" y="75834"/>
                </a:cubicBezTo>
                <a:cubicBezTo>
                  <a:pt x="6553" y="74138"/>
                  <a:pt x="1620" y="69090"/>
                  <a:pt x="64" y="62689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576" name="Google Shape;1576;g3f3ba1429e3_0_2532"/>
          <p:cNvSpPr/>
          <p:nvPr/>
        </p:nvSpPr>
        <p:spPr>
          <a:xfrm>
            <a:off x="2298126" y="2367463"/>
            <a:ext cx="107287" cy="117267"/>
          </a:xfrm>
          <a:custGeom>
            <a:rect b="b" l="l" r="r" t="t"/>
            <a:pathLst>
              <a:path extrusionOk="0" h="78703" w="72005">
                <a:moveTo>
                  <a:pt x="159" y="62689"/>
                </a:moveTo>
                <a:lnTo>
                  <a:pt x="159" y="62689"/>
                </a:lnTo>
                <a:cubicBezTo>
                  <a:pt x="-2222" y="47545"/>
                  <a:pt x="22829" y="872"/>
                  <a:pt x="28734" y="15"/>
                </a:cubicBezTo>
                <a:cubicBezTo>
                  <a:pt x="34640" y="-842"/>
                  <a:pt x="69406" y="35448"/>
                  <a:pt x="71978" y="51640"/>
                </a:cubicBezTo>
                <a:lnTo>
                  <a:pt x="71978" y="51640"/>
                </a:lnTo>
                <a:cubicBezTo>
                  <a:pt x="72336" y="58184"/>
                  <a:pt x="69177" y="64433"/>
                  <a:pt x="63691" y="68023"/>
                </a:cubicBezTo>
                <a:cubicBezTo>
                  <a:pt x="49005" y="78634"/>
                  <a:pt x="30117" y="81539"/>
                  <a:pt x="12923" y="75834"/>
                </a:cubicBezTo>
                <a:cubicBezTo>
                  <a:pt x="6553" y="74138"/>
                  <a:pt x="1620" y="69090"/>
                  <a:pt x="64" y="62689"/>
                </a:cubicBezTo>
                <a:close/>
              </a:path>
            </a:pathLst>
          </a:custGeom>
          <a:solidFill>
            <a:srgbClr val="000000">
              <a:alpha val="90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577" name="Google Shape;1577;g3f3ba1429e3_0_2532"/>
          <p:cNvSpPr/>
          <p:nvPr/>
        </p:nvSpPr>
        <p:spPr>
          <a:xfrm>
            <a:off x="1959874" y="1620270"/>
            <a:ext cx="637167" cy="773882"/>
          </a:xfrm>
          <a:custGeom>
            <a:rect b="b" l="l" r="r" t="t"/>
            <a:pathLst>
              <a:path extrusionOk="0" h="519384" w="427629">
                <a:moveTo>
                  <a:pt x="3143" y="260591"/>
                </a:moveTo>
                <a:cubicBezTo>
                  <a:pt x="20669" y="376986"/>
                  <a:pt x="134969" y="509955"/>
                  <a:pt x="258794" y="519385"/>
                </a:cubicBezTo>
                <a:cubicBezTo>
                  <a:pt x="373761" y="467378"/>
                  <a:pt x="442722" y="312216"/>
                  <a:pt x="424815" y="195535"/>
                </a:cubicBezTo>
                <a:cubicBezTo>
                  <a:pt x="406908" y="78854"/>
                  <a:pt x="315278" y="-18016"/>
                  <a:pt x="179546" y="2844"/>
                </a:cubicBezTo>
                <a:cubicBezTo>
                  <a:pt x="43815" y="23704"/>
                  <a:pt x="-14764" y="144195"/>
                  <a:pt x="3143" y="260591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578" name="Google Shape;1578;g3f3ba1429e3_0_2532"/>
          <p:cNvSpPr/>
          <p:nvPr/>
        </p:nvSpPr>
        <p:spPr>
          <a:xfrm>
            <a:off x="1959922" y="1928368"/>
            <a:ext cx="635481" cy="465789"/>
          </a:xfrm>
          <a:custGeom>
            <a:rect b="b" l="l" r="r" t="t"/>
            <a:pathLst>
              <a:path extrusionOk="0" h="312610" w="426497">
                <a:moveTo>
                  <a:pt x="424878" y="51340"/>
                </a:moveTo>
                <a:cubicBezTo>
                  <a:pt x="424878" y="51340"/>
                  <a:pt x="411162" y="167830"/>
                  <a:pt x="273812" y="197929"/>
                </a:cubicBezTo>
                <a:cubicBezTo>
                  <a:pt x="141986" y="227076"/>
                  <a:pt x="11112" y="97441"/>
                  <a:pt x="349" y="0"/>
                </a:cubicBezTo>
                <a:cubicBezTo>
                  <a:pt x="-580" y="17983"/>
                  <a:pt x="345" y="36024"/>
                  <a:pt x="3111" y="53816"/>
                </a:cubicBezTo>
                <a:cubicBezTo>
                  <a:pt x="20637" y="170212"/>
                  <a:pt x="134937" y="303181"/>
                  <a:pt x="258762" y="312611"/>
                </a:cubicBezTo>
                <a:cubicBezTo>
                  <a:pt x="354012" y="269558"/>
                  <a:pt x="417639" y="155638"/>
                  <a:pt x="426498" y="51625"/>
                </a:cubicBezTo>
                <a:close/>
              </a:path>
            </a:pathLst>
          </a:cu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579" name="Google Shape;1579;g3f3ba1429e3_0_2532"/>
          <p:cNvSpPr/>
          <p:nvPr/>
        </p:nvSpPr>
        <p:spPr>
          <a:xfrm>
            <a:off x="7635445" y="3025135"/>
            <a:ext cx="453209" cy="1702189"/>
          </a:xfrm>
          <a:custGeom>
            <a:rect b="b" l="l" r="r" t="t"/>
            <a:pathLst>
              <a:path extrusionOk="0" h="1142409" w="304167">
                <a:moveTo>
                  <a:pt x="298880" y="1065"/>
                </a:moveTo>
                <a:cubicBezTo>
                  <a:pt x="277372" y="31078"/>
                  <a:pt x="262828" y="65501"/>
                  <a:pt x="256303" y="101839"/>
                </a:cubicBezTo>
                <a:cubicBezTo>
                  <a:pt x="250017" y="137939"/>
                  <a:pt x="256303" y="173944"/>
                  <a:pt x="258113" y="210139"/>
                </a:cubicBezTo>
                <a:cubicBezTo>
                  <a:pt x="260970" y="257764"/>
                  <a:pt x="250683" y="297673"/>
                  <a:pt x="219060" y="333964"/>
                </a:cubicBezTo>
                <a:cubicBezTo>
                  <a:pt x="194009" y="362539"/>
                  <a:pt x="163720" y="386351"/>
                  <a:pt x="141050" y="417212"/>
                </a:cubicBezTo>
                <a:cubicBezTo>
                  <a:pt x="95521" y="479220"/>
                  <a:pt x="85234" y="548562"/>
                  <a:pt x="94568" y="623524"/>
                </a:cubicBezTo>
                <a:cubicBezTo>
                  <a:pt x="105141" y="708391"/>
                  <a:pt x="124858" y="788211"/>
                  <a:pt x="83996" y="868792"/>
                </a:cubicBezTo>
                <a:cubicBezTo>
                  <a:pt x="62088" y="912036"/>
                  <a:pt x="33132" y="951469"/>
                  <a:pt x="17797" y="997951"/>
                </a:cubicBezTo>
                <a:cubicBezTo>
                  <a:pt x="4091" y="1043195"/>
                  <a:pt x="-1768" y="1090458"/>
                  <a:pt x="461" y="1137683"/>
                </a:cubicBezTo>
                <a:cubicBezTo>
                  <a:pt x="461" y="1142922"/>
                  <a:pt x="10463" y="1144541"/>
                  <a:pt x="10558" y="1138731"/>
                </a:cubicBezTo>
                <a:cubicBezTo>
                  <a:pt x="9777" y="1093678"/>
                  <a:pt x="15587" y="1048758"/>
                  <a:pt x="27798" y="1005381"/>
                </a:cubicBezTo>
                <a:cubicBezTo>
                  <a:pt x="40276" y="965566"/>
                  <a:pt x="62755" y="930610"/>
                  <a:pt x="83138" y="894510"/>
                </a:cubicBezTo>
                <a:cubicBezTo>
                  <a:pt x="103798" y="860544"/>
                  <a:pt x="116800" y="822482"/>
                  <a:pt x="121238" y="782972"/>
                </a:cubicBezTo>
                <a:cubicBezTo>
                  <a:pt x="123105" y="747444"/>
                  <a:pt x="120705" y="711820"/>
                  <a:pt x="114095" y="676864"/>
                </a:cubicBezTo>
                <a:cubicBezTo>
                  <a:pt x="107808" y="636192"/>
                  <a:pt x="100188" y="594949"/>
                  <a:pt x="102188" y="553705"/>
                </a:cubicBezTo>
                <a:cubicBezTo>
                  <a:pt x="104674" y="512767"/>
                  <a:pt x="117628" y="473143"/>
                  <a:pt x="139812" y="438643"/>
                </a:cubicBezTo>
                <a:cubicBezTo>
                  <a:pt x="178865" y="376636"/>
                  <a:pt x="254684" y="338536"/>
                  <a:pt x="267733" y="261478"/>
                </a:cubicBezTo>
                <a:cubicBezTo>
                  <a:pt x="274019" y="224140"/>
                  <a:pt x="266018" y="186231"/>
                  <a:pt x="264209" y="148893"/>
                </a:cubicBezTo>
                <a:cubicBezTo>
                  <a:pt x="261732" y="97077"/>
                  <a:pt x="278782" y="49833"/>
                  <a:pt x="303833" y="5256"/>
                </a:cubicBezTo>
                <a:cubicBezTo>
                  <a:pt x="305452" y="2494"/>
                  <a:pt x="300785" y="-1983"/>
                  <a:pt x="298689" y="970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580" name="Google Shape;1580;g3f3ba1429e3_0_2532"/>
          <p:cNvSpPr/>
          <p:nvPr/>
        </p:nvSpPr>
        <p:spPr>
          <a:xfrm>
            <a:off x="7993288" y="3057466"/>
            <a:ext cx="106560" cy="117089"/>
          </a:xfrm>
          <a:custGeom>
            <a:rect b="b" l="l" r="r" t="t"/>
            <a:pathLst>
              <a:path extrusionOk="0" h="78583" w="71517">
                <a:moveTo>
                  <a:pt x="71197" y="64522"/>
                </a:moveTo>
                <a:lnTo>
                  <a:pt x="71197" y="64522"/>
                </a:lnTo>
                <a:cubicBezTo>
                  <a:pt x="74436" y="49473"/>
                  <a:pt x="52147" y="1371"/>
                  <a:pt x="46527" y="38"/>
                </a:cubicBezTo>
                <a:cubicBezTo>
                  <a:pt x="40908" y="-1296"/>
                  <a:pt x="3665" y="32899"/>
                  <a:pt x="141" y="48901"/>
                </a:cubicBezTo>
                <a:lnTo>
                  <a:pt x="141" y="48901"/>
                </a:lnTo>
                <a:cubicBezTo>
                  <a:pt x="-669" y="55397"/>
                  <a:pt x="2055" y="61827"/>
                  <a:pt x="7284" y="65760"/>
                </a:cubicBezTo>
                <a:cubicBezTo>
                  <a:pt x="21324" y="77181"/>
                  <a:pt x="39946" y="81286"/>
                  <a:pt x="57481" y="76809"/>
                </a:cubicBezTo>
                <a:cubicBezTo>
                  <a:pt x="63911" y="75447"/>
                  <a:pt x="69140" y="70771"/>
                  <a:pt x="71197" y="64522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581" name="Google Shape;1581;g3f3ba1429e3_0_2532"/>
          <p:cNvSpPr/>
          <p:nvPr/>
        </p:nvSpPr>
        <p:spPr>
          <a:xfrm>
            <a:off x="7993288" y="3057466"/>
            <a:ext cx="106560" cy="117089"/>
          </a:xfrm>
          <a:custGeom>
            <a:rect b="b" l="l" r="r" t="t"/>
            <a:pathLst>
              <a:path extrusionOk="0" h="78583" w="71517">
                <a:moveTo>
                  <a:pt x="71197" y="64522"/>
                </a:moveTo>
                <a:lnTo>
                  <a:pt x="71197" y="64522"/>
                </a:lnTo>
                <a:cubicBezTo>
                  <a:pt x="74436" y="49473"/>
                  <a:pt x="52147" y="1371"/>
                  <a:pt x="46527" y="38"/>
                </a:cubicBezTo>
                <a:cubicBezTo>
                  <a:pt x="40908" y="-1296"/>
                  <a:pt x="3665" y="32899"/>
                  <a:pt x="141" y="48901"/>
                </a:cubicBezTo>
                <a:lnTo>
                  <a:pt x="141" y="48901"/>
                </a:lnTo>
                <a:cubicBezTo>
                  <a:pt x="-669" y="55397"/>
                  <a:pt x="2055" y="61827"/>
                  <a:pt x="7284" y="65760"/>
                </a:cubicBezTo>
                <a:cubicBezTo>
                  <a:pt x="21324" y="77181"/>
                  <a:pt x="39946" y="81286"/>
                  <a:pt x="57481" y="76809"/>
                </a:cubicBezTo>
                <a:cubicBezTo>
                  <a:pt x="63911" y="75447"/>
                  <a:pt x="69140" y="70771"/>
                  <a:pt x="71197" y="64522"/>
                </a:cubicBezTo>
                <a:close/>
              </a:path>
            </a:pathLst>
          </a:custGeom>
          <a:solidFill>
            <a:srgbClr val="000000">
              <a:alpha val="902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582" name="Google Shape;1582;g3f3ba1429e3_0_2532"/>
          <p:cNvSpPr/>
          <p:nvPr/>
        </p:nvSpPr>
        <p:spPr>
          <a:xfrm>
            <a:off x="7832107" y="2316556"/>
            <a:ext cx="638590" cy="768205"/>
          </a:xfrm>
          <a:custGeom>
            <a:rect b="b" l="l" r="r" t="t"/>
            <a:pathLst>
              <a:path extrusionOk="0" h="515574" w="428584">
                <a:moveTo>
                  <a:pt x="422263" y="273640"/>
                </a:moveTo>
                <a:cubicBezTo>
                  <a:pt x="397022" y="388607"/>
                  <a:pt x="274816" y="514051"/>
                  <a:pt x="150801" y="515575"/>
                </a:cubicBezTo>
                <a:cubicBezTo>
                  <a:pt x="39358" y="456234"/>
                  <a:pt x="-19506" y="297071"/>
                  <a:pt x="5830" y="182200"/>
                </a:cubicBezTo>
                <a:cubicBezTo>
                  <a:pt x="31167" y="67328"/>
                  <a:pt x="128798" y="-23921"/>
                  <a:pt x="263005" y="5606"/>
                </a:cubicBezTo>
                <a:cubicBezTo>
                  <a:pt x="397213" y="35134"/>
                  <a:pt x="447600" y="158101"/>
                  <a:pt x="422263" y="273640"/>
                </a:cubicBezTo>
                <a:close/>
              </a:path>
            </a:pathLst>
          </a:custGeom>
          <a:solidFill>
            <a:srgbClr val="1854C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583" name="Google Shape;1583;g3f3ba1429e3_0_2532"/>
          <p:cNvSpPr/>
          <p:nvPr/>
        </p:nvSpPr>
        <p:spPr>
          <a:xfrm>
            <a:off x="7832424" y="2643673"/>
            <a:ext cx="638367" cy="440384"/>
          </a:xfrm>
          <a:custGeom>
            <a:rect b="b" l="l" r="r" t="t"/>
            <a:pathLst>
              <a:path extrusionOk="0" h="295560" w="428434">
                <a:moveTo>
                  <a:pt x="1334" y="24098"/>
                </a:moveTo>
                <a:cubicBezTo>
                  <a:pt x="1334" y="24098"/>
                  <a:pt x="8096" y="141256"/>
                  <a:pt x="142685" y="180118"/>
                </a:cubicBezTo>
                <a:cubicBezTo>
                  <a:pt x="272415" y="217551"/>
                  <a:pt x="411290" y="96583"/>
                  <a:pt x="428435" y="0"/>
                </a:cubicBezTo>
                <a:cubicBezTo>
                  <a:pt x="428130" y="18040"/>
                  <a:pt x="426025" y="36004"/>
                  <a:pt x="422148" y="53626"/>
                </a:cubicBezTo>
                <a:cubicBezTo>
                  <a:pt x="396907" y="168592"/>
                  <a:pt x="274701" y="294037"/>
                  <a:pt x="150686" y="295561"/>
                </a:cubicBezTo>
                <a:cubicBezTo>
                  <a:pt x="58293" y="246412"/>
                  <a:pt x="2191" y="128683"/>
                  <a:pt x="0" y="24289"/>
                </a:cubicBezTo>
                <a:close/>
              </a:path>
            </a:pathLst>
          </a:custGeom>
          <a:solidFill>
            <a:srgbClr val="000000">
              <a:alpha val="392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1584" name="Google Shape;1584;g3f3ba1429e3_0_2532"/>
          <p:cNvGrpSpPr/>
          <p:nvPr/>
        </p:nvGrpSpPr>
        <p:grpSpPr>
          <a:xfrm>
            <a:off x="5457743" y="1333256"/>
            <a:ext cx="1594947" cy="4101702"/>
            <a:chOff x="5652866" y="1771703"/>
            <a:chExt cx="1133902" cy="2916040"/>
          </a:xfrm>
        </p:grpSpPr>
        <p:sp>
          <p:nvSpPr>
            <p:cNvPr id="1585" name="Google Shape;1585;g3f3ba1429e3_0_2532"/>
            <p:cNvSpPr/>
            <p:nvPr/>
          </p:nvSpPr>
          <p:spPr>
            <a:xfrm>
              <a:off x="5881496" y="4377690"/>
              <a:ext cx="284569" cy="310053"/>
            </a:xfrm>
            <a:custGeom>
              <a:rect b="b" l="l" r="r" t="t"/>
              <a:pathLst>
                <a:path extrusionOk="0" h="310053" w="284569">
                  <a:moveTo>
                    <a:pt x="0" y="263176"/>
                  </a:moveTo>
                  <a:cubicBezTo>
                    <a:pt x="6953" y="281654"/>
                    <a:pt x="17336" y="300038"/>
                    <a:pt x="38100" y="306896"/>
                  </a:cubicBezTo>
                  <a:cubicBezTo>
                    <a:pt x="80772" y="321088"/>
                    <a:pt x="136208" y="284416"/>
                    <a:pt x="159163" y="257080"/>
                  </a:cubicBezTo>
                  <a:cubicBezTo>
                    <a:pt x="186976" y="223933"/>
                    <a:pt x="191167" y="188595"/>
                    <a:pt x="211550" y="161068"/>
                  </a:cubicBezTo>
                  <a:cubicBezTo>
                    <a:pt x="231934" y="133540"/>
                    <a:pt x="260699" y="116110"/>
                    <a:pt x="274606" y="92297"/>
                  </a:cubicBezTo>
                  <a:cubicBezTo>
                    <a:pt x="286245" y="74209"/>
                    <a:pt x="287788" y="51406"/>
                    <a:pt x="278701" y="31909"/>
                  </a:cubicBezTo>
                  <a:cubicBezTo>
                    <a:pt x="272148" y="19983"/>
                    <a:pt x="262204" y="10268"/>
                    <a:pt x="250127" y="4000"/>
                  </a:cubicBezTo>
                  <a:cubicBezTo>
                    <a:pt x="246983" y="2096"/>
                    <a:pt x="241459" y="1905"/>
                    <a:pt x="23803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86" name="Google Shape;1586;g3f3ba1429e3_0_2532"/>
            <p:cNvSpPr/>
            <p:nvPr/>
          </p:nvSpPr>
          <p:spPr>
            <a:xfrm>
              <a:off x="5868097" y="4334335"/>
              <a:ext cx="281372" cy="339795"/>
            </a:xfrm>
            <a:custGeom>
              <a:rect b="b" l="l" r="r" t="t"/>
              <a:pathLst>
                <a:path extrusionOk="0" h="339795" w="281372">
                  <a:moveTo>
                    <a:pt x="102077" y="132889"/>
                  </a:moveTo>
                  <a:cubicBezTo>
                    <a:pt x="99115" y="150015"/>
                    <a:pt x="92409" y="166274"/>
                    <a:pt x="82455" y="180514"/>
                  </a:cubicBezTo>
                  <a:cubicBezTo>
                    <a:pt x="64739" y="204136"/>
                    <a:pt x="41974" y="221567"/>
                    <a:pt x="21114" y="242046"/>
                  </a:cubicBezTo>
                  <a:cubicBezTo>
                    <a:pt x="13599" y="248094"/>
                    <a:pt x="7494" y="255695"/>
                    <a:pt x="3207" y="264334"/>
                  </a:cubicBezTo>
                  <a:cubicBezTo>
                    <a:pt x="-5556" y="287194"/>
                    <a:pt x="4731" y="305673"/>
                    <a:pt x="20829" y="323484"/>
                  </a:cubicBezTo>
                  <a:cubicBezTo>
                    <a:pt x="27858" y="329895"/>
                    <a:pt x="36316" y="334534"/>
                    <a:pt x="45498" y="337010"/>
                  </a:cubicBezTo>
                  <a:cubicBezTo>
                    <a:pt x="59024" y="340725"/>
                    <a:pt x="73311" y="340725"/>
                    <a:pt x="86837" y="337010"/>
                  </a:cubicBezTo>
                  <a:cubicBezTo>
                    <a:pt x="112916" y="328075"/>
                    <a:pt x="136243" y="312550"/>
                    <a:pt x="154560" y="291957"/>
                  </a:cubicBezTo>
                  <a:cubicBezTo>
                    <a:pt x="190659" y="251571"/>
                    <a:pt x="188373" y="198517"/>
                    <a:pt x="231426" y="163084"/>
                  </a:cubicBezTo>
                  <a:cubicBezTo>
                    <a:pt x="274479" y="127650"/>
                    <a:pt x="303435" y="89836"/>
                    <a:pt x="259525" y="44116"/>
                  </a:cubicBezTo>
                  <a:cubicBezTo>
                    <a:pt x="238189" y="21828"/>
                    <a:pt x="214377" y="12303"/>
                    <a:pt x="207995" y="4302"/>
                  </a:cubicBezTo>
                  <a:cubicBezTo>
                    <a:pt x="196565" y="-9891"/>
                    <a:pt x="169895" y="14970"/>
                    <a:pt x="161418" y="22209"/>
                  </a:cubicBezTo>
                  <a:cubicBezTo>
                    <a:pt x="152940" y="29448"/>
                    <a:pt x="144749" y="38020"/>
                    <a:pt x="136081" y="45640"/>
                  </a:cubicBezTo>
                  <a:cubicBezTo>
                    <a:pt x="128099" y="54622"/>
                    <a:pt x="120775" y="64176"/>
                    <a:pt x="114174" y="74215"/>
                  </a:cubicBezTo>
                  <a:cubicBezTo>
                    <a:pt x="111430" y="77015"/>
                    <a:pt x="109154" y="80235"/>
                    <a:pt x="107411" y="83740"/>
                  </a:cubicBezTo>
                  <a:cubicBezTo>
                    <a:pt x="105915" y="88407"/>
                    <a:pt x="105334" y="93322"/>
                    <a:pt x="105696" y="98218"/>
                  </a:cubicBezTo>
                  <a:cubicBezTo>
                    <a:pt x="105649" y="109867"/>
                    <a:pt x="104439" y="121478"/>
                    <a:pt x="102077" y="132889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87" name="Google Shape;1587;g3f3ba1429e3_0_2532"/>
            <p:cNvSpPr/>
            <p:nvPr/>
          </p:nvSpPr>
          <p:spPr>
            <a:xfrm>
              <a:off x="5866204" y="4542626"/>
              <a:ext cx="170645" cy="131219"/>
            </a:xfrm>
            <a:custGeom>
              <a:rect b="b" l="l" r="r" t="t"/>
              <a:pathLst>
                <a:path extrusionOk="0" h="131219" w="170645">
                  <a:moveTo>
                    <a:pt x="157120" y="83380"/>
                  </a:moveTo>
                  <a:cubicBezTo>
                    <a:pt x="162140" y="78084"/>
                    <a:pt x="166664" y="72350"/>
                    <a:pt x="170645" y="66235"/>
                  </a:cubicBezTo>
                  <a:cubicBezTo>
                    <a:pt x="163854" y="45823"/>
                    <a:pt x="150452" y="28249"/>
                    <a:pt x="132545" y="16324"/>
                  </a:cubicBezTo>
                  <a:cubicBezTo>
                    <a:pt x="110085" y="1074"/>
                    <a:pt x="82158" y="-3783"/>
                    <a:pt x="55869" y="2989"/>
                  </a:cubicBezTo>
                  <a:cubicBezTo>
                    <a:pt x="42677" y="11095"/>
                    <a:pt x="30209" y="20334"/>
                    <a:pt x="18626" y="30611"/>
                  </a:cubicBezTo>
                  <a:cubicBezTo>
                    <a:pt x="11054" y="37155"/>
                    <a:pt x="5301" y="45556"/>
                    <a:pt x="1958" y="54995"/>
                  </a:cubicBezTo>
                  <a:cubicBezTo>
                    <a:pt x="-4148" y="77741"/>
                    <a:pt x="4320" y="101906"/>
                    <a:pt x="23294" y="115860"/>
                  </a:cubicBezTo>
                  <a:cubicBezTo>
                    <a:pt x="29980" y="122032"/>
                    <a:pt x="38153" y="126366"/>
                    <a:pt x="47011" y="128433"/>
                  </a:cubicBezTo>
                  <a:cubicBezTo>
                    <a:pt x="60574" y="132148"/>
                    <a:pt x="74881" y="132148"/>
                    <a:pt x="88445" y="128433"/>
                  </a:cubicBezTo>
                  <a:cubicBezTo>
                    <a:pt x="114610" y="119127"/>
                    <a:pt x="138165" y="103678"/>
                    <a:pt x="157120" y="8338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88" name="Google Shape;1588;g3f3ba1429e3_0_2532"/>
            <p:cNvSpPr/>
            <p:nvPr/>
          </p:nvSpPr>
          <p:spPr>
            <a:xfrm>
              <a:off x="5935217" y="4266438"/>
              <a:ext cx="142569" cy="157883"/>
            </a:xfrm>
            <a:custGeom>
              <a:rect b="b" l="l" r="r" t="t"/>
              <a:pathLst>
                <a:path extrusionOk="0" h="157883" w="142569">
                  <a:moveTo>
                    <a:pt x="110681" y="0"/>
                  </a:moveTo>
                  <a:lnTo>
                    <a:pt x="136398" y="78772"/>
                  </a:lnTo>
                  <a:cubicBezTo>
                    <a:pt x="136398" y="78772"/>
                    <a:pt x="156115" y="104584"/>
                    <a:pt x="125063" y="134493"/>
                  </a:cubicBezTo>
                  <a:cubicBezTo>
                    <a:pt x="94012" y="164401"/>
                    <a:pt x="59246" y="163068"/>
                    <a:pt x="44291" y="144875"/>
                  </a:cubicBezTo>
                  <a:lnTo>
                    <a:pt x="0" y="61246"/>
                  </a:ln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89" name="Google Shape;1589;g3f3ba1429e3_0_2532"/>
            <p:cNvSpPr/>
            <p:nvPr/>
          </p:nvSpPr>
          <p:spPr>
            <a:xfrm>
              <a:off x="6620446" y="3743472"/>
              <a:ext cx="166322" cy="367991"/>
            </a:xfrm>
            <a:custGeom>
              <a:rect b="b" l="l" r="r" t="t"/>
              <a:pathLst>
                <a:path extrusionOk="0" h="367991" w="166322">
                  <a:moveTo>
                    <a:pt x="73057" y="363708"/>
                  </a:moveTo>
                  <a:cubicBezTo>
                    <a:pt x="84392" y="369042"/>
                    <a:pt x="114300" y="371042"/>
                    <a:pt x="130778" y="359803"/>
                  </a:cubicBezTo>
                  <a:cubicBezTo>
                    <a:pt x="165163" y="336371"/>
                    <a:pt x="172498" y="267315"/>
                    <a:pt x="161735" y="229120"/>
                  </a:cubicBezTo>
                  <a:cubicBezTo>
                    <a:pt x="148590" y="182828"/>
                    <a:pt x="122872" y="159397"/>
                    <a:pt x="114110" y="131584"/>
                  </a:cubicBezTo>
                  <a:cubicBezTo>
                    <a:pt x="105346" y="103771"/>
                    <a:pt x="107728" y="63956"/>
                    <a:pt x="96107" y="39667"/>
                  </a:cubicBezTo>
                  <a:cubicBezTo>
                    <a:pt x="86554" y="20627"/>
                    <a:pt x="69161" y="6701"/>
                    <a:pt x="48482" y="1567"/>
                  </a:cubicBezTo>
                  <a:cubicBezTo>
                    <a:pt x="35357" y="-2014"/>
                    <a:pt x="21317" y="615"/>
                    <a:pt x="10382" y="8711"/>
                  </a:cubicBezTo>
                  <a:lnTo>
                    <a:pt x="0" y="1633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90" name="Google Shape;1590;g3f3ba1429e3_0_2532"/>
            <p:cNvSpPr/>
            <p:nvPr/>
          </p:nvSpPr>
          <p:spPr>
            <a:xfrm>
              <a:off x="6526149" y="3754864"/>
              <a:ext cx="242380" cy="357256"/>
            </a:xfrm>
            <a:custGeom>
              <a:rect b="b" l="l" r="r" t="t"/>
              <a:pathLst>
                <a:path extrusionOk="0" h="357256" w="242380">
                  <a:moveTo>
                    <a:pt x="79915" y="177437"/>
                  </a:moveTo>
                  <a:cubicBezTo>
                    <a:pt x="92116" y="190038"/>
                    <a:pt x="101098" y="205392"/>
                    <a:pt x="106108" y="222204"/>
                  </a:cubicBezTo>
                  <a:cubicBezTo>
                    <a:pt x="114871" y="249827"/>
                    <a:pt x="115633" y="279354"/>
                    <a:pt x="119348" y="307929"/>
                  </a:cubicBezTo>
                  <a:cubicBezTo>
                    <a:pt x="120129" y="317502"/>
                    <a:pt x="122615" y="326855"/>
                    <a:pt x="126682" y="335552"/>
                  </a:cubicBezTo>
                  <a:cubicBezTo>
                    <a:pt x="137160" y="355649"/>
                    <a:pt x="161068" y="359364"/>
                    <a:pt x="184880" y="356316"/>
                  </a:cubicBezTo>
                  <a:cubicBezTo>
                    <a:pt x="194377" y="354259"/>
                    <a:pt x="203263" y="350058"/>
                    <a:pt x="210883" y="344029"/>
                  </a:cubicBezTo>
                  <a:cubicBezTo>
                    <a:pt x="221894" y="335361"/>
                    <a:pt x="230296" y="323826"/>
                    <a:pt x="235172" y="310691"/>
                  </a:cubicBezTo>
                  <a:cubicBezTo>
                    <a:pt x="243345" y="284145"/>
                    <a:pt x="244592" y="255942"/>
                    <a:pt x="238792" y="228776"/>
                  </a:cubicBezTo>
                  <a:cubicBezTo>
                    <a:pt x="230124" y="177151"/>
                    <a:pt x="178213" y="143051"/>
                    <a:pt x="178879" y="92188"/>
                  </a:cubicBezTo>
                  <a:cubicBezTo>
                    <a:pt x="179546" y="41324"/>
                    <a:pt x="149733" y="-24493"/>
                    <a:pt x="85725" y="9225"/>
                  </a:cubicBezTo>
                  <a:cubicBezTo>
                    <a:pt x="53921" y="26951"/>
                    <a:pt x="25013" y="49440"/>
                    <a:pt x="0" y="75900"/>
                  </a:cubicBezTo>
                  <a:cubicBezTo>
                    <a:pt x="15240" y="98760"/>
                    <a:pt x="30861" y="121525"/>
                    <a:pt x="45815" y="144575"/>
                  </a:cubicBezTo>
                  <a:cubicBezTo>
                    <a:pt x="48720" y="150414"/>
                    <a:pt x="52406" y="155834"/>
                    <a:pt x="56769" y="160672"/>
                  </a:cubicBezTo>
                  <a:cubicBezTo>
                    <a:pt x="63341" y="166483"/>
                    <a:pt x="71914" y="169626"/>
                    <a:pt x="78486" y="175912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91" name="Google Shape;1591;g3f3ba1429e3_0_2532"/>
            <p:cNvSpPr/>
            <p:nvPr/>
          </p:nvSpPr>
          <p:spPr>
            <a:xfrm>
              <a:off x="6639544" y="3958575"/>
              <a:ext cx="128792" cy="154797"/>
            </a:xfrm>
            <a:custGeom>
              <a:rect b="b" l="l" r="r" t="t"/>
              <a:pathLst>
                <a:path extrusionOk="0" h="154797" w="128792">
                  <a:moveTo>
                    <a:pt x="125397" y="25923"/>
                  </a:moveTo>
                  <a:cubicBezTo>
                    <a:pt x="124139" y="18807"/>
                    <a:pt x="122129" y="11845"/>
                    <a:pt x="119396" y="5158"/>
                  </a:cubicBezTo>
                  <a:cubicBezTo>
                    <a:pt x="99231" y="-1909"/>
                    <a:pt x="77229" y="-1709"/>
                    <a:pt x="57198" y="5730"/>
                  </a:cubicBezTo>
                  <a:cubicBezTo>
                    <a:pt x="30842" y="13940"/>
                    <a:pt x="9973" y="34209"/>
                    <a:pt x="1000" y="60308"/>
                  </a:cubicBezTo>
                  <a:cubicBezTo>
                    <a:pt x="-333" y="75738"/>
                    <a:pt x="-333" y="91264"/>
                    <a:pt x="1000" y="106694"/>
                  </a:cubicBezTo>
                  <a:cubicBezTo>
                    <a:pt x="1981" y="116639"/>
                    <a:pt x="5239" y="126221"/>
                    <a:pt x="10525" y="134698"/>
                  </a:cubicBezTo>
                  <a:cubicBezTo>
                    <a:pt x="24527" y="154986"/>
                    <a:pt x="47101" y="156510"/>
                    <a:pt x="70914" y="153748"/>
                  </a:cubicBezTo>
                  <a:cubicBezTo>
                    <a:pt x="80401" y="151672"/>
                    <a:pt x="89287" y="147471"/>
                    <a:pt x="96917" y="141461"/>
                  </a:cubicBezTo>
                  <a:cubicBezTo>
                    <a:pt x="107899" y="132774"/>
                    <a:pt x="116300" y="121239"/>
                    <a:pt x="121206" y="108123"/>
                  </a:cubicBezTo>
                  <a:cubicBezTo>
                    <a:pt x="129616" y="81529"/>
                    <a:pt x="131064" y="53231"/>
                    <a:pt x="125397" y="25923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92" name="Google Shape;1592;g3f3ba1429e3_0_2532"/>
            <p:cNvSpPr/>
            <p:nvPr/>
          </p:nvSpPr>
          <p:spPr>
            <a:xfrm>
              <a:off x="6538436" y="3797808"/>
              <a:ext cx="84706" cy="125349"/>
            </a:xfrm>
            <a:custGeom>
              <a:rect b="b" l="l" r="r" t="t"/>
              <a:pathLst>
                <a:path extrusionOk="0" h="125349" w="84706">
                  <a:moveTo>
                    <a:pt x="2191" y="1714"/>
                  </a:moveTo>
                  <a:lnTo>
                    <a:pt x="42481" y="0"/>
                  </a:lnTo>
                  <a:cubicBezTo>
                    <a:pt x="63617" y="9458"/>
                    <a:pt x="78924" y="28480"/>
                    <a:pt x="83629" y="51149"/>
                  </a:cubicBezTo>
                  <a:cubicBezTo>
                    <a:pt x="87382" y="74371"/>
                    <a:pt x="81229" y="98107"/>
                    <a:pt x="66675" y="116586"/>
                  </a:cubicBezTo>
                  <a:lnTo>
                    <a:pt x="0" y="125349"/>
                  </a:lnTo>
                  <a:lnTo>
                    <a:pt x="2000" y="4381"/>
                  </a:lnTo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93" name="Google Shape;1593;g3f3ba1429e3_0_2532"/>
            <p:cNvSpPr/>
            <p:nvPr/>
          </p:nvSpPr>
          <p:spPr>
            <a:xfrm>
              <a:off x="5652866" y="3154013"/>
              <a:ext cx="946336" cy="1213866"/>
            </a:xfrm>
            <a:custGeom>
              <a:rect b="b" l="l" r="r" t="t"/>
              <a:pathLst>
                <a:path extrusionOk="0" h="1213866" w="946336">
                  <a:moveTo>
                    <a:pt x="890809" y="640366"/>
                  </a:moveTo>
                  <a:lnTo>
                    <a:pt x="612584" y="643128"/>
                  </a:lnTo>
                  <a:cubicBezTo>
                    <a:pt x="612584" y="643128"/>
                    <a:pt x="663066" y="269843"/>
                    <a:pt x="646397" y="51340"/>
                  </a:cubicBezTo>
                  <a:lnTo>
                    <a:pt x="199865" y="0"/>
                  </a:lnTo>
                  <a:lnTo>
                    <a:pt x="198532" y="2762"/>
                  </a:lnTo>
                  <a:cubicBezTo>
                    <a:pt x="125285" y="197739"/>
                    <a:pt x="47942" y="452056"/>
                    <a:pt x="5841" y="643699"/>
                  </a:cubicBezTo>
                  <a:cubicBezTo>
                    <a:pt x="-7113" y="702755"/>
                    <a:pt x="-445" y="718852"/>
                    <a:pt x="45465" y="805624"/>
                  </a:cubicBezTo>
                  <a:cubicBezTo>
                    <a:pt x="109949" y="927354"/>
                    <a:pt x="219677" y="1090231"/>
                    <a:pt x="298259" y="1213866"/>
                  </a:cubicBezTo>
                  <a:cubicBezTo>
                    <a:pt x="360362" y="1208341"/>
                    <a:pt x="393509" y="1189482"/>
                    <a:pt x="407796" y="1138142"/>
                  </a:cubicBezTo>
                  <a:cubicBezTo>
                    <a:pt x="359028" y="1024509"/>
                    <a:pt x="317785" y="779336"/>
                    <a:pt x="207771" y="675322"/>
                  </a:cubicBezTo>
                  <a:cubicBezTo>
                    <a:pt x="269207" y="565785"/>
                    <a:pt x="326834" y="439960"/>
                    <a:pt x="385508" y="319088"/>
                  </a:cubicBezTo>
                  <a:cubicBezTo>
                    <a:pt x="387317" y="396049"/>
                    <a:pt x="395033" y="648367"/>
                    <a:pt x="421798" y="752284"/>
                  </a:cubicBezTo>
                  <a:cubicBezTo>
                    <a:pt x="438371" y="817531"/>
                    <a:pt x="474566" y="856488"/>
                    <a:pt x="546766" y="844963"/>
                  </a:cubicBezTo>
                  <a:cubicBezTo>
                    <a:pt x="647350" y="828865"/>
                    <a:pt x="913097" y="769334"/>
                    <a:pt x="913097" y="769334"/>
                  </a:cubicBezTo>
                  <a:cubicBezTo>
                    <a:pt x="966437" y="761714"/>
                    <a:pt x="953103" y="661988"/>
                    <a:pt x="890809" y="64036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94" name="Google Shape;1594;g3f3ba1429e3_0_2532"/>
            <p:cNvSpPr/>
            <p:nvPr/>
          </p:nvSpPr>
          <p:spPr>
            <a:xfrm>
              <a:off x="5652866" y="3154013"/>
              <a:ext cx="946336" cy="1213866"/>
            </a:xfrm>
            <a:custGeom>
              <a:rect b="b" l="l" r="r" t="t"/>
              <a:pathLst>
                <a:path extrusionOk="0" h="1213866" w="946336">
                  <a:moveTo>
                    <a:pt x="890809" y="640366"/>
                  </a:moveTo>
                  <a:lnTo>
                    <a:pt x="612584" y="643128"/>
                  </a:lnTo>
                  <a:cubicBezTo>
                    <a:pt x="612584" y="643128"/>
                    <a:pt x="663066" y="269843"/>
                    <a:pt x="646397" y="51340"/>
                  </a:cubicBezTo>
                  <a:lnTo>
                    <a:pt x="199865" y="0"/>
                  </a:lnTo>
                  <a:lnTo>
                    <a:pt x="198532" y="2762"/>
                  </a:lnTo>
                  <a:cubicBezTo>
                    <a:pt x="125285" y="197739"/>
                    <a:pt x="47942" y="452056"/>
                    <a:pt x="5841" y="643699"/>
                  </a:cubicBezTo>
                  <a:cubicBezTo>
                    <a:pt x="-7113" y="702755"/>
                    <a:pt x="-445" y="718852"/>
                    <a:pt x="45465" y="805624"/>
                  </a:cubicBezTo>
                  <a:cubicBezTo>
                    <a:pt x="109949" y="927354"/>
                    <a:pt x="219677" y="1090231"/>
                    <a:pt x="298259" y="1213866"/>
                  </a:cubicBezTo>
                  <a:cubicBezTo>
                    <a:pt x="360362" y="1208341"/>
                    <a:pt x="393509" y="1189482"/>
                    <a:pt x="407796" y="1138142"/>
                  </a:cubicBezTo>
                  <a:cubicBezTo>
                    <a:pt x="359028" y="1024509"/>
                    <a:pt x="317785" y="779336"/>
                    <a:pt x="207771" y="675322"/>
                  </a:cubicBezTo>
                  <a:cubicBezTo>
                    <a:pt x="269207" y="565785"/>
                    <a:pt x="326834" y="439960"/>
                    <a:pt x="385508" y="319088"/>
                  </a:cubicBezTo>
                  <a:cubicBezTo>
                    <a:pt x="387317" y="396049"/>
                    <a:pt x="395033" y="648367"/>
                    <a:pt x="421798" y="752284"/>
                  </a:cubicBezTo>
                  <a:cubicBezTo>
                    <a:pt x="438371" y="817531"/>
                    <a:pt x="474566" y="856488"/>
                    <a:pt x="546766" y="844963"/>
                  </a:cubicBezTo>
                  <a:cubicBezTo>
                    <a:pt x="647350" y="828865"/>
                    <a:pt x="913097" y="769334"/>
                    <a:pt x="913097" y="769334"/>
                  </a:cubicBezTo>
                  <a:cubicBezTo>
                    <a:pt x="966437" y="761714"/>
                    <a:pt x="953103" y="661988"/>
                    <a:pt x="890809" y="640366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95" name="Google Shape;1595;g3f3ba1429e3_0_2532"/>
            <p:cNvSpPr/>
            <p:nvPr/>
          </p:nvSpPr>
          <p:spPr>
            <a:xfrm>
              <a:off x="6248018" y="3795712"/>
              <a:ext cx="201834" cy="89439"/>
            </a:xfrm>
            <a:custGeom>
              <a:rect b="b" l="l" r="r" t="t"/>
              <a:pathLst>
                <a:path extrusionOk="0" h="89439" w="201834">
                  <a:moveTo>
                    <a:pt x="17717" y="1429"/>
                  </a:moveTo>
                  <a:cubicBezTo>
                    <a:pt x="17717" y="1429"/>
                    <a:pt x="21527" y="51816"/>
                    <a:pt x="0" y="89440"/>
                  </a:cubicBezTo>
                  <a:cubicBezTo>
                    <a:pt x="15250" y="75152"/>
                    <a:pt x="27070" y="57598"/>
                    <a:pt x="34576" y="38100"/>
                  </a:cubicBezTo>
                  <a:cubicBezTo>
                    <a:pt x="46006" y="7048"/>
                    <a:pt x="135160" y="14383"/>
                    <a:pt x="201835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96" name="Google Shape;1596;g3f3ba1429e3_0_2532"/>
            <p:cNvSpPr/>
            <p:nvPr/>
          </p:nvSpPr>
          <p:spPr>
            <a:xfrm>
              <a:off x="5923025" y="3318795"/>
              <a:ext cx="115252" cy="393382"/>
            </a:xfrm>
            <a:custGeom>
              <a:rect b="b" l="l" r="r" t="t"/>
              <a:pathLst>
                <a:path extrusionOk="0" h="393382" w="115252">
                  <a:moveTo>
                    <a:pt x="115253" y="154496"/>
                  </a:moveTo>
                  <a:lnTo>
                    <a:pt x="110871" y="84201"/>
                  </a:lnTo>
                  <a:cubicBezTo>
                    <a:pt x="72790" y="62389"/>
                    <a:pt x="38967" y="33861"/>
                    <a:pt x="11049" y="0"/>
                  </a:cubicBezTo>
                  <a:cubicBezTo>
                    <a:pt x="32595" y="34271"/>
                    <a:pt x="59407" y="64932"/>
                    <a:pt x="90488" y="90869"/>
                  </a:cubicBezTo>
                  <a:lnTo>
                    <a:pt x="97155" y="140589"/>
                  </a:lnTo>
                  <a:lnTo>
                    <a:pt x="0" y="393383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97" name="Google Shape;1597;g3f3ba1429e3_0_2532"/>
            <p:cNvSpPr/>
            <p:nvPr/>
          </p:nvSpPr>
          <p:spPr>
            <a:xfrm>
              <a:off x="5838348" y="3829050"/>
              <a:ext cx="122300" cy="164591"/>
            </a:xfrm>
            <a:custGeom>
              <a:rect b="b" l="l" r="r" t="t"/>
              <a:pathLst>
                <a:path extrusionOk="0" h="164591" w="122300">
                  <a:moveTo>
                    <a:pt x="22384" y="0"/>
                  </a:moveTo>
                  <a:cubicBezTo>
                    <a:pt x="16383" y="8744"/>
                    <a:pt x="8792" y="16269"/>
                    <a:pt x="0" y="22193"/>
                  </a:cubicBezTo>
                  <a:cubicBezTo>
                    <a:pt x="26003" y="36443"/>
                    <a:pt x="48920" y="55702"/>
                    <a:pt x="67437" y="78867"/>
                  </a:cubicBezTo>
                  <a:cubicBezTo>
                    <a:pt x="87554" y="106223"/>
                    <a:pt x="105880" y="134864"/>
                    <a:pt x="122301" y="164592"/>
                  </a:cubicBezTo>
                  <a:cubicBezTo>
                    <a:pt x="95726" y="99631"/>
                    <a:pt x="64199" y="39814"/>
                    <a:pt x="22384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98" name="Google Shape;1598;g3f3ba1429e3_0_2532"/>
            <p:cNvSpPr/>
            <p:nvPr/>
          </p:nvSpPr>
          <p:spPr>
            <a:xfrm>
              <a:off x="5679311" y="1771703"/>
              <a:ext cx="300718" cy="982735"/>
            </a:xfrm>
            <a:custGeom>
              <a:rect b="b" l="l" r="r" t="t"/>
              <a:pathLst>
                <a:path extrusionOk="0" h="982735" w="300718">
                  <a:moveTo>
                    <a:pt x="13209" y="637074"/>
                  </a:moveTo>
                  <a:cubicBezTo>
                    <a:pt x="26926" y="672412"/>
                    <a:pt x="196280" y="922824"/>
                    <a:pt x="236952" y="982736"/>
                  </a:cubicBezTo>
                  <a:cubicBezTo>
                    <a:pt x="352585" y="933396"/>
                    <a:pt x="275623" y="797475"/>
                    <a:pt x="275623" y="797475"/>
                  </a:cubicBezTo>
                  <a:cubicBezTo>
                    <a:pt x="275623" y="797475"/>
                    <a:pt x="154084" y="600784"/>
                    <a:pt x="134368" y="567637"/>
                  </a:cubicBezTo>
                  <a:cubicBezTo>
                    <a:pt x="129719" y="559188"/>
                    <a:pt x="126805" y="549891"/>
                    <a:pt x="125795" y="540300"/>
                  </a:cubicBezTo>
                  <a:cubicBezTo>
                    <a:pt x="123318" y="522774"/>
                    <a:pt x="114746" y="307699"/>
                    <a:pt x="125223" y="242739"/>
                  </a:cubicBezTo>
                  <a:cubicBezTo>
                    <a:pt x="127186" y="231204"/>
                    <a:pt x="133320" y="220796"/>
                    <a:pt x="142464" y="213497"/>
                  </a:cubicBezTo>
                  <a:cubicBezTo>
                    <a:pt x="166752" y="193780"/>
                    <a:pt x="175230" y="175397"/>
                    <a:pt x="192470" y="152346"/>
                  </a:cubicBezTo>
                  <a:cubicBezTo>
                    <a:pt x="205900" y="134154"/>
                    <a:pt x="218664" y="128439"/>
                    <a:pt x="215901" y="123771"/>
                  </a:cubicBezTo>
                  <a:cubicBezTo>
                    <a:pt x="208243" y="112741"/>
                    <a:pt x="193356" y="109498"/>
                    <a:pt x="181802" y="116342"/>
                  </a:cubicBezTo>
                  <a:cubicBezTo>
                    <a:pt x="169238" y="123214"/>
                    <a:pt x="157532" y="131559"/>
                    <a:pt x="146940" y="141202"/>
                  </a:cubicBezTo>
                  <a:cubicBezTo>
                    <a:pt x="153075" y="116242"/>
                    <a:pt x="163209" y="92439"/>
                    <a:pt x="176944" y="70717"/>
                  </a:cubicBezTo>
                  <a:cubicBezTo>
                    <a:pt x="208186" y="20806"/>
                    <a:pt x="206376" y="-7102"/>
                    <a:pt x="131796" y="1566"/>
                  </a:cubicBezTo>
                  <a:cubicBezTo>
                    <a:pt x="85028" y="6995"/>
                    <a:pt x="39498" y="43190"/>
                    <a:pt x="17496" y="150537"/>
                  </a:cubicBezTo>
                  <a:cubicBezTo>
                    <a:pt x="11114" y="181398"/>
                    <a:pt x="9685" y="227975"/>
                    <a:pt x="7304" y="267980"/>
                  </a:cubicBezTo>
                  <a:cubicBezTo>
                    <a:pt x="2160" y="358848"/>
                    <a:pt x="-1269" y="502676"/>
                    <a:pt x="446" y="565636"/>
                  </a:cubicBezTo>
                  <a:cubicBezTo>
                    <a:pt x="1018" y="597259"/>
                    <a:pt x="-411" y="601831"/>
                    <a:pt x="13209" y="637074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99" name="Google Shape;1599;g3f3ba1429e3_0_2532"/>
            <p:cNvSpPr/>
            <p:nvPr/>
          </p:nvSpPr>
          <p:spPr>
            <a:xfrm>
              <a:off x="5745647" y="2393502"/>
              <a:ext cx="290679" cy="372304"/>
            </a:xfrm>
            <a:custGeom>
              <a:rect b="b" l="l" r="r" t="t"/>
              <a:pathLst>
                <a:path extrusionOk="0" h="372304" w="290679">
                  <a:moveTo>
                    <a:pt x="282535" y="149672"/>
                  </a:moveTo>
                  <a:cubicBezTo>
                    <a:pt x="242435" y="143767"/>
                    <a:pt x="111085" y="34"/>
                    <a:pt x="111085" y="34"/>
                  </a:cubicBezTo>
                  <a:cubicBezTo>
                    <a:pt x="74414" y="-2061"/>
                    <a:pt x="-15502" y="91951"/>
                    <a:pt x="2309" y="130241"/>
                  </a:cubicBezTo>
                  <a:cubicBezTo>
                    <a:pt x="55745" y="219205"/>
                    <a:pt x="123658" y="301691"/>
                    <a:pt x="142136" y="358841"/>
                  </a:cubicBezTo>
                  <a:cubicBezTo>
                    <a:pt x="157472" y="391036"/>
                    <a:pt x="198524" y="363699"/>
                    <a:pt x="216241" y="295976"/>
                  </a:cubicBezTo>
                  <a:cubicBezTo>
                    <a:pt x="241101" y="202346"/>
                    <a:pt x="315110" y="154816"/>
                    <a:pt x="282535" y="149672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00" name="Google Shape;1600;g3f3ba1429e3_0_2532"/>
            <p:cNvSpPr/>
            <p:nvPr/>
          </p:nvSpPr>
          <p:spPr>
            <a:xfrm>
              <a:off x="5745647" y="2393502"/>
              <a:ext cx="290679" cy="372304"/>
            </a:xfrm>
            <a:custGeom>
              <a:rect b="b" l="l" r="r" t="t"/>
              <a:pathLst>
                <a:path extrusionOk="0" h="372304" w="290679">
                  <a:moveTo>
                    <a:pt x="282535" y="149672"/>
                  </a:moveTo>
                  <a:cubicBezTo>
                    <a:pt x="242435" y="143767"/>
                    <a:pt x="111085" y="34"/>
                    <a:pt x="111085" y="34"/>
                  </a:cubicBezTo>
                  <a:cubicBezTo>
                    <a:pt x="74414" y="-2061"/>
                    <a:pt x="-15502" y="91951"/>
                    <a:pt x="2309" y="130241"/>
                  </a:cubicBezTo>
                  <a:cubicBezTo>
                    <a:pt x="55745" y="219205"/>
                    <a:pt x="123658" y="301691"/>
                    <a:pt x="142136" y="358841"/>
                  </a:cubicBezTo>
                  <a:cubicBezTo>
                    <a:pt x="157472" y="391036"/>
                    <a:pt x="198524" y="363699"/>
                    <a:pt x="216241" y="295976"/>
                  </a:cubicBezTo>
                  <a:cubicBezTo>
                    <a:pt x="241101" y="202346"/>
                    <a:pt x="315110" y="154816"/>
                    <a:pt x="282535" y="149672"/>
                  </a:cubicBezTo>
                  <a:close/>
                </a:path>
              </a:pathLst>
            </a:custGeom>
            <a:solidFill>
              <a:srgbClr val="000000">
                <a:alpha val="2902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01" name="Google Shape;1601;g3f3ba1429e3_0_2532"/>
            <p:cNvSpPr/>
            <p:nvPr/>
          </p:nvSpPr>
          <p:spPr>
            <a:xfrm>
              <a:off x="5847016" y="2536453"/>
              <a:ext cx="478473" cy="740034"/>
            </a:xfrm>
            <a:custGeom>
              <a:rect b="b" l="l" r="r" t="t"/>
              <a:pathLst>
                <a:path extrusionOk="0" h="740034" w="478473">
                  <a:moveTo>
                    <a:pt x="478441" y="176552"/>
                  </a:moveTo>
                  <a:lnTo>
                    <a:pt x="468916" y="347240"/>
                  </a:lnTo>
                  <a:lnTo>
                    <a:pt x="458534" y="710238"/>
                  </a:lnTo>
                  <a:cubicBezTo>
                    <a:pt x="326803" y="771864"/>
                    <a:pt x="132302" y="734717"/>
                    <a:pt x="0" y="628132"/>
                  </a:cubicBezTo>
                  <a:cubicBezTo>
                    <a:pt x="0" y="628132"/>
                    <a:pt x="7525" y="210366"/>
                    <a:pt x="34766" y="113782"/>
                  </a:cubicBezTo>
                  <a:cubicBezTo>
                    <a:pt x="62008" y="17199"/>
                    <a:pt x="110966" y="-1947"/>
                    <a:pt x="179070" y="149"/>
                  </a:cubicBezTo>
                  <a:cubicBezTo>
                    <a:pt x="250984" y="2435"/>
                    <a:pt x="343376" y="12531"/>
                    <a:pt x="343376" y="12531"/>
                  </a:cubicBezTo>
                  <a:lnTo>
                    <a:pt x="422053" y="33486"/>
                  </a:lnTo>
                  <a:cubicBezTo>
                    <a:pt x="422053" y="33486"/>
                    <a:pt x="480060" y="142357"/>
                    <a:pt x="478441" y="176552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02" name="Google Shape;1602;g3f3ba1429e3_0_2532"/>
            <p:cNvSpPr/>
            <p:nvPr/>
          </p:nvSpPr>
          <p:spPr>
            <a:xfrm>
              <a:off x="6366509" y="2431291"/>
              <a:ext cx="113182" cy="148733"/>
            </a:xfrm>
            <a:custGeom>
              <a:rect b="b" l="l" r="r" t="t"/>
              <a:pathLst>
                <a:path extrusionOk="0" h="148733" w="113182">
                  <a:moveTo>
                    <a:pt x="14669" y="631"/>
                  </a:moveTo>
                  <a:cubicBezTo>
                    <a:pt x="23622" y="-3941"/>
                    <a:pt x="64865" y="16633"/>
                    <a:pt x="90011" y="52161"/>
                  </a:cubicBezTo>
                  <a:cubicBezTo>
                    <a:pt x="115157" y="87690"/>
                    <a:pt x="116872" y="137887"/>
                    <a:pt x="109061" y="147412"/>
                  </a:cubicBezTo>
                  <a:cubicBezTo>
                    <a:pt x="101251" y="156937"/>
                    <a:pt x="0" y="111883"/>
                    <a:pt x="0" y="11188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03" name="Google Shape;1603;g3f3ba1429e3_0_2532"/>
            <p:cNvSpPr/>
            <p:nvPr/>
          </p:nvSpPr>
          <p:spPr>
            <a:xfrm>
              <a:off x="6366509" y="2431291"/>
              <a:ext cx="113182" cy="148733"/>
            </a:xfrm>
            <a:custGeom>
              <a:rect b="b" l="l" r="r" t="t"/>
              <a:pathLst>
                <a:path extrusionOk="0" h="148733" w="113182">
                  <a:moveTo>
                    <a:pt x="14669" y="631"/>
                  </a:moveTo>
                  <a:cubicBezTo>
                    <a:pt x="23622" y="-3941"/>
                    <a:pt x="64865" y="16633"/>
                    <a:pt x="90011" y="52161"/>
                  </a:cubicBezTo>
                  <a:cubicBezTo>
                    <a:pt x="115157" y="87690"/>
                    <a:pt x="116872" y="137887"/>
                    <a:pt x="109061" y="147412"/>
                  </a:cubicBezTo>
                  <a:cubicBezTo>
                    <a:pt x="101251" y="156937"/>
                    <a:pt x="0" y="111883"/>
                    <a:pt x="0" y="111883"/>
                  </a:cubicBezTo>
                  <a:close/>
                </a:path>
              </a:pathLst>
            </a:custGeom>
            <a:solidFill>
              <a:srgbClr val="000000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04" name="Google Shape;1604;g3f3ba1429e3_0_2532"/>
            <p:cNvSpPr/>
            <p:nvPr/>
          </p:nvSpPr>
          <p:spPr>
            <a:xfrm>
              <a:off x="6236868" y="1810174"/>
              <a:ext cx="354025" cy="971601"/>
            </a:xfrm>
            <a:custGeom>
              <a:rect b="b" l="l" r="r" t="t"/>
              <a:pathLst>
                <a:path extrusionOk="0" h="971601" w="354025">
                  <a:moveTo>
                    <a:pt x="310426" y="648514"/>
                  </a:moveTo>
                  <a:cubicBezTo>
                    <a:pt x="293566" y="682423"/>
                    <a:pt x="101352" y="915690"/>
                    <a:pt x="55155" y="971602"/>
                  </a:cubicBezTo>
                  <a:cubicBezTo>
                    <a:pt x="-55239" y="911594"/>
                    <a:pt x="34201" y="783578"/>
                    <a:pt x="34201" y="783578"/>
                  </a:cubicBezTo>
                  <a:cubicBezTo>
                    <a:pt x="34201" y="783578"/>
                    <a:pt x="173456" y="599650"/>
                    <a:pt x="196316" y="568027"/>
                  </a:cubicBezTo>
                  <a:cubicBezTo>
                    <a:pt x="201755" y="560055"/>
                    <a:pt x="205574" y="551092"/>
                    <a:pt x="207555" y="541643"/>
                  </a:cubicBezTo>
                  <a:cubicBezTo>
                    <a:pt x="211556" y="524307"/>
                    <a:pt x="240417" y="311043"/>
                    <a:pt x="236130" y="245415"/>
                  </a:cubicBezTo>
                  <a:cubicBezTo>
                    <a:pt x="235254" y="233776"/>
                    <a:pt x="230139" y="222860"/>
                    <a:pt x="221748" y="214745"/>
                  </a:cubicBezTo>
                  <a:cubicBezTo>
                    <a:pt x="199459" y="192742"/>
                    <a:pt x="192696" y="173788"/>
                    <a:pt x="177742" y="149023"/>
                  </a:cubicBezTo>
                  <a:cubicBezTo>
                    <a:pt x="166027" y="129973"/>
                    <a:pt x="153930" y="122829"/>
                    <a:pt x="157073" y="118161"/>
                  </a:cubicBezTo>
                  <a:cubicBezTo>
                    <a:pt x="165760" y="107929"/>
                    <a:pt x="180867" y="106104"/>
                    <a:pt x="191744" y="113971"/>
                  </a:cubicBezTo>
                  <a:cubicBezTo>
                    <a:pt x="203631" y="121997"/>
                    <a:pt x="214509" y="131432"/>
                    <a:pt x="224129" y="142069"/>
                  </a:cubicBezTo>
                  <a:cubicBezTo>
                    <a:pt x="220328" y="116620"/>
                    <a:pt x="212451" y="91952"/>
                    <a:pt x="200793" y="69013"/>
                  </a:cubicBezTo>
                  <a:cubicBezTo>
                    <a:pt x="174409" y="16434"/>
                    <a:pt x="178885" y="-11283"/>
                    <a:pt x="252323" y="4338"/>
                  </a:cubicBezTo>
                  <a:cubicBezTo>
                    <a:pt x="298329" y="13863"/>
                    <a:pt x="340334" y="54630"/>
                    <a:pt x="352431" y="163500"/>
                  </a:cubicBezTo>
                  <a:cubicBezTo>
                    <a:pt x="355860" y="194838"/>
                    <a:pt x="352907" y="241320"/>
                    <a:pt x="351478" y="281325"/>
                  </a:cubicBezTo>
                  <a:cubicBezTo>
                    <a:pt x="348049" y="372384"/>
                    <a:pt x="337953" y="515830"/>
                    <a:pt x="330333" y="578410"/>
                  </a:cubicBezTo>
                  <a:cubicBezTo>
                    <a:pt x="326332" y="610032"/>
                    <a:pt x="327380" y="614700"/>
                    <a:pt x="310426" y="648514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05" name="Google Shape;1605;g3f3ba1429e3_0_2532"/>
            <p:cNvSpPr/>
            <p:nvPr/>
          </p:nvSpPr>
          <p:spPr>
            <a:xfrm>
              <a:off x="6230755" y="2431446"/>
              <a:ext cx="244625" cy="358475"/>
            </a:xfrm>
            <a:custGeom>
              <a:rect b="b" l="l" r="r" t="t"/>
              <a:pathLst>
                <a:path extrusionOk="0" h="358475" w="244625">
                  <a:moveTo>
                    <a:pt x="12025" y="133350"/>
                  </a:moveTo>
                  <a:lnTo>
                    <a:pt x="150423" y="0"/>
                  </a:lnTo>
                  <a:cubicBezTo>
                    <a:pt x="150423" y="0"/>
                    <a:pt x="137946" y="114300"/>
                    <a:pt x="244625" y="146971"/>
                  </a:cubicBezTo>
                  <a:lnTo>
                    <a:pt x="85654" y="348043"/>
                  </a:lnTo>
                  <a:cubicBezTo>
                    <a:pt x="67270" y="378714"/>
                    <a:pt x="16883" y="338518"/>
                    <a:pt x="5643" y="269748"/>
                  </a:cubicBezTo>
                  <a:cubicBezTo>
                    <a:pt x="-10073" y="173926"/>
                    <a:pt x="12025" y="133350"/>
                    <a:pt x="12025" y="13335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06" name="Google Shape;1606;g3f3ba1429e3_0_2532"/>
            <p:cNvSpPr/>
            <p:nvPr/>
          </p:nvSpPr>
          <p:spPr>
            <a:xfrm>
              <a:off x="6230755" y="2431446"/>
              <a:ext cx="244625" cy="358475"/>
            </a:xfrm>
            <a:custGeom>
              <a:rect b="b" l="l" r="r" t="t"/>
              <a:pathLst>
                <a:path extrusionOk="0" h="358475" w="244625">
                  <a:moveTo>
                    <a:pt x="12025" y="133350"/>
                  </a:moveTo>
                  <a:lnTo>
                    <a:pt x="150423" y="0"/>
                  </a:lnTo>
                  <a:cubicBezTo>
                    <a:pt x="150423" y="0"/>
                    <a:pt x="137946" y="114300"/>
                    <a:pt x="244625" y="146971"/>
                  </a:cubicBezTo>
                  <a:lnTo>
                    <a:pt x="85654" y="348043"/>
                  </a:lnTo>
                  <a:cubicBezTo>
                    <a:pt x="67270" y="378714"/>
                    <a:pt x="16883" y="338518"/>
                    <a:pt x="5643" y="269748"/>
                  </a:cubicBezTo>
                  <a:cubicBezTo>
                    <a:pt x="-10073" y="173926"/>
                    <a:pt x="12025" y="133350"/>
                    <a:pt x="12025" y="133350"/>
                  </a:cubicBezTo>
                  <a:close/>
                </a:path>
              </a:pathLst>
            </a:custGeom>
            <a:solidFill>
              <a:srgbClr val="000000">
                <a:alpha val="2902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07" name="Google Shape;1607;g3f3ba1429e3_0_2532"/>
            <p:cNvSpPr/>
            <p:nvPr/>
          </p:nvSpPr>
          <p:spPr>
            <a:xfrm>
              <a:off x="5923055" y="2114408"/>
              <a:ext cx="246319" cy="246324"/>
            </a:xfrm>
            <a:custGeom>
              <a:rect b="b" l="l" r="r" t="t"/>
              <a:pathLst>
                <a:path extrusionOk="0" h="246324" w="246319">
                  <a:moveTo>
                    <a:pt x="246192" y="128825"/>
                  </a:moveTo>
                  <a:cubicBezTo>
                    <a:pt x="243068" y="196767"/>
                    <a:pt x="185451" y="249316"/>
                    <a:pt x="117499" y="246192"/>
                  </a:cubicBezTo>
                  <a:cubicBezTo>
                    <a:pt x="49558" y="243068"/>
                    <a:pt x="-2992" y="185451"/>
                    <a:pt x="132" y="117509"/>
                  </a:cubicBezTo>
                  <a:cubicBezTo>
                    <a:pt x="3266" y="49558"/>
                    <a:pt x="60873" y="-2992"/>
                    <a:pt x="128825" y="132"/>
                  </a:cubicBezTo>
                  <a:cubicBezTo>
                    <a:pt x="128863" y="142"/>
                    <a:pt x="128901" y="142"/>
                    <a:pt x="128939" y="142"/>
                  </a:cubicBezTo>
                  <a:cubicBezTo>
                    <a:pt x="196814" y="3380"/>
                    <a:pt x="249259" y="60940"/>
                    <a:pt x="246192" y="12882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08" name="Google Shape;1608;g3f3ba1429e3_0_2532"/>
            <p:cNvSpPr/>
            <p:nvPr/>
          </p:nvSpPr>
          <p:spPr>
            <a:xfrm>
              <a:off x="6196202" y="2334958"/>
              <a:ext cx="58578" cy="126777"/>
            </a:xfrm>
            <a:custGeom>
              <a:rect b="b" l="l" r="r" t="t"/>
              <a:pathLst>
                <a:path extrusionOk="0" h="126777" w="58578">
                  <a:moveTo>
                    <a:pt x="58579" y="0"/>
                  </a:moveTo>
                  <a:cubicBezTo>
                    <a:pt x="58579" y="0"/>
                    <a:pt x="34195" y="92678"/>
                    <a:pt x="25527" y="107728"/>
                  </a:cubicBezTo>
                  <a:cubicBezTo>
                    <a:pt x="19793" y="117138"/>
                    <a:pt x="10649" y="123958"/>
                    <a:pt x="0" y="126778"/>
                  </a:cubicBezTo>
                  <a:lnTo>
                    <a:pt x="4572" y="60865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09" name="Google Shape;1609;g3f3ba1429e3_0_2532"/>
            <p:cNvSpPr/>
            <p:nvPr/>
          </p:nvSpPr>
          <p:spPr>
            <a:xfrm>
              <a:off x="6216491" y="2199402"/>
              <a:ext cx="64297" cy="138031"/>
            </a:xfrm>
            <a:custGeom>
              <a:rect b="b" l="l" r="r" t="t"/>
              <a:pathLst>
                <a:path extrusionOk="0" h="138031" w="64297">
                  <a:moveTo>
                    <a:pt x="19621" y="110"/>
                  </a:moveTo>
                  <a:cubicBezTo>
                    <a:pt x="33814" y="-871"/>
                    <a:pt x="47663" y="4749"/>
                    <a:pt x="57150" y="15350"/>
                  </a:cubicBezTo>
                  <a:cubicBezTo>
                    <a:pt x="72771" y="32971"/>
                    <a:pt x="61151" y="85073"/>
                    <a:pt x="38100" y="135556"/>
                  </a:cubicBezTo>
                  <a:lnTo>
                    <a:pt x="0" y="138032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10" name="Google Shape;1610;g3f3ba1429e3_0_2532"/>
            <p:cNvSpPr/>
            <p:nvPr/>
          </p:nvSpPr>
          <p:spPr>
            <a:xfrm>
              <a:off x="5937907" y="2132942"/>
              <a:ext cx="354146" cy="456330"/>
            </a:xfrm>
            <a:custGeom>
              <a:rect b="b" l="l" r="r" t="t"/>
              <a:pathLst>
                <a:path extrusionOk="0" h="456330" w="354146">
                  <a:moveTo>
                    <a:pt x="267820" y="204017"/>
                  </a:moveTo>
                  <a:cubicBezTo>
                    <a:pt x="275154" y="208874"/>
                    <a:pt x="286870" y="194968"/>
                    <a:pt x="296395" y="185633"/>
                  </a:cubicBezTo>
                  <a:cubicBezTo>
                    <a:pt x="305920" y="176299"/>
                    <a:pt x="337162" y="164488"/>
                    <a:pt x="350783" y="197063"/>
                  </a:cubicBezTo>
                  <a:cubicBezTo>
                    <a:pt x="364403" y="229639"/>
                    <a:pt x="333828" y="271835"/>
                    <a:pt x="309635" y="278216"/>
                  </a:cubicBezTo>
                  <a:cubicBezTo>
                    <a:pt x="267820" y="289170"/>
                    <a:pt x="262962" y="262500"/>
                    <a:pt x="262962" y="262500"/>
                  </a:cubicBezTo>
                  <a:lnTo>
                    <a:pt x="252675" y="414900"/>
                  </a:lnTo>
                  <a:lnTo>
                    <a:pt x="252675" y="414900"/>
                  </a:lnTo>
                  <a:cubicBezTo>
                    <a:pt x="198478" y="478051"/>
                    <a:pt x="56746" y="465764"/>
                    <a:pt x="119325" y="400041"/>
                  </a:cubicBezTo>
                  <a:lnTo>
                    <a:pt x="121516" y="354893"/>
                  </a:lnTo>
                  <a:cubicBezTo>
                    <a:pt x="103056" y="356864"/>
                    <a:pt x="84445" y="356864"/>
                    <a:pt x="65985" y="354893"/>
                  </a:cubicBezTo>
                  <a:cubicBezTo>
                    <a:pt x="35886" y="348797"/>
                    <a:pt x="18360" y="323936"/>
                    <a:pt x="10359" y="290789"/>
                  </a:cubicBezTo>
                  <a:cubicBezTo>
                    <a:pt x="-1928" y="237544"/>
                    <a:pt x="-5452" y="194777"/>
                    <a:pt x="11883" y="91907"/>
                  </a:cubicBezTo>
                  <a:cubicBezTo>
                    <a:pt x="30933" y="-20869"/>
                    <a:pt x="162950" y="-15821"/>
                    <a:pt x="232006" y="32376"/>
                  </a:cubicBezTo>
                  <a:cubicBezTo>
                    <a:pt x="301062" y="80572"/>
                    <a:pt x="267820" y="204017"/>
                    <a:pt x="267820" y="204017"/>
                  </a:cubicBezTo>
                  <a:close/>
                </a:path>
              </a:pathLst>
            </a:custGeom>
            <a:solidFill>
              <a:srgbClr val="B166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11" name="Google Shape;1611;g3f3ba1429e3_0_2532"/>
            <p:cNvSpPr/>
            <p:nvPr/>
          </p:nvSpPr>
          <p:spPr>
            <a:xfrm>
              <a:off x="5932678" y="2093404"/>
              <a:ext cx="309536" cy="256222"/>
            </a:xfrm>
            <a:custGeom>
              <a:rect b="b" l="l" r="r" t="t"/>
              <a:pathLst>
                <a:path extrusionOk="0" h="256222" w="309536">
                  <a:moveTo>
                    <a:pt x="272477" y="256222"/>
                  </a:moveTo>
                  <a:cubicBezTo>
                    <a:pt x="276287" y="256222"/>
                    <a:pt x="291527" y="233267"/>
                    <a:pt x="301529" y="225171"/>
                  </a:cubicBezTo>
                  <a:cubicBezTo>
                    <a:pt x="315150" y="213932"/>
                    <a:pt x="303434" y="106108"/>
                    <a:pt x="303434" y="106108"/>
                  </a:cubicBezTo>
                  <a:cubicBezTo>
                    <a:pt x="313464" y="87259"/>
                    <a:pt x="310968" y="64189"/>
                    <a:pt x="297147" y="47911"/>
                  </a:cubicBezTo>
                  <a:cubicBezTo>
                    <a:pt x="280288" y="27527"/>
                    <a:pt x="256571" y="2381"/>
                    <a:pt x="175418" y="8096"/>
                  </a:cubicBezTo>
                  <a:cubicBezTo>
                    <a:pt x="117506" y="12192"/>
                    <a:pt x="53974" y="27146"/>
                    <a:pt x="4539" y="0"/>
                  </a:cubicBezTo>
                  <a:cubicBezTo>
                    <a:pt x="-6748" y="33299"/>
                    <a:pt x="3453" y="70114"/>
                    <a:pt x="30257" y="92869"/>
                  </a:cubicBezTo>
                  <a:cubicBezTo>
                    <a:pt x="30257" y="92869"/>
                    <a:pt x="47973" y="105632"/>
                    <a:pt x="95884" y="113729"/>
                  </a:cubicBezTo>
                  <a:cubicBezTo>
                    <a:pt x="140118" y="119091"/>
                    <a:pt x="184762" y="120367"/>
                    <a:pt x="229234" y="117539"/>
                  </a:cubicBezTo>
                  <a:cubicBezTo>
                    <a:pt x="243236" y="116205"/>
                    <a:pt x="245617" y="129921"/>
                    <a:pt x="251427" y="167259"/>
                  </a:cubicBezTo>
                  <a:cubicBezTo>
                    <a:pt x="256857" y="200120"/>
                    <a:pt x="259714" y="255365"/>
                    <a:pt x="272477" y="25622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12" name="Google Shape;1612;g3f3ba1429e3_0_2532"/>
            <p:cNvSpPr/>
            <p:nvPr/>
          </p:nvSpPr>
          <p:spPr>
            <a:xfrm>
              <a:off x="6233267" y="2170105"/>
              <a:ext cx="49041" cy="37789"/>
            </a:xfrm>
            <a:custGeom>
              <a:rect b="b" l="l" r="r" t="t"/>
              <a:pathLst>
                <a:path extrusionOk="0" h="37789" w="49041">
                  <a:moveTo>
                    <a:pt x="2369" y="37789"/>
                  </a:moveTo>
                  <a:lnTo>
                    <a:pt x="49041" y="15405"/>
                  </a:lnTo>
                  <a:cubicBezTo>
                    <a:pt x="43707" y="2642"/>
                    <a:pt x="29038" y="-3388"/>
                    <a:pt x="16275" y="1937"/>
                  </a:cubicBezTo>
                  <a:cubicBezTo>
                    <a:pt x="15885" y="2099"/>
                    <a:pt x="15504" y="2270"/>
                    <a:pt x="15132" y="2451"/>
                  </a:cubicBezTo>
                  <a:cubicBezTo>
                    <a:pt x="2054" y="8871"/>
                    <a:pt x="-3585" y="24492"/>
                    <a:pt x="2369" y="3778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13" name="Google Shape;1613;g3f3ba1429e3_0_2532"/>
            <p:cNvSpPr/>
            <p:nvPr/>
          </p:nvSpPr>
          <p:spPr>
            <a:xfrm>
              <a:off x="6058376" y="2435733"/>
              <a:ext cx="127349" cy="70580"/>
            </a:xfrm>
            <a:custGeom>
              <a:rect b="b" l="l" r="r" t="t"/>
              <a:pathLst>
                <a:path extrusionOk="0" h="70580" w="127349">
                  <a:moveTo>
                    <a:pt x="762" y="52578"/>
                  </a:moveTo>
                  <a:cubicBezTo>
                    <a:pt x="762" y="52578"/>
                    <a:pt x="68961" y="42196"/>
                    <a:pt x="93154" y="30766"/>
                  </a:cubicBezTo>
                  <a:cubicBezTo>
                    <a:pt x="107366" y="24155"/>
                    <a:pt x="119272" y="13440"/>
                    <a:pt x="127349" y="0"/>
                  </a:cubicBezTo>
                  <a:cubicBezTo>
                    <a:pt x="123139" y="13659"/>
                    <a:pt x="116205" y="26327"/>
                    <a:pt x="106966" y="37243"/>
                  </a:cubicBezTo>
                  <a:cubicBezTo>
                    <a:pt x="88678" y="58483"/>
                    <a:pt x="0" y="70580"/>
                    <a:pt x="0" y="70580"/>
                  </a:cubicBez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14" name="Google Shape;1614;g3f3ba1429e3_0_2532"/>
            <p:cNvSpPr/>
            <p:nvPr/>
          </p:nvSpPr>
          <p:spPr>
            <a:xfrm>
              <a:off x="6083616" y="2301139"/>
              <a:ext cx="27243" cy="27238"/>
            </a:xfrm>
            <a:custGeom>
              <a:rect b="b" l="l" r="r" t="t"/>
              <a:pathLst>
                <a:path extrusionOk="0" h="27238" w="27243">
                  <a:moveTo>
                    <a:pt x="1" y="13436"/>
                  </a:moveTo>
                  <a:cubicBezTo>
                    <a:pt x="-94" y="20960"/>
                    <a:pt x="5916" y="27133"/>
                    <a:pt x="13441" y="27237"/>
                  </a:cubicBezTo>
                  <a:cubicBezTo>
                    <a:pt x="20966" y="27333"/>
                    <a:pt x="27138" y="21313"/>
                    <a:pt x="27243" y="13788"/>
                  </a:cubicBezTo>
                  <a:cubicBezTo>
                    <a:pt x="27338" y="6425"/>
                    <a:pt x="21556" y="320"/>
                    <a:pt x="14193" y="5"/>
                  </a:cubicBezTo>
                  <a:cubicBezTo>
                    <a:pt x="6564" y="-204"/>
                    <a:pt x="211" y="5797"/>
                    <a:pt x="1" y="13426"/>
                  </a:cubicBezTo>
                  <a:cubicBezTo>
                    <a:pt x="1" y="13426"/>
                    <a:pt x="1" y="13436"/>
                    <a:pt x="1" y="1343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15" name="Google Shape;1615;g3f3ba1429e3_0_2532"/>
            <p:cNvSpPr/>
            <p:nvPr/>
          </p:nvSpPr>
          <p:spPr>
            <a:xfrm>
              <a:off x="6100381" y="2255297"/>
              <a:ext cx="30948" cy="25940"/>
            </a:xfrm>
            <a:custGeom>
              <a:rect b="b" l="l" r="r" t="t"/>
              <a:pathLst>
                <a:path extrusionOk="0" h="25940" w="30948">
                  <a:moveTo>
                    <a:pt x="0" y="8605"/>
                  </a:moveTo>
                  <a:lnTo>
                    <a:pt x="28575" y="25940"/>
                  </a:lnTo>
                  <a:cubicBezTo>
                    <a:pt x="33271" y="17882"/>
                    <a:pt x="30794" y="7557"/>
                    <a:pt x="22955" y="2509"/>
                  </a:cubicBezTo>
                  <a:cubicBezTo>
                    <a:pt x="15392" y="-2273"/>
                    <a:pt x="5391" y="-15"/>
                    <a:pt x="619" y="7547"/>
                  </a:cubicBezTo>
                  <a:cubicBezTo>
                    <a:pt x="400" y="7890"/>
                    <a:pt x="190" y="8243"/>
                    <a:pt x="0" y="860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16" name="Google Shape;1616;g3f3ba1429e3_0_2532"/>
            <p:cNvSpPr/>
            <p:nvPr/>
          </p:nvSpPr>
          <p:spPr>
            <a:xfrm>
              <a:off x="6037707" y="2407348"/>
              <a:ext cx="32208" cy="22177"/>
            </a:xfrm>
            <a:custGeom>
              <a:rect b="b" l="l" r="r" t="t"/>
              <a:pathLst>
                <a:path extrusionOk="0" h="22177" w="32208">
                  <a:moveTo>
                    <a:pt x="31432" y="0"/>
                  </a:moveTo>
                  <a:lnTo>
                    <a:pt x="0" y="10096"/>
                  </a:lnTo>
                  <a:cubicBezTo>
                    <a:pt x="2276" y="18745"/>
                    <a:pt x="11125" y="23917"/>
                    <a:pt x="19774" y="21641"/>
                  </a:cubicBezTo>
                  <a:cubicBezTo>
                    <a:pt x="19917" y="21603"/>
                    <a:pt x="20050" y="21565"/>
                    <a:pt x="20193" y="21526"/>
                  </a:cubicBezTo>
                  <a:cubicBezTo>
                    <a:pt x="29213" y="18650"/>
                    <a:pt x="34233" y="9049"/>
                    <a:pt x="31432" y="0"/>
                  </a:cubicBez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17" name="Google Shape;1617;g3f3ba1429e3_0_2532"/>
            <p:cNvSpPr/>
            <p:nvPr/>
          </p:nvSpPr>
          <p:spPr>
            <a:xfrm>
              <a:off x="5962106" y="2242152"/>
              <a:ext cx="30071" cy="26607"/>
            </a:xfrm>
            <a:custGeom>
              <a:rect b="b" l="l" r="r" t="t"/>
              <a:pathLst>
                <a:path extrusionOk="0" h="26607" w="30071">
                  <a:moveTo>
                    <a:pt x="2734" y="26608"/>
                  </a:moveTo>
                  <a:lnTo>
                    <a:pt x="30071" y="7558"/>
                  </a:lnTo>
                  <a:cubicBezTo>
                    <a:pt x="25404" y="52"/>
                    <a:pt x="15546" y="-2253"/>
                    <a:pt x="8030" y="2414"/>
                  </a:cubicBezTo>
                  <a:cubicBezTo>
                    <a:pt x="7783" y="2567"/>
                    <a:pt x="7545" y="2729"/>
                    <a:pt x="7307" y="2890"/>
                  </a:cubicBezTo>
                  <a:cubicBezTo>
                    <a:pt x="-247" y="8348"/>
                    <a:pt x="-2247" y="18740"/>
                    <a:pt x="2734" y="2660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18" name="Google Shape;1618;g3f3ba1429e3_0_2532"/>
            <p:cNvSpPr/>
            <p:nvPr/>
          </p:nvSpPr>
          <p:spPr>
            <a:xfrm>
              <a:off x="5971132" y="2291015"/>
              <a:ext cx="27326" cy="29212"/>
            </a:xfrm>
            <a:custGeom>
              <a:rect b="b" l="l" r="r" t="t"/>
              <a:pathLst>
                <a:path extrusionOk="0" h="29212" w="27326">
                  <a:moveTo>
                    <a:pt x="90" y="14035"/>
                  </a:moveTo>
                  <a:cubicBezTo>
                    <a:pt x="-767" y="21512"/>
                    <a:pt x="4595" y="28265"/>
                    <a:pt x="12063" y="29122"/>
                  </a:cubicBezTo>
                  <a:cubicBezTo>
                    <a:pt x="19540" y="29979"/>
                    <a:pt x="26293" y="24617"/>
                    <a:pt x="27151" y="17140"/>
                  </a:cubicBezTo>
                  <a:cubicBezTo>
                    <a:pt x="27227" y="16492"/>
                    <a:pt x="27255" y="15835"/>
                    <a:pt x="27236" y="15178"/>
                  </a:cubicBezTo>
                  <a:cubicBezTo>
                    <a:pt x="28094" y="7701"/>
                    <a:pt x="22731" y="947"/>
                    <a:pt x="15263" y="90"/>
                  </a:cubicBezTo>
                  <a:cubicBezTo>
                    <a:pt x="7786" y="-767"/>
                    <a:pt x="1033" y="4595"/>
                    <a:pt x="176" y="12073"/>
                  </a:cubicBezTo>
                  <a:cubicBezTo>
                    <a:pt x="100" y="12720"/>
                    <a:pt x="71" y="13377"/>
                    <a:pt x="90" y="1403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19" name="Google Shape;1619;g3f3ba1429e3_0_2532"/>
            <p:cNvSpPr/>
            <p:nvPr/>
          </p:nvSpPr>
          <p:spPr>
            <a:xfrm>
              <a:off x="5990748" y="2295525"/>
              <a:ext cx="50101" cy="81248"/>
            </a:xfrm>
            <a:custGeom>
              <a:rect b="b" l="l" r="r" t="t"/>
              <a:pathLst>
                <a:path extrusionOk="0" h="81248" w="50101">
                  <a:moveTo>
                    <a:pt x="50102" y="0"/>
                  </a:moveTo>
                  <a:lnTo>
                    <a:pt x="41815" y="81248"/>
                  </a:lnTo>
                  <a:lnTo>
                    <a:pt x="0" y="64675"/>
                  </a:lnTo>
                  <a:lnTo>
                    <a:pt x="50102" y="0"/>
                  </a:lnTo>
                  <a:close/>
                </a:path>
              </a:pathLst>
            </a:custGeom>
            <a:solidFill>
              <a:srgbClr val="9A4A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1620" name="Google Shape;1620;g3f3ba1429e3_0_2532"/>
          <p:cNvGrpSpPr/>
          <p:nvPr/>
        </p:nvGrpSpPr>
        <p:grpSpPr>
          <a:xfrm>
            <a:off x="335406" y="217184"/>
            <a:ext cx="11376424" cy="5726587"/>
            <a:chOff x="3962400" y="1361312"/>
            <a:chExt cx="4234979" cy="2131775"/>
          </a:xfrm>
        </p:grpSpPr>
        <p:sp>
          <p:nvSpPr>
            <p:cNvPr id="1621" name="Google Shape;1621;g3f3ba1429e3_0_2532"/>
            <p:cNvSpPr/>
            <p:nvPr/>
          </p:nvSpPr>
          <p:spPr>
            <a:xfrm>
              <a:off x="6537135" y="1462759"/>
              <a:ext cx="98614" cy="187923"/>
            </a:xfrm>
            <a:custGeom>
              <a:rect b="b" l="l" r="r" t="t"/>
              <a:pathLst>
                <a:path extrusionOk="0" h="187923" w="98614">
                  <a:moveTo>
                    <a:pt x="76262" y="186"/>
                  </a:moveTo>
                  <a:cubicBezTo>
                    <a:pt x="31781" y="-4196"/>
                    <a:pt x="-28513" y="70099"/>
                    <a:pt x="15112" y="105818"/>
                  </a:cubicBezTo>
                  <a:cubicBezTo>
                    <a:pt x="39305" y="125630"/>
                    <a:pt x="91979" y="117057"/>
                    <a:pt x="91312" y="80005"/>
                  </a:cubicBezTo>
                  <a:cubicBezTo>
                    <a:pt x="91093" y="77893"/>
                    <a:pt x="89493" y="76185"/>
                    <a:pt x="87407" y="75814"/>
                  </a:cubicBezTo>
                  <a:cubicBezTo>
                    <a:pt x="52450" y="67813"/>
                    <a:pt x="17779" y="82863"/>
                    <a:pt x="23684" y="123439"/>
                  </a:cubicBezTo>
                  <a:cubicBezTo>
                    <a:pt x="30209" y="159460"/>
                    <a:pt x="60746" y="186202"/>
                    <a:pt x="97313" y="187923"/>
                  </a:cubicBezTo>
                  <a:cubicBezTo>
                    <a:pt x="99408" y="187923"/>
                    <a:pt x="98646" y="184304"/>
                    <a:pt x="97313" y="183923"/>
                  </a:cubicBezTo>
                  <a:cubicBezTo>
                    <a:pt x="66833" y="177541"/>
                    <a:pt x="38067" y="158586"/>
                    <a:pt x="32066" y="126011"/>
                  </a:cubicBezTo>
                  <a:cubicBezTo>
                    <a:pt x="29323" y="114348"/>
                    <a:pt x="31724" y="102072"/>
                    <a:pt x="38639" y="92292"/>
                  </a:cubicBezTo>
                  <a:cubicBezTo>
                    <a:pt x="42715" y="87396"/>
                    <a:pt x="48097" y="83762"/>
                    <a:pt x="54164" y="81815"/>
                  </a:cubicBezTo>
                  <a:cubicBezTo>
                    <a:pt x="59403" y="80196"/>
                    <a:pt x="78167" y="77243"/>
                    <a:pt x="82739" y="81815"/>
                  </a:cubicBezTo>
                  <a:cubicBezTo>
                    <a:pt x="90931" y="90292"/>
                    <a:pt x="68642" y="104675"/>
                    <a:pt x="61975" y="106961"/>
                  </a:cubicBezTo>
                  <a:cubicBezTo>
                    <a:pt x="48649" y="111744"/>
                    <a:pt x="33876" y="110348"/>
                    <a:pt x="21684" y="103151"/>
                  </a:cubicBezTo>
                  <a:cubicBezTo>
                    <a:pt x="3206" y="90197"/>
                    <a:pt x="7778" y="65813"/>
                    <a:pt x="16731" y="48573"/>
                  </a:cubicBezTo>
                  <a:cubicBezTo>
                    <a:pt x="28828" y="25236"/>
                    <a:pt x="49973" y="6282"/>
                    <a:pt x="77215" y="5329"/>
                  </a:cubicBezTo>
                  <a:cubicBezTo>
                    <a:pt x="79691" y="5329"/>
                    <a:pt x="78358" y="662"/>
                    <a:pt x="76453" y="47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22" name="Google Shape;1622;g3f3ba1429e3_0_2532"/>
            <p:cNvSpPr/>
            <p:nvPr/>
          </p:nvSpPr>
          <p:spPr>
            <a:xfrm>
              <a:off x="6626447" y="2802468"/>
              <a:ext cx="236183" cy="124501"/>
            </a:xfrm>
            <a:custGeom>
              <a:rect b="b" l="l" r="r" t="t"/>
              <a:pathLst>
                <a:path extrusionOk="0" h="124501" w="236183">
                  <a:moveTo>
                    <a:pt x="1714" y="123897"/>
                  </a:moveTo>
                  <a:cubicBezTo>
                    <a:pt x="15716" y="92370"/>
                    <a:pt x="14192" y="59699"/>
                    <a:pt x="54959" y="49316"/>
                  </a:cubicBezTo>
                  <a:cubicBezTo>
                    <a:pt x="72866" y="44745"/>
                    <a:pt x="115253" y="40553"/>
                    <a:pt x="128683" y="56460"/>
                  </a:cubicBezTo>
                  <a:cubicBezTo>
                    <a:pt x="133740" y="64395"/>
                    <a:pt x="132245" y="74834"/>
                    <a:pt x="125158" y="81035"/>
                  </a:cubicBezTo>
                  <a:cubicBezTo>
                    <a:pt x="114586" y="90560"/>
                    <a:pt x="106680" y="79130"/>
                    <a:pt x="103918" y="69033"/>
                  </a:cubicBezTo>
                  <a:cubicBezTo>
                    <a:pt x="99555" y="49926"/>
                    <a:pt x="107728" y="30152"/>
                    <a:pt x="124301" y="19694"/>
                  </a:cubicBezTo>
                  <a:cubicBezTo>
                    <a:pt x="159753" y="-3662"/>
                    <a:pt x="207178" y="3949"/>
                    <a:pt x="233553" y="37220"/>
                  </a:cubicBezTo>
                  <a:cubicBezTo>
                    <a:pt x="235077" y="39125"/>
                    <a:pt x="236696" y="37220"/>
                    <a:pt x="236029" y="35124"/>
                  </a:cubicBezTo>
                  <a:cubicBezTo>
                    <a:pt x="204788" y="-36789"/>
                    <a:pt x="55054" y="13217"/>
                    <a:pt x="102679" y="82178"/>
                  </a:cubicBezTo>
                  <a:cubicBezTo>
                    <a:pt x="117253" y="103037"/>
                    <a:pt x="142970" y="84654"/>
                    <a:pt x="138113" y="62556"/>
                  </a:cubicBezTo>
                  <a:cubicBezTo>
                    <a:pt x="132779" y="38077"/>
                    <a:pt x="91059" y="39315"/>
                    <a:pt x="72580" y="40553"/>
                  </a:cubicBezTo>
                  <a:cubicBezTo>
                    <a:pt x="53854" y="40563"/>
                    <a:pt x="35795" y="47526"/>
                    <a:pt x="21907" y="60080"/>
                  </a:cubicBezTo>
                  <a:cubicBezTo>
                    <a:pt x="5620" y="76082"/>
                    <a:pt x="3429" y="101418"/>
                    <a:pt x="0" y="122945"/>
                  </a:cubicBezTo>
                  <a:cubicBezTo>
                    <a:pt x="0" y="123897"/>
                    <a:pt x="857" y="125326"/>
                    <a:pt x="1524" y="12389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23" name="Google Shape;1623;g3f3ba1429e3_0_2532"/>
            <p:cNvSpPr/>
            <p:nvPr/>
          </p:nvSpPr>
          <p:spPr>
            <a:xfrm>
              <a:off x="7694603" y="1371080"/>
              <a:ext cx="119561" cy="155761"/>
            </a:xfrm>
            <a:custGeom>
              <a:rect b="b" l="l" r="r" t="t"/>
              <a:pathLst>
                <a:path extrusionOk="0" h="155761" w="119561">
                  <a:moveTo>
                    <a:pt x="1596" y="8901"/>
                  </a:moveTo>
                  <a:cubicBezTo>
                    <a:pt x="30838" y="329"/>
                    <a:pt x="71034" y="2710"/>
                    <a:pt x="95513" y="22427"/>
                  </a:cubicBezTo>
                  <a:cubicBezTo>
                    <a:pt x="114563" y="37667"/>
                    <a:pt x="125231" y="70719"/>
                    <a:pt x="97322" y="82053"/>
                  </a:cubicBezTo>
                  <a:cubicBezTo>
                    <a:pt x="86369" y="86435"/>
                    <a:pt x="50269" y="86435"/>
                    <a:pt x="45983" y="71576"/>
                  </a:cubicBezTo>
                  <a:cubicBezTo>
                    <a:pt x="42935" y="61194"/>
                    <a:pt x="54079" y="55002"/>
                    <a:pt x="63033" y="53669"/>
                  </a:cubicBezTo>
                  <a:cubicBezTo>
                    <a:pt x="89226" y="49573"/>
                    <a:pt x="113801" y="77196"/>
                    <a:pt x="113134" y="101865"/>
                  </a:cubicBezTo>
                  <a:cubicBezTo>
                    <a:pt x="112277" y="138918"/>
                    <a:pt x="69128" y="151205"/>
                    <a:pt x="38649" y="151491"/>
                  </a:cubicBezTo>
                  <a:cubicBezTo>
                    <a:pt x="36648" y="151491"/>
                    <a:pt x="37125" y="155301"/>
                    <a:pt x="38649" y="155396"/>
                  </a:cubicBezTo>
                  <a:cubicBezTo>
                    <a:pt x="90560" y="160444"/>
                    <a:pt x="148472" y="112343"/>
                    <a:pt x="102276" y="64146"/>
                  </a:cubicBezTo>
                  <a:cubicBezTo>
                    <a:pt x="89893" y="51192"/>
                    <a:pt x="70462" y="41953"/>
                    <a:pt x="52555" y="49097"/>
                  </a:cubicBezTo>
                  <a:cubicBezTo>
                    <a:pt x="42459" y="53193"/>
                    <a:pt x="34458" y="62337"/>
                    <a:pt x="39506" y="73290"/>
                  </a:cubicBezTo>
                  <a:cubicBezTo>
                    <a:pt x="47602" y="90912"/>
                    <a:pt x="80177" y="93960"/>
                    <a:pt x="95989" y="89483"/>
                  </a:cubicBezTo>
                  <a:cubicBezTo>
                    <a:pt x="112915" y="84979"/>
                    <a:pt x="122992" y="67605"/>
                    <a:pt x="118487" y="50676"/>
                  </a:cubicBezTo>
                  <a:cubicBezTo>
                    <a:pt x="118316" y="50017"/>
                    <a:pt x="118116" y="49363"/>
                    <a:pt x="117896" y="48716"/>
                  </a:cubicBezTo>
                  <a:cubicBezTo>
                    <a:pt x="105133" y="1853"/>
                    <a:pt x="39506" y="-8434"/>
                    <a:pt x="644" y="6139"/>
                  </a:cubicBezTo>
                  <a:cubicBezTo>
                    <a:pt x="-499" y="6139"/>
                    <a:pt x="-23" y="9282"/>
                    <a:pt x="1310" y="890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24" name="Google Shape;1624;g3f3ba1429e3_0_2532"/>
            <p:cNvSpPr/>
            <p:nvPr/>
          </p:nvSpPr>
          <p:spPr>
            <a:xfrm>
              <a:off x="8077767" y="3337310"/>
              <a:ext cx="119612" cy="155777"/>
            </a:xfrm>
            <a:custGeom>
              <a:rect b="b" l="l" r="r" t="t"/>
              <a:pathLst>
                <a:path extrusionOk="0" h="155777" w="119612">
                  <a:moveTo>
                    <a:pt x="1623" y="8917"/>
                  </a:moveTo>
                  <a:cubicBezTo>
                    <a:pt x="30865" y="345"/>
                    <a:pt x="71060" y="2726"/>
                    <a:pt x="95540" y="22443"/>
                  </a:cubicBezTo>
                  <a:cubicBezTo>
                    <a:pt x="114590" y="37683"/>
                    <a:pt x="125257" y="70734"/>
                    <a:pt x="97349" y="82069"/>
                  </a:cubicBezTo>
                  <a:cubicBezTo>
                    <a:pt x="86396" y="86451"/>
                    <a:pt x="50296" y="86451"/>
                    <a:pt x="46010" y="71496"/>
                  </a:cubicBezTo>
                  <a:cubicBezTo>
                    <a:pt x="42962" y="61209"/>
                    <a:pt x="54106" y="55018"/>
                    <a:pt x="62964" y="53589"/>
                  </a:cubicBezTo>
                  <a:cubicBezTo>
                    <a:pt x="89253" y="49589"/>
                    <a:pt x="113732" y="77211"/>
                    <a:pt x="113161" y="101881"/>
                  </a:cubicBezTo>
                  <a:cubicBezTo>
                    <a:pt x="112304" y="138933"/>
                    <a:pt x="69155" y="151221"/>
                    <a:pt x="38675" y="151506"/>
                  </a:cubicBezTo>
                  <a:cubicBezTo>
                    <a:pt x="36675" y="151506"/>
                    <a:pt x="37151" y="155316"/>
                    <a:pt x="38675" y="155412"/>
                  </a:cubicBezTo>
                  <a:cubicBezTo>
                    <a:pt x="90587" y="160460"/>
                    <a:pt x="148498" y="112359"/>
                    <a:pt x="102302" y="64162"/>
                  </a:cubicBezTo>
                  <a:cubicBezTo>
                    <a:pt x="89920" y="51208"/>
                    <a:pt x="70489" y="41969"/>
                    <a:pt x="52582" y="49113"/>
                  </a:cubicBezTo>
                  <a:cubicBezTo>
                    <a:pt x="42485" y="53113"/>
                    <a:pt x="34484" y="62352"/>
                    <a:pt x="39532" y="73306"/>
                  </a:cubicBezTo>
                  <a:cubicBezTo>
                    <a:pt x="47629" y="90927"/>
                    <a:pt x="80204" y="93975"/>
                    <a:pt x="96016" y="89403"/>
                  </a:cubicBezTo>
                  <a:cubicBezTo>
                    <a:pt x="112865" y="85022"/>
                    <a:pt x="122972" y="67801"/>
                    <a:pt x="118590" y="50951"/>
                  </a:cubicBezTo>
                  <a:cubicBezTo>
                    <a:pt x="118399" y="50208"/>
                    <a:pt x="118171" y="49465"/>
                    <a:pt x="117923" y="48732"/>
                  </a:cubicBezTo>
                  <a:cubicBezTo>
                    <a:pt x="105160" y="1773"/>
                    <a:pt x="39532" y="-8418"/>
                    <a:pt x="671" y="6155"/>
                  </a:cubicBezTo>
                  <a:cubicBezTo>
                    <a:pt x="-472" y="6155"/>
                    <a:pt x="-92" y="9298"/>
                    <a:pt x="1337" y="891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25" name="Google Shape;1625;g3f3ba1429e3_0_2532"/>
            <p:cNvSpPr/>
            <p:nvPr/>
          </p:nvSpPr>
          <p:spPr>
            <a:xfrm>
              <a:off x="7816864" y="1922010"/>
              <a:ext cx="132976" cy="168383"/>
            </a:xfrm>
            <a:custGeom>
              <a:rect b="b" l="l" r="r" t="t"/>
              <a:pathLst>
                <a:path extrusionOk="0" h="168383" w="132976">
                  <a:moveTo>
                    <a:pt x="48214" y="40"/>
                  </a:moveTo>
                  <a:cubicBezTo>
                    <a:pt x="13353" y="10422"/>
                    <a:pt x="-19032" y="71763"/>
                    <a:pt x="13353" y="99671"/>
                  </a:cubicBezTo>
                  <a:cubicBezTo>
                    <a:pt x="40880" y="123388"/>
                    <a:pt x="96506" y="118054"/>
                    <a:pt x="87267" y="72811"/>
                  </a:cubicBezTo>
                  <a:cubicBezTo>
                    <a:pt x="87086" y="71761"/>
                    <a:pt x="86362" y="70888"/>
                    <a:pt x="85362" y="70525"/>
                  </a:cubicBezTo>
                  <a:cubicBezTo>
                    <a:pt x="48786" y="61762"/>
                    <a:pt x="36689" y="104434"/>
                    <a:pt x="44404" y="132628"/>
                  </a:cubicBezTo>
                  <a:cubicBezTo>
                    <a:pt x="56310" y="176443"/>
                    <a:pt x="100506" y="175871"/>
                    <a:pt x="132415" y="153011"/>
                  </a:cubicBezTo>
                  <a:cubicBezTo>
                    <a:pt x="133463" y="152249"/>
                    <a:pt x="132987" y="149201"/>
                    <a:pt x="131463" y="149963"/>
                  </a:cubicBezTo>
                  <a:cubicBezTo>
                    <a:pt x="105364" y="163012"/>
                    <a:pt x="68788" y="174633"/>
                    <a:pt x="52881" y="141295"/>
                  </a:cubicBezTo>
                  <a:cubicBezTo>
                    <a:pt x="44404" y="123484"/>
                    <a:pt x="44118" y="93670"/>
                    <a:pt x="60501" y="80240"/>
                  </a:cubicBezTo>
                  <a:cubicBezTo>
                    <a:pt x="64759" y="76263"/>
                    <a:pt x="70389" y="74080"/>
                    <a:pt x="76218" y="74144"/>
                  </a:cubicBezTo>
                  <a:cubicBezTo>
                    <a:pt x="88410" y="75573"/>
                    <a:pt x="86314" y="88717"/>
                    <a:pt x="79456" y="97099"/>
                  </a:cubicBezTo>
                  <a:cubicBezTo>
                    <a:pt x="68502" y="110434"/>
                    <a:pt x="46500" y="109006"/>
                    <a:pt x="31831" y="103862"/>
                  </a:cubicBezTo>
                  <a:cubicBezTo>
                    <a:pt x="-18366" y="86050"/>
                    <a:pt x="16115" y="20995"/>
                    <a:pt x="48881" y="2707"/>
                  </a:cubicBezTo>
                  <a:cubicBezTo>
                    <a:pt x="49833" y="2135"/>
                    <a:pt x="49643" y="-341"/>
                    <a:pt x="48214" y="4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26" name="Google Shape;1626;g3f3ba1429e3_0_2532"/>
            <p:cNvSpPr/>
            <p:nvPr/>
          </p:nvSpPr>
          <p:spPr>
            <a:xfrm>
              <a:off x="6943397" y="1768271"/>
              <a:ext cx="148815" cy="239258"/>
            </a:xfrm>
            <a:custGeom>
              <a:rect b="b" l="l" r="r" t="t"/>
              <a:pathLst>
                <a:path extrusionOk="0" h="239258" w="148815">
                  <a:moveTo>
                    <a:pt x="146441" y="521"/>
                  </a:moveTo>
                  <a:cubicBezTo>
                    <a:pt x="105293" y="-4718"/>
                    <a:pt x="16806" y="29953"/>
                    <a:pt x="39856" y="86246"/>
                  </a:cubicBezTo>
                  <a:cubicBezTo>
                    <a:pt x="52144" y="116250"/>
                    <a:pt x="107008" y="135490"/>
                    <a:pt x="125010" y="101105"/>
                  </a:cubicBezTo>
                  <a:cubicBezTo>
                    <a:pt x="125810" y="99158"/>
                    <a:pt x="124924" y="96925"/>
                    <a:pt x="123010" y="96057"/>
                  </a:cubicBezTo>
                  <a:cubicBezTo>
                    <a:pt x="37285" y="47479"/>
                    <a:pt x="-53013" y="187783"/>
                    <a:pt x="37951" y="238932"/>
                  </a:cubicBezTo>
                  <a:cubicBezTo>
                    <a:pt x="40809" y="240551"/>
                    <a:pt x="40713" y="235693"/>
                    <a:pt x="39094" y="234455"/>
                  </a:cubicBezTo>
                  <a:cubicBezTo>
                    <a:pt x="6500" y="212137"/>
                    <a:pt x="-1835" y="167618"/>
                    <a:pt x="20482" y="135020"/>
                  </a:cubicBezTo>
                  <a:cubicBezTo>
                    <a:pt x="20740" y="134634"/>
                    <a:pt x="21016" y="134251"/>
                    <a:pt x="21283" y="133871"/>
                  </a:cubicBezTo>
                  <a:cubicBezTo>
                    <a:pt x="30550" y="119075"/>
                    <a:pt x="43743" y="107139"/>
                    <a:pt x="59383" y="99391"/>
                  </a:cubicBezTo>
                  <a:cubicBezTo>
                    <a:pt x="71098" y="93866"/>
                    <a:pt x="100530" y="86056"/>
                    <a:pt x="111484" y="97486"/>
                  </a:cubicBezTo>
                  <a:cubicBezTo>
                    <a:pt x="116437" y="102820"/>
                    <a:pt x="116342" y="96152"/>
                    <a:pt x="113770" y="102343"/>
                  </a:cubicBezTo>
                  <a:cubicBezTo>
                    <a:pt x="111322" y="106021"/>
                    <a:pt x="107588" y="108640"/>
                    <a:pt x="103293" y="109678"/>
                  </a:cubicBezTo>
                  <a:cubicBezTo>
                    <a:pt x="93939" y="112647"/>
                    <a:pt x="83852" y="112311"/>
                    <a:pt x="74718" y="108725"/>
                  </a:cubicBezTo>
                  <a:cubicBezTo>
                    <a:pt x="55668" y="102058"/>
                    <a:pt x="40713" y="84532"/>
                    <a:pt x="46143" y="63481"/>
                  </a:cubicBezTo>
                  <a:cubicBezTo>
                    <a:pt x="56144" y="21286"/>
                    <a:pt x="109865" y="6331"/>
                    <a:pt x="147489" y="5665"/>
                  </a:cubicBezTo>
                  <a:cubicBezTo>
                    <a:pt x="150060" y="5665"/>
                    <a:pt x="148441" y="807"/>
                    <a:pt x="146441" y="52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27" name="Google Shape;1627;g3f3ba1429e3_0_2532"/>
            <p:cNvSpPr/>
            <p:nvPr/>
          </p:nvSpPr>
          <p:spPr>
            <a:xfrm>
              <a:off x="7277060" y="1389030"/>
              <a:ext cx="67571" cy="71723"/>
            </a:xfrm>
            <a:custGeom>
              <a:rect b="b" l="l" r="r" t="t"/>
              <a:pathLst>
                <a:path extrusionOk="0" h="71723" w="67571">
                  <a:moveTo>
                    <a:pt x="40" y="0"/>
                  </a:moveTo>
                  <a:cubicBezTo>
                    <a:pt x="40" y="0"/>
                    <a:pt x="-2437" y="46101"/>
                    <a:pt x="31758" y="71723"/>
                  </a:cubicBezTo>
                  <a:lnTo>
                    <a:pt x="67572" y="60769"/>
                  </a:lnTo>
                  <a:cubicBezTo>
                    <a:pt x="67572" y="60769"/>
                    <a:pt x="43664" y="49339"/>
                    <a:pt x="3175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28" name="Google Shape;1628;g3f3ba1429e3_0_2532"/>
            <p:cNvSpPr/>
            <p:nvPr/>
          </p:nvSpPr>
          <p:spPr>
            <a:xfrm>
              <a:off x="6673742" y="2505075"/>
              <a:ext cx="67576" cy="71723"/>
            </a:xfrm>
            <a:custGeom>
              <a:rect b="b" l="l" r="r" t="t"/>
              <a:pathLst>
                <a:path extrusionOk="0" h="71723" w="67576">
                  <a:moveTo>
                    <a:pt x="44" y="0"/>
                  </a:moveTo>
                  <a:cubicBezTo>
                    <a:pt x="44" y="0"/>
                    <a:pt x="-2528" y="46101"/>
                    <a:pt x="31667" y="71723"/>
                  </a:cubicBezTo>
                  <a:lnTo>
                    <a:pt x="67576" y="60770"/>
                  </a:lnTo>
                  <a:cubicBezTo>
                    <a:pt x="67576" y="60770"/>
                    <a:pt x="43573" y="49339"/>
                    <a:pt x="31667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29" name="Google Shape;1629;g3f3ba1429e3_0_2532"/>
            <p:cNvSpPr/>
            <p:nvPr/>
          </p:nvSpPr>
          <p:spPr>
            <a:xfrm>
              <a:off x="6966541" y="3024568"/>
              <a:ext cx="67575" cy="71628"/>
            </a:xfrm>
            <a:custGeom>
              <a:rect b="b" l="l" r="r" t="t"/>
              <a:pathLst>
                <a:path extrusionOk="0" h="71628" w="67575">
                  <a:moveTo>
                    <a:pt x="44" y="0"/>
                  </a:moveTo>
                  <a:cubicBezTo>
                    <a:pt x="44" y="0"/>
                    <a:pt x="-2528" y="46006"/>
                    <a:pt x="31762" y="71628"/>
                  </a:cubicBezTo>
                  <a:lnTo>
                    <a:pt x="67576" y="60770"/>
                  </a:lnTo>
                  <a:cubicBezTo>
                    <a:pt x="67576" y="60770"/>
                    <a:pt x="43668" y="49244"/>
                    <a:pt x="3176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30" name="Google Shape;1630;g3f3ba1429e3_0_2532"/>
            <p:cNvSpPr/>
            <p:nvPr/>
          </p:nvSpPr>
          <p:spPr>
            <a:xfrm>
              <a:off x="8000238" y="1604200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88963" y="15812"/>
                  </a:moveTo>
                  <a:cubicBezTo>
                    <a:pt x="88963" y="15812"/>
                    <a:pt x="68008" y="56960"/>
                    <a:pt x="25622" y="62008"/>
                  </a:cubicBezTo>
                  <a:lnTo>
                    <a:pt x="0" y="34576"/>
                  </a:lnTo>
                  <a:cubicBezTo>
                    <a:pt x="0" y="34576"/>
                    <a:pt x="26479" y="36671"/>
                    <a:pt x="6153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31" name="Google Shape;1631;g3f3ba1429e3_0_2532"/>
            <p:cNvSpPr/>
            <p:nvPr/>
          </p:nvSpPr>
          <p:spPr>
            <a:xfrm>
              <a:off x="7754588" y="3075336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88963" y="15907"/>
                  </a:moveTo>
                  <a:cubicBezTo>
                    <a:pt x="88963" y="15907"/>
                    <a:pt x="68104" y="57055"/>
                    <a:pt x="25622" y="62008"/>
                  </a:cubicBezTo>
                  <a:lnTo>
                    <a:pt x="0" y="34671"/>
                  </a:lnTo>
                  <a:cubicBezTo>
                    <a:pt x="0" y="34671"/>
                    <a:pt x="26575" y="36671"/>
                    <a:pt x="61531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32" name="Google Shape;1632;g3f3ba1429e3_0_2532"/>
            <p:cNvSpPr/>
            <p:nvPr/>
          </p:nvSpPr>
          <p:spPr>
            <a:xfrm>
              <a:off x="7168324" y="2211133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88964" y="15907"/>
                  </a:moveTo>
                  <a:cubicBezTo>
                    <a:pt x="88964" y="15907"/>
                    <a:pt x="68104" y="57055"/>
                    <a:pt x="25622" y="62008"/>
                  </a:cubicBezTo>
                  <a:lnTo>
                    <a:pt x="0" y="34671"/>
                  </a:lnTo>
                  <a:cubicBezTo>
                    <a:pt x="0" y="34671"/>
                    <a:pt x="26575" y="36671"/>
                    <a:pt x="61532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33" name="Google Shape;1633;g3f3ba1429e3_0_2532"/>
            <p:cNvSpPr/>
            <p:nvPr/>
          </p:nvSpPr>
          <p:spPr>
            <a:xfrm>
              <a:off x="6787324" y="1703450"/>
              <a:ext cx="88868" cy="62007"/>
            </a:xfrm>
            <a:custGeom>
              <a:rect b="b" l="l" r="r" t="t"/>
              <a:pathLst>
                <a:path extrusionOk="0" h="62007" w="88868">
                  <a:moveTo>
                    <a:pt x="88868" y="15812"/>
                  </a:moveTo>
                  <a:cubicBezTo>
                    <a:pt x="88868" y="15812"/>
                    <a:pt x="68009" y="56960"/>
                    <a:pt x="25622" y="62008"/>
                  </a:cubicBezTo>
                  <a:lnTo>
                    <a:pt x="0" y="34576"/>
                  </a:lnTo>
                  <a:cubicBezTo>
                    <a:pt x="0" y="34576"/>
                    <a:pt x="26479" y="36671"/>
                    <a:pt x="6153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34" name="Google Shape;1634;g3f3ba1429e3_0_2532"/>
            <p:cNvSpPr/>
            <p:nvPr/>
          </p:nvSpPr>
          <p:spPr>
            <a:xfrm>
              <a:off x="7593901" y="1717929"/>
              <a:ext cx="73723" cy="63633"/>
            </a:xfrm>
            <a:custGeom>
              <a:rect b="b" l="l" r="r" t="t"/>
              <a:pathLst>
                <a:path extrusionOk="0" h="63633" w="73723">
                  <a:moveTo>
                    <a:pt x="73723" y="63246"/>
                  </a:moveTo>
                  <a:cubicBezTo>
                    <a:pt x="73723" y="63246"/>
                    <a:pt x="27908" y="68961"/>
                    <a:pt x="0" y="36481"/>
                  </a:cubicBezTo>
                  <a:lnTo>
                    <a:pt x="8477" y="0"/>
                  </a:lnTo>
                  <a:cubicBezTo>
                    <a:pt x="8477" y="0"/>
                    <a:pt x="21526" y="23146"/>
                    <a:pt x="71533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35" name="Google Shape;1635;g3f3ba1429e3_0_2532"/>
            <p:cNvSpPr/>
            <p:nvPr/>
          </p:nvSpPr>
          <p:spPr>
            <a:xfrm>
              <a:off x="6929723" y="1493138"/>
              <a:ext cx="73628" cy="63539"/>
            </a:xfrm>
            <a:custGeom>
              <a:rect b="b" l="l" r="r" t="t"/>
              <a:pathLst>
                <a:path extrusionOk="0" h="63539" w="73628">
                  <a:moveTo>
                    <a:pt x="73628" y="63151"/>
                  </a:moveTo>
                  <a:cubicBezTo>
                    <a:pt x="73628" y="63151"/>
                    <a:pt x="27908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7" y="23051"/>
                    <a:pt x="71533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36" name="Google Shape;1636;g3f3ba1429e3_0_2532"/>
            <p:cNvSpPr/>
            <p:nvPr/>
          </p:nvSpPr>
          <p:spPr>
            <a:xfrm>
              <a:off x="6159436" y="1393126"/>
              <a:ext cx="73628" cy="63539"/>
            </a:xfrm>
            <a:custGeom>
              <a:rect b="b" l="l" r="r" t="t"/>
              <a:pathLst>
                <a:path extrusionOk="0" h="63539" w="73628">
                  <a:moveTo>
                    <a:pt x="73628" y="63151"/>
                  </a:moveTo>
                  <a:cubicBezTo>
                    <a:pt x="73628" y="63151"/>
                    <a:pt x="27908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7" y="23051"/>
                    <a:pt x="71438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37" name="Google Shape;1637;g3f3ba1429e3_0_2532"/>
            <p:cNvSpPr/>
            <p:nvPr/>
          </p:nvSpPr>
          <p:spPr>
            <a:xfrm>
              <a:off x="6707505" y="2007584"/>
              <a:ext cx="73628" cy="63619"/>
            </a:xfrm>
            <a:custGeom>
              <a:rect b="b" l="l" r="r" t="t"/>
              <a:pathLst>
                <a:path extrusionOk="0" h="63619" w="73628">
                  <a:moveTo>
                    <a:pt x="73628" y="63246"/>
                  </a:moveTo>
                  <a:cubicBezTo>
                    <a:pt x="73628" y="63246"/>
                    <a:pt x="27908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6" y="23146"/>
                    <a:pt x="71533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38" name="Google Shape;1638;g3f3ba1429e3_0_2532"/>
            <p:cNvSpPr/>
            <p:nvPr/>
          </p:nvSpPr>
          <p:spPr>
            <a:xfrm>
              <a:off x="8078057" y="2348674"/>
              <a:ext cx="73628" cy="63619"/>
            </a:xfrm>
            <a:custGeom>
              <a:rect b="b" l="l" r="r" t="t"/>
              <a:pathLst>
                <a:path extrusionOk="0" h="63619" w="73628">
                  <a:moveTo>
                    <a:pt x="73628" y="63246"/>
                  </a:moveTo>
                  <a:cubicBezTo>
                    <a:pt x="73628" y="63246"/>
                    <a:pt x="27813" y="68866"/>
                    <a:pt x="0" y="36481"/>
                  </a:cubicBezTo>
                  <a:lnTo>
                    <a:pt x="8382" y="0"/>
                  </a:lnTo>
                  <a:cubicBezTo>
                    <a:pt x="8382" y="0"/>
                    <a:pt x="21527" y="23146"/>
                    <a:pt x="71438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39" name="Google Shape;1639;g3f3ba1429e3_0_2532"/>
            <p:cNvSpPr/>
            <p:nvPr/>
          </p:nvSpPr>
          <p:spPr>
            <a:xfrm>
              <a:off x="7265003" y="1937194"/>
              <a:ext cx="88963" cy="59245"/>
            </a:xfrm>
            <a:custGeom>
              <a:rect b="b" l="l" r="r" t="t"/>
              <a:pathLst>
                <a:path extrusionOk="0" h="59245" w="88963">
                  <a:moveTo>
                    <a:pt x="88963" y="13049"/>
                  </a:moveTo>
                  <a:cubicBezTo>
                    <a:pt x="88963" y="13049"/>
                    <a:pt x="68104" y="54197"/>
                    <a:pt x="25622" y="59246"/>
                  </a:cubicBezTo>
                  <a:lnTo>
                    <a:pt x="0" y="31814"/>
                  </a:lnTo>
                  <a:cubicBezTo>
                    <a:pt x="0" y="31814"/>
                    <a:pt x="31337" y="36671"/>
                    <a:pt x="6667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40" name="Google Shape;1640;g3f3ba1429e3_0_2532"/>
            <p:cNvSpPr/>
            <p:nvPr/>
          </p:nvSpPr>
          <p:spPr>
            <a:xfrm>
              <a:off x="7320057" y="2004822"/>
              <a:ext cx="80009" cy="68579"/>
            </a:xfrm>
            <a:custGeom>
              <a:rect b="b" l="l" r="r" t="t"/>
              <a:pathLst>
                <a:path extrusionOk="0" h="68579" w="80009">
                  <a:moveTo>
                    <a:pt x="80010" y="6191"/>
                  </a:moveTo>
                  <a:cubicBezTo>
                    <a:pt x="80010" y="6191"/>
                    <a:pt x="71818" y="51625"/>
                    <a:pt x="32385" y="68580"/>
                  </a:cubicBezTo>
                  <a:lnTo>
                    <a:pt x="0" y="49530"/>
                  </a:lnTo>
                  <a:cubicBezTo>
                    <a:pt x="22917" y="39195"/>
                    <a:pt x="41958" y="21850"/>
                    <a:pt x="54388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41" name="Google Shape;1641;g3f3ba1429e3_0_2532"/>
            <p:cNvSpPr/>
            <p:nvPr/>
          </p:nvSpPr>
          <p:spPr>
            <a:xfrm>
              <a:off x="5767825" y="1427135"/>
              <a:ext cx="98602" cy="187828"/>
            </a:xfrm>
            <a:custGeom>
              <a:rect b="b" l="l" r="r" t="t"/>
              <a:pathLst>
                <a:path extrusionOk="0" h="187828" w="98602">
                  <a:moveTo>
                    <a:pt x="22327" y="186"/>
                  </a:moveTo>
                  <a:cubicBezTo>
                    <a:pt x="66904" y="-4196"/>
                    <a:pt x="127102" y="70004"/>
                    <a:pt x="83478" y="105723"/>
                  </a:cubicBezTo>
                  <a:cubicBezTo>
                    <a:pt x="59379" y="125630"/>
                    <a:pt x="6611" y="116962"/>
                    <a:pt x="7278" y="79910"/>
                  </a:cubicBezTo>
                  <a:cubicBezTo>
                    <a:pt x="7535" y="77836"/>
                    <a:pt x="9125" y="76174"/>
                    <a:pt x="11183" y="75814"/>
                  </a:cubicBezTo>
                  <a:cubicBezTo>
                    <a:pt x="46235" y="67813"/>
                    <a:pt x="80811" y="82768"/>
                    <a:pt x="74905" y="123439"/>
                  </a:cubicBezTo>
                  <a:cubicBezTo>
                    <a:pt x="68409" y="159426"/>
                    <a:pt x="37900" y="186143"/>
                    <a:pt x="1372" y="187828"/>
                  </a:cubicBezTo>
                  <a:cubicBezTo>
                    <a:pt x="-819" y="187828"/>
                    <a:pt x="-57" y="184209"/>
                    <a:pt x="1372" y="183923"/>
                  </a:cubicBezTo>
                  <a:cubicBezTo>
                    <a:pt x="31852" y="177446"/>
                    <a:pt x="60618" y="158491"/>
                    <a:pt x="66523" y="125916"/>
                  </a:cubicBezTo>
                  <a:cubicBezTo>
                    <a:pt x="69314" y="114285"/>
                    <a:pt x="66914" y="102018"/>
                    <a:pt x="59951" y="92293"/>
                  </a:cubicBezTo>
                  <a:cubicBezTo>
                    <a:pt x="55836" y="87227"/>
                    <a:pt x="50292" y="83512"/>
                    <a:pt x="44044" y="81625"/>
                  </a:cubicBezTo>
                  <a:cubicBezTo>
                    <a:pt x="38901" y="80005"/>
                    <a:pt x="20041" y="77053"/>
                    <a:pt x="15945" y="81625"/>
                  </a:cubicBezTo>
                  <a:cubicBezTo>
                    <a:pt x="7659" y="90197"/>
                    <a:pt x="30042" y="104485"/>
                    <a:pt x="36710" y="106771"/>
                  </a:cubicBezTo>
                  <a:cubicBezTo>
                    <a:pt x="49997" y="111620"/>
                    <a:pt x="64761" y="110220"/>
                    <a:pt x="76905" y="102961"/>
                  </a:cubicBezTo>
                  <a:cubicBezTo>
                    <a:pt x="95384" y="90102"/>
                    <a:pt x="90812" y="65718"/>
                    <a:pt x="81858" y="48382"/>
                  </a:cubicBezTo>
                  <a:cubicBezTo>
                    <a:pt x="69857" y="25141"/>
                    <a:pt x="48616" y="6091"/>
                    <a:pt x="21374" y="5234"/>
                  </a:cubicBezTo>
                  <a:cubicBezTo>
                    <a:pt x="18993" y="5234"/>
                    <a:pt x="20232" y="567"/>
                    <a:pt x="22136" y="37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42" name="Google Shape;1642;g3f3ba1429e3_0_2532"/>
            <p:cNvSpPr/>
            <p:nvPr/>
          </p:nvSpPr>
          <p:spPr>
            <a:xfrm>
              <a:off x="5483864" y="2864761"/>
              <a:ext cx="236184" cy="124457"/>
            </a:xfrm>
            <a:custGeom>
              <a:rect b="b" l="l" r="r" t="t"/>
              <a:pathLst>
                <a:path extrusionOk="0" h="124457" w="236184">
                  <a:moveTo>
                    <a:pt x="234851" y="123897"/>
                  </a:moveTo>
                  <a:cubicBezTo>
                    <a:pt x="220849" y="92370"/>
                    <a:pt x="222278" y="59699"/>
                    <a:pt x="181606" y="49221"/>
                  </a:cubicBezTo>
                  <a:cubicBezTo>
                    <a:pt x="163699" y="44649"/>
                    <a:pt x="121313" y="40458"/>
                    <a:pt x="107787" y="56460"/>
                  </a:cubicBezTo>
                  <a:cubicBezTo>
                    <a:pt x="102786" y="64376"/>
                    <a:pt x="104282" y="74758"/>
                    <a:pt x="111311" y="80940"/>
                  </a:cubicBezTo>
                  <a:cubicBezTo>
                    <a:pt x="121979" y="90465"/>
                    <a:pt x="130361" y="79035"/>
                    <a:pt x="132647" y="69033"/>
                  </a:cubicBezTo>
                  <a:cubicBezTo>
                    <a:pt x="137019" y="49898"/>
                    <a:pt x="128847" y="30086"/>
                    <a:pt x="112264" y="19599"/>
                  </a:cubicBezTo>
                  <a:cubicBezTo>
                    <a:pt x="76688" y="-4033"/>
                    <a:pt x="28930" y="3635"/>
                    <a:pt x="2536" y="37220"/>
                  </a:cubicBezTo>
                  <a:cubicBezTo>
                    <a:pt x="1107" y="39030"/>
                    <a:pt x="-512" y="37220"/>
                    <a:pt x="155" y="35124"/>
                  </a:cubicBezTo>
                  <a:cubicBezTo>
                    <a:pt x="31397" y="-36789"/>
                    <a:pt x="181130" y="13217"/>
                    <a:pt x="133505" y="82178"/>
                  </a:cubicBezTo>
                  <a:cubicBezTo>
                    <a:pt x="118931" y="103038"/>
                    <a:pt x="93119" y="84559"/>
                    <a:pt x="97976" y="62556"/>
                  </a:cubicBezTo>
                  <a:cubicBezTo>
                    <a:pt x="103406" y="38077"/>
                    <a:pt x="145601" y="39315"/>
                    <a:pt x="163508" y="40458"/>
                  </a:cubicBezTo>
                  <a:cubicBezTo>
                    <a:pt x="182254" y="40497"/>
                    <a:pt x="200332" y="47450"/>
                    <a:pt x="214277" y="59985"/>
                  </a:cubicBezTo>
                  <a:cubicBezTo>
                    <a:pt x="230564" y="76082"/>
                    <a:pt x="232755" y="101418"/>
                    <a:pt x="236184" y="122850"/>
                  </a:cubicBezTo>
                  <a:cubicBezTo>
                    <a:pt x="236184" y="123897"/>
                    <a:pt x="235327" y="125231"/>
                    <a:pt x="234660" y="12389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43" name="Google Shape;1643;g3f3ba1429e3_0_2532"/>
            <p:cNvSpPr/>
            <p:nvPr/>
          </p:nvSpPr>
          <p:spPr>
            <a:xfrm>
              <a:off x="4430223" y="1371080"/>
              <a:ext cx="119560" cy="155761"/>
            </a:xfrm>
            <a:custGeom>
              <a:rect b="b" l="l" r="r" t="t"/>
              <a:pathLst>
                <a:path extrusionOk="0" h="155761" w="119560">
                  <a:moveTo>
                    <a:pt x="117964" y="8901"/>
                  </a:moveTo>
                  <a:cubicBezTo>
                    <a:pt x="88722" y="329"/>
                    <a:pt x="48527" y="2710"/>
                    <a:pt x="23952" y="22427"/>
                  </a:cubicBezTo>
                  <a:cubicBezTo>
                    <a:pt x="4902" y="37667"/>
                    <a:pt x="-5670" y="70719"/>
                    <a:pt x="22238" y="82053"/>
                  </a:cubicBezTo>
                  <a:cubicBezTo>
                    <a:pt x="33192" y="86435"/>
                    <a:pt x="69291" y="86435"/>
                    <a:pt x="73578" y="71576"/>
                  </a:cubicBezTo>
                  <a:cubicBezTo>
                    <a:pt x="76626" y="61194"/>
                    <a:pt x="65481" y="55002"/>
                    <a:pt x="56528" y="53669"/>
                  </a:cubicBezTo>
                  <a:cubicBezTo>
                    <a:pt x="30334" y="49573"/>
                    <a:pt x="5760" y="77196"/>
                    <a:pt x="6331" y="101865"/>
                  </a:cubicBezTo>
                  <a:cubicBezTo>
                    <a:pt x="7284" y="138918"/>
                    <a:pt x="50432" y="151205"/>
                    <a:pt x="80912" y="151491"/>
                  </a:cubicBezTo>
                  <a:cubicBezTo>
                    <a:pt x="82912" y="151491"/>
                    <a:pt x="82436" y="155301"/>
                    <a:pt x="80912" y="155396"/>
                  </a:cubicBezTo>
                  <a:cubicBezTo>
                    <a:pt x="29001" y="160444"/>
                    <a:pt x="-28911" y="112343"/>
                    <a:pt x="17190" y="64146"/>
                  </a:cubicBezTo>
                  <a:cubicBezTo>
                    <a:pt x="29667" y="51192"/>
                    <a:pt x="49098" y="41953"/>
                    <a:pt x="67005" y="49097"/>
                  </a:cubicBezTo>
                  <a:cubicBezTo>
                    <a:pt x="77102" y="53193"/>
                    <a:pt x="85103" y="62337"/>
                    <a:pt x="80055" y="73290"/>
                  </a:cubicBezTo>
                  <a:cubicBezTo>
                    <a:pt x="71958" y="90912"/>
                    <a:pt x="39383" y="93960"/>
                    <a:pt x="23571" y="89483"/>
                  </a:cubicBezTo>
                  <a:cubicBezTo>
                    <a:pt x="6643" y="84979"/>
                    <a:pt x="-3430" y="67605"/>
                    <a:pt x="1074" y="50676"/>
                  </a:cubicBezTo>
                  <a:cubicBezTo>
                    <a:pt x="1249" y="50017"/>
                    <a:pt x="1446" y="49363"/>
                    <a:pt x="1664" y="48716"/>
                  </a:cubicBezTo>
                  <a:cubicBezTo>
                    <a:pt x="14427" y="1853"/>
                    <a:pt x="79959" y="-8434"/>
                    <a:pt x="118917" y="6139"/>
                  </a:cubicBezTo>
                  <a:cubicBezTo>
                    <a:pt x="120060" y="6139"/>
                    <a:pt x="119583" y="9282"/>
                    <a:pt x="118250" y="890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44" name="Google Shape;1644;g3f3ba1429e3_0_2532"/>
            <p:cNvSpPr/>
            <p:nvPr/>
          </p:nvSpPr>
          <p:spPr>
            <a:xfrm>
              <a:off x="4089954" y="3302290"/>
              <a:ext cx="119595" cy="155637"/>
            </a:xfrm>
            <a:custGeom>
              <a:rect b="b" l="l" r="r" t="t"/>
              <a:pathLst>
                <a:path extrusionOk="0" h="155637" w="119595">
                  <a:moveTo>
                    <a:pt x="118095" y="8695"/>
                  </a:moveTo>
                  <a:cubicBezTo>
                    <a:pt x="88853" y="122"/>
                    <a:pt x="48658" y="2504"/>
                    <a:pt x="24083" y="22220"/>
                  </a:cubicBezTo>
                  <a:cubicBezTo>
                    <a:pt x="5033" y="37460"/>
                    <a:pt x="-5635" y="70512"/>
                    <a:pt x="22369" y="81847"/>
                  </a:cubicBezTo>
                  <a:cubicBezTo>
                    <a:pt x="33322" y="86228"/>
                    <a:pt x="69327" y="86228"/>
                    <a:pt x="73708" y="71369"/>
                  </a:cubicBezTo>
                  <a:cubicBezTo>
                    <a:pt x="76661" y="60987"/>
                    <a:pt x="65517" y="54796"/>
                    <a:pt x="56659" y="53462"/>
                  </a:cubicBezTo>
                  <a:cubicBezTo>
                    <a:pt x="30370" y="49367"/>
                    <a:pt x="5890" y="76989"/>
                    <a:pt x="6462" y="101659"/>
                  </a:cubicBezTo>
                  <a:cubicBezTo>
                    <a:pt x="7319" y="138711"/>
                    <a:pt x="50467" y="150998"/>
                    <a:pt x="80947" y="151284"/>
                  </a:cubicBezTo>
                  <a:cubicBezTo>
                    <a:pt x="83043" y="151284"/>
                    <a:pt x="82471" y="155094"/>
                    <a:pt x="80947" y="155285"/>
                  </a:cubicBezTo>
                  <a:cubicBezTo>
                    <a:pt x="29036" y="160238"/>
                    <a:pt x="-28876" y="112136"/>
                    <a:pt x="17225" y="63940"/>
                  </a:cubicBezTo>
                  <a:cubicBezTo>
                    <a:pt x="29703" y="50986"/>
                    <a:pt x="49039" y="41747"/>
                    <a:pt x="66946" y="48890"/>
                  </a:cubicBezTo>
                  <a:cubicBezTo>
                    <a:pt x="77137" y="52986"/>
                    <a:pt x="85138" y="62130"/>
                    <a:pt x="80090" y="73084"/>
                  </a:cubicBezTo>
                  <a:cubicBezTo>
                    <a:pt x="71994" y="90705"/>
                    <a:pt x="39323" y="93753"/>
                    <a:pt x="23512" y="89276"/>
                  </a:cubicBezTo>
                  <a:cubicBezTo>
                    <a:pt x="6632" y="84790"/>
                    <a:pt x="-3416" y="67474"/>
                    <a:pt x="1068" y="50595"/>
                  </a:cubicBezTo>
                  <a:cubicBezTo>
                    <a:pt x="1255" y="49890"/>
                    <a:pt x="1465" y="49195"/>
                    <a:pt x="1699" y="48509"/>
                  </a:cubicBezTo>
                  <a:cubicBezTo>
                    <a:pt x="14368" y="1646"/>
                    <a:pt x="79995" y="-8164"/>
                    <a:pt x="118952" y="5933"/>
                  </a:cubicBezTo>
                  <a:cubicBezTo>
                    <a:pt x="120095" y="5933"/>
                    <a:pt x="119619" y="9076"/>
                    <a:pt x="118285" y="869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45" name="Google Shape;1645;g3f3ba1429e3_0_2532"/>
            <p:cNvSpPr/>
            <p:nvPr/>
          </p:nvSpPr>
          <p:spPr>
            <a:xfrm>
              <a:off x="4198249" y="1939631"/>
              <a:ext cx="132976" cy="168431"/>
            </a:xfrm>
            <a:custGeom>
              <a:rect b="b" l="l" r="r" t="t"/>
              <a:pathLst>
                <a:path extrusionOk="0" h="168431" w="132976">
                  <a:moveTo>
                    <a:pt x="84762" y="40"/>
                  </a:moveTo>
                  <a:cubicBezTo>
                    <a:pt x="119624" y="10422"/>
                    <a:pt x="152009" y="71763"/>
                    <a:pt x="119624" y="99671"/>
                  </a:cubicBezTo>
                  <a:cubicBezTo>
                    <a:pt x="92097" y="123484"/>
                    <a:pt x="36471" y="118054"/>
                    <a:pt x="45710" y="72811"/>
                  </a:cubicBezTo>
                  <a:cubicBezTo>
                    <a:pt x="45921" y="71782"/>
                    <a:pt x="46637" y="70915"/>
                    <a:pt x="47615" y="70525"/>
                  </a:cubicBezTo>
                  <a:cubicBezTo>
                    <a:pt x="84191" y="61857"/>
                    <a:pt x="96288" y="104529"/>
                    <a:pt x="88572" y="132723"/>
                  </a:cubicBezTo>
                  <a:cubicBezTo>
                    <a:pt x="76666" y="176443"/>
                    <a:pt x="32470" y="175966"/>
                    <a:pt x="561" y="153011"/>
                  </a:cubicBezTo>
                  <a:cubicBezTo>
                    <a:pt x="-486" y="152249"/>
                    <a:pt x="-10" y="149296"/>
                    <a:pt x="1514" y="150058"/>
                  </a:cubicBezTo>
                  <a:cubicBezTo>
                    <a:pt x="27612" y="163108"/>
                    <a:pt x="64188" y="174633"/>
                    <a:pt x="80095" y="141295"/>
                  </a:cubicBezTo>
                  <a:cubicBezTo>
                    <a:pt x="88572" y="123484"/>
                    <a:pt x="88858" y="93670"/>
                    <a:pt x="72475" y="80335"/>
                  </a:cubicBezTo>
                  <a:cubicBezTo>
                    <a:pt x="68224" y="76335"/>
                    <a:pt x="62598" y="74116"/>
                    <a:pt x="56759" y="74144"/>
                  </a:cubicBezTo>
                  <a:cubicBezTo>
                    <a:pt x="44567" y="75573"/>
                    <a:pt x="46662" y="88813"/>
                    <a:pt x="53520" y="97099"/>
                  </a:cubicBezTo>
                  <a:cubicBezTo>
                    <a:pt x="64474" y="110434"/>
                    <a:pt x="86477" y="109006"/>
                    <a:pt x="101145" y="103862"/>
                  </a:cubicBezTo>
                  <a:cubicBezTo>
                    <a:pt x="151342" y="86146"/>
                    <a:pt x="116862" y="20995"/>
                    <a:pt x="84096" y="2707"/>
                  </a:cubicBezTo>
                  <a:cubicBezTo>
                    <a:pt x="83143" y="2135"/>
                    <a:pt x="83334" y="-341"/>
                    <a:pt x="84762" y="4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46" name="Google Shape;1646;g3f3ba1429e3_0_2532"/>
            <p:cNvSpPr/>
            <p:nvPr/>
          </p:nvSpPr>
          <p:spPr>
            <a:xfrm>
              <a:off x="4348962" y="2716998"/>
              <a:ext cx="138697" cy="217633"/>
            </a:xfrm>
            <a:custGeom>
              <a:rect b="b" l="l" r="r" t="t"/>
              <a:pathLst>
                <a:path extrusionOk="0" h="217633" w="138697">
                  <a:moveTo>
                    <a:pt x="44824" y="2770"/>
                  </a:moveTo>
                  <a:cubicBezTo>
                    <a:pt x="-14516" y="7533"/>
                    <a:pt x="-3848" y="120213"/>
                    <a:pt x="44062" y="135453"/>
                  </a:cubicBezTo>
                  <a:cubicBezTo>
                    <a:pt x="50010" y="137577"/>
                    <a:pt x="56562" y="137235"/>
                    <a:pt x="62255" y="134501"/>
                  </a:cubicBezTo>
                  <a:cubicBezTo>
                    <a:pt x="69394" y="129253"/>
                    <a:pt x="73434" y="120775"/>
                    <a:pt x="73018" y="111927"/>
                  </a:cubicBezTo>
                  <a:cubicBezTo>
                    <a:pt x="67303" y="92877"/>
                    <a:pt x="34918" y="117070"/>
                    <a:pt x="31204" y="124595"/>
                  </a:cubicBezTo>
                  <a:cubicBezTo>
                    <a:pt x="18554" y="144931"/>
                    <a:pt x="20399" y="171096"/>
                    <a:pt x="35776" y="189460"/>
                  </a:cubicBezTo>
                  <a:cubicBezTo>
                    <a:pt x="60160" y="215844"/>
                    <a:pt x="106832" y="216702"/>
                    <a:pt x="137312" y="201462"/>
                  </a:cubicBezTo>
                  <a:cubicBezTo>
                    <a:pt x="138836" y="200604"/>
                    <a:pt x="139122" y="203557"/>
                    <a:pt x="138074" y="204319"/>
                  </a:cubicBezTo>
                  <a:cubicBezTo>
                    <a:pt x="105213" y="225369"/>
                    <a:pt x="50158" y="222321"/>
                    <a:pt x="25774" y="188984"/>
                  </a:cubicBezTo>
                  <a:cubicBezTo>
                    <a:pt x="6724" y="162314"/>
                    <a:pt x="19774" y="91543"/>
                    <a:pt x="62255" y="97830"/>
                  </a:cubicBezTo>
                  <a:cubicBezTo>
                    <a:pt x="101879" y="103640"/>
                    <a:pt x="74447" y="148788"/>
                    <a:pt x="44443" y="142788"/>
                  </a:cubicBezTo>
                  <a:cubicBezTo>
                    <a:pt x="14440" y="136787"/>
                    <a:pt x="3581" y="96972"/>
                    <a:pt x="724" y="72303"/>
                  </a:cubicBezTo>
                  <a:cubicBezTo>
                    <a:pt x="-2896" y="41251"/>
                    <a:pt x="6343" y="-659"/>
                    <a:pt x="44824" y="8"/>
                  </a:cubicBezTo>
                  <a:cubicBezTo>
                    <a:pt x="46063" y="8"/>
                    <a:pt x="45967" y="2675"/>
                    <a:pt x="44824" y="277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47" name="Google Shape;1647;g3f3ba1429e3_0_2532"/>
            <p:cNvSpPr/>
            <p:nvPr/>
          </p:nvSpPr>
          <p:spPr>
            <a:xfrm>
              <a:off x="5136649" y="1768271"/>
              <a:ext cx="148815" cy="239258"/>
            </a:xfrm>
            <a:custGeom>
              <a:rect b="b" l="l" r="r" t="t"/>
              <a:pathLst>
                <a:path extrusionOk="0" h="239258" w="148815">
                  <a:moveTo>
                    <a:pt x="2374" y="521"/>
                  </a:moveTo>
                  <a:cubicBezTo>
                    <a:pt x="43522" y="-4718"/>
                    <a:pt x="132009" y="29953"/>
                    <a:pt x="108959" y="86246"/>
                  </a:cubicBezTo>
                  <a:cubicBezTo>
                    <a:pt x="96672" y="116250"/>
                    <a:pt x="41808" y="135490"/>
                    <a:pt x="23805" y="101105"/>
                  </a:cubicBezTo>
                  <a:cubicBezTo>
                    <a:pt x="23005" y="99158"/>
                    <a:pt x="23891" y="96925"/>
                    <a:pt x="25806" y="96057"/>
                  </a:cubicBezTo>
                  <a:cubicBezTo>
                    <a:pt x="111531" y="47479"/>
                    <a:pt x="201828" y="187783"/>
                    <a:pt x="110864" y="238932"/>
                  </a:cubicBezTo>
                  <a:cubicBezTo>
                    <a:pt x="108006" y="240551"/>
                    <a:pt x="108102" y="235693"/>
                    <a:pt x="109721" y="234455"/>
                  </a:cubicBezTo>
                  <a:cubicBezTo>
                    <a:pt x="142335" y="212163"/>
                    <a:pt x="150707" y="167651"/>
                    <a:pt x="128409" y="135034"/>
                  </a:cubicBezTo>
                  <a:cubicBezTo>
                    <a:pt x="128123" y="134612"/>
                    <a:pt x="127828" y="134192"/>
                    <a:pt x="127533" y="133776"/>
                  </a:cubicBezTo>
                  <a:cubicBezTo>
                    <a:pt x="118265" y="118981"/>
                    <a:pt x="105073" y="107044"/>
                    <a:pt x="89433" y="99295"/>
                  </a:cubicBezTo>
                  <a:cubicBezTo>
                    <a:pt x="77717" y="93771"/>
                    <a:pt x="48285" y="85960"/>
                    <a:pt x="37331" y="97390"/>
                  </a:cubicBezTo>
                  <a:cubicBezTo>
                    <a:pt x="32378" y="102724"/>
                    <a:pt x="32473" y="96057"/>
                    <a:pt x="35045" y="102248"/>
                  </a:cubicBezTo>
                  <a:cubicBezTo>
                    <a:pt x="37493" y="105926"/>
                    <a:pt x="41227" y="108545"/>
                    <a:pt x="45522" y="109582"/>
                  </a:cubicBezTo>
                  <a:cubicBezTo>
                    <a:pt x="54876" y="112552"/>
                    <a:pt x="64963" y="112216"/>
                    <a:pt x="74097" y="108630"/>
                  </a:cubicBezTo>
                  <a:cubicBezTo>
                    <a:pt x="93147" y="101962"/>
                    <a:pt x="108102" y="84436"/>
                    <a:pt x="102672" y="63386"/>
                  </a:cubicBezTo>
                  <a:cubicBezTo>
                    <a:pt x="92671" y="21190"/>
                    <a:pt x="38950" y="6236"/>
                    <a:pt x="1326" y="5569"/>
                  </a:cubicBezTo>
                  <a:cubicBezTo>
                    <a:pt x="-1245" y="5569"/>
                    <a:pt x="374" y="712"/>
                    <a:pt x="2374" y="42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48" name="Google Shape;1648;g3f3ba1429e3_0_2532"/>
            <p:cNvSpPr/>
            <p:nvPr/>
          </p:nvSpPr>
          <p:spPr>
            <a:xfrm>
              <a:off x="4904517" y="1472755"/>
              <a:ext cx="67575" cy="71818"/>
            </a:xfrm>
            <a:custGeom>
              <a:rect b="b" l="l" r="r" t="t"/>
              <a:pathLst>
                <a:path extrusionOk="0" h="71818" w="67575">
                  <a:moveTo>
                    <a:pt x="67532" y="95"/>
                  </a:moveTo>
                  <a:cubicBezTo>
                    <a:pt x="67532" y="95"/>
                    <a:pt x="70104" y="46196"/>
                    <a:pt x="35814" y="71819"/>
                  </a:cubicBezTo>
                  <a:lnTo>
                    <a:pt x="0" y="60770"/>
                  </a:lnTo>
                  <a:cubicBezTo>
                    <a:pt x="0" y="60770"/>
                    <a:pt x="23908" y="49340"/>
                    <a:pt x="3581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49" name="Google Shape;1649;g3f3ba1429e3_0_2532"/>
            <p:cNvSpPr/>
            <p:nvPr/>
          </p:nvSpPr>
          <p:spPr>
            <a:xfrm>
              <a:off x="5644705" y="2613755"/>
              <a:ext cx="67576" cy="71723"/>
            </a:xfrm>
            <a:custGeom>
              <a:rect b="b" l="l" r="r" t="t"/>
              <a:pathLst>
                <a:path extrusionOk="0" h="71723" w="67576">
                  <a:moveTo>
                    <a:pt x="67532" y="0"/>
                  </a:moveTo>
                  <a:cubicBezTo>
                    <a:pt x="67532" y="0"/>
                    <a:pt x="70104" y="46101"/>
                    <a:pt x="35814" y="71723"/>
                  </a:cubicBezTo>
                  <a:lnTo>
                    <a:pt x="0" y="60865"/>
                  </a:lnTo>
                  <a:cubicBezTo>
                    <a:pt x="0" y="60865"/>
                    <a:pt x="23908" y="49339"/>
                    <a:pt x="3581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50" name="Google Shape;1650;g3f3ba1429e3_0_2532"/>
            <p:cNvSpPr/>
            <p:nvPr/>
          </p:nvSpPr>
          <p:spPr>
            <a:xfrm>
              <a:off x="5503163" y="3164776"/>
              <a:ext cx="67572" cy="71723"/>
            </a:xfrm>
            <a:custGeom>
              <a:rect b="b" l="l" r="r" t="t"/>
              <a:pathLst>
                <a:path extrusionOk="0" h="71723" w="67572">
                  <a:moveTo>
                    <a:pt x="67532" y="0"/>
                  </a:moveTo>
                  <a:cubicBezTo>
                    <a:pt x="67532" y="0"/>
                    <a:pt x="70009" y="46101"/>
                    <a:pt x="35814" y="71723"/>
                  </a:cubicBezTo>
                  <a:lnTo>
                    <a:pt x="0" y="60770"/>
                  </a:lnTo>
                  <a:cubicBezTo>
                    <a:pt x="0" y="60770"/>
                    <a:pt x="23908" y="49340"/>
                    <a:pt x="35814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51" name="Google Shape;1651;g3f3ba1429e3_0_2532"/>
            <p:cNvSpPr/>
            <p:nvPr/>
          </p:nvSpPr>
          <p:spPr>
            <a:xfrm>
              <a:off x="4139660" y="1604200"/>
              <a:ext cx="89439" cy="62007"/>
            </a:xfrm>
            <a:custGeom>
              <a:rect b="b" l="l" r="r" t="t"/>
              <a:pathLst>
                <a:path extrusionOk="0" h="62007" w="89439">
                  <a:moveTo>
                    <a:pt x="0" y="15812"/>
                  </a:moveTo>
                  <a:cubicBezTo>
                    <a:pt x="0" y="15812"/>
                    <a:pt x="20955" y="56960"/>
                    <a:pt x="63341" y="62008"/>
                  </a:cubicBezTo>
                  <a:lnTo>
                    <a:pt x="89440" y="34576"/>
                  </a:lnTo>
                  <a:cubicBezTo>
                    <a:pt x="89440" y="34576"/>
                    <a:pt x="62960" y="36671"/>
                    <a:pt x="2790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52" name="Google Shape;1652;g3f3ba1429e3_0_2532"/>
            <p:cNvSpPr/>
            <p:nvPr/>
          </p:nvSpPr>
          <p:spPr>
            <a:xfrm>
              <a:off x="4582763" y="3025235"/>
              <a:ext cx="88963" cy="62007"/>
            </a:xfrm>
            <a:custGeom>
              <a:rect b="b" l="l" r="r" t="t"/>
              <a:pathLst>
                <a:path extrusionOk="0" h="62007" w="88963">
                  <a:moveTo>
                    <a:pt x="0" y="15812"/>
                  </a:moveTo>
                  <a:cubicBezTo>
                    <a:pt x="0" y="15812"/>
                    <a:pt x="20860" y="56959"/>
                    <a:pt x="63341" y="62008"/>
                  </a:cubicBezTo>
                  <a:lnTo>
                    <a:pt x="88964" y="34576"/>
                  </a:lnTo>
                  <a:cubicBezTo>
                    <a:pt x="88964" y="34576"/>
                    <a:pt x="62389" y="36671"/>
                    <a:pt x="2743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53" name="Google Shape;1653;g3f3ba1429e3_0_2532"/>
            <p:cNvSpPr/>
            <p:nvPr/>
          </p:nvSpPr>
          <p:spPr>
            <a:xfrm>
              <a:off x="5033867" y="2264568"/>
              <a:ext cx="88868" cy="62007"/>
            </a:xfrm>
            <a:custGeom>
              <a:rect b="b" l="l" r="r" t="t"/>
              <a:pathLst>
                <a:path extrusionOk="0" h="62007" w="88868">
                  <a:moveTo>
                    <a:pt x="0" y="15812"/>
                  </a:moveTo>
                  <a:cubicBezTo>
                    <a:pt x="0" y="15812"/>
                    <a:pt x="20860" y="56959"/>
                    <a:pt x="63341" y="62008"/>
                  </a:cubicBezTo>
                  <a:lnTo>
                    <a:pt x="88868" y="34576"/>
                  </a:lnTo>
                  <a:cubicBezTo>
                    <a:pt x="88868" y="34576"/>
                    <a:pt x="62389" y="36671"/>
                    <a:pt x="27432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54" name="Google Shape;1654;g3f3ba1429e3_0_2532"/>
            <p:cNvSpPr/>
            <p:nvPr/>
          </p:nvSpPr>
          <p:spPr>
            <a:xfrm>
              <a:off x="5448300" y="1726025"/>
              <a:ext cx="88868" cy="62007"/>
            </a:xfrm>
            <a:custGeom>
              <a:rect b="b" l="l" r="r" t="t"/>
              <a:pathLst>
                <a:path extrusionOk="0" h="62007" w="88868">
                  <a:moveTo>
                    <a:pt x="0" y="15812"/>
                  </a:moveTo>
                  <a:cubicBezTo>
                    <a:pt x="0" y="15812"/>
                    <a:pt x="20860" y="56960"/>
                    <a:pt x="63341" y="62008"/>
                  </a:cubicBezTo>
                  <a:lnTo>
                    <a:pt x="88868" y="34576"/>
                  </a:lnTo>
                  <a:cubicBezTo>
                    <a:pt x="88868" y="34576"/>
                    <a:pt x="62389" y="36671"/>
                    <a:pt x="2743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55" name="Google Shape;1655;g3f3ba1429e3_0_2532"/>
            <p:cNvSpPr/>
            <p:nvPr/>
          </p:nvSpPr>
          <p:spPr>
            <a:xfrm>
              <a:off x="4561141" y="1717929"/>
              <a:ext cx="73723" cy="63633"/>
            </a:xfrm>
            <a:custGeom>
              <a:rect b="b" l="l" r="r" t="t"/>
              <a:pathLst>
                <a:path extrusionOk="0" h="63633" w="73723">
                  <a:moveTo>
                    <a:pt x="0" y="63246"/>
                  </a:moveTo>
                  <a:cubicBezTo>
                    <a:pt x="0" y="63246"/>
                    <a:pt x="45815" y="68961"/>
                    <a:pt x="73723" y="36481"/>
                  </a:cubicBezTo>
                  <a:lnTo>
                    <a:pt x="65246" y="0"/>
                  </a:lnTo>
                  <a:cubicBezTo>
                    <a:pt x="65246" y="0"/>
                    <a:pt x="52197" y="23146"/>
                    <a:pt x="2191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56" name="Google Shape;1656;g3f3ba1429e3_0_2532"/>
            <p:cNvSpPr/>
            <p:nvPr/>
          </p:nvSpPr>
          <p:spPr>
            <a:xfrm>
              <a:off x="5343525" y="1361312"/>
              <a:ext cx="73723" cy="63539"/>
            </a:xfrm>
            <a:custGeom>
              <a:rect b="b" l="l" r="r" t="t"/>
              <a:pathLst>
                <a:path extrusionOk="0" h="63539" w="73723">
                  <a:moveTo>
                    <a:pt x="0" y="63151"/>
                  </a:moveTo>
                  <a:cubicBezTo>
                    <a:pt x="0" y="63151"/>
                    <a:pt x="45815" y="68866"/>
                    <a:pt x="73724" y="36481"/>
                  </a:cubicBezTo>
                  <a:lnTo>
                    <a:pt x="65342" y="0"/>
                  </a:lnTo>
                  <a:cubicBezTo>
                    <a:pt x="65342" y="0"/>
                    <a:pt x="52197" y="23051"/>
                    <a:pt x="2191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57" name="Google Shape;1657;g3f3ba1429e3_0_2532"/>
            <p:cNvSpPr/>
            <p:nvPr/>
          </p:nvSpPr>
          <p:spPr>
            <a:xfrm>
              <a:off x="5447442" y="1969103"/>
              <a:ext cx="73628" cy="63619"/>
            </a:xfrm>
            <a:custGeom>
              <a:rect b="b" l="l" r="r" t="t"/>
              <a:pathLst>
                <a:path extrusionOk="0" h="63619" w="73628">
                  <a:moveTo>
                    <a:pt x="0" y="63246"/>
                  </a:moveTo>
                  <a:cubicBezTo>
                    <a:pt x="0" y="63246"/>
                    <a:pt x="45720" y="68866"/>
                    <a:pt x="73628" y="36481"/>
                  </a:cubicBezTo>
                  <a:lnTo>
                    <a:pt x="65246" y="0"/>
                  </a:lnTo>
                  <a:cubicBezTo>
                    <a:pt x="65246" y="0"/>
                    <a:pt x="52102" y="23146"/>
                    <a:pt x="2096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58" name="Google Shape;1658;g3f3ba1429e3_0_2532"/>
            <p:cNvSpPr/>
            <p:nvPr/>
          </p:nvSpPr>
          <p:spPr>
            <a:xfrm>
              <a:off x="3962400" y="2874835"/>
              <a:ext cx="73723" cy="63634"/>
            </a:xfrm>
            <a:custGeom>
              <a:rect b="b" l="l" r="r" t="t"/>
              <a:pathLst>
                <a:path extrusionOk="0" h="63634" w="73723">
                  <a:moveTo>
                    <a:pt x="0" y="63246"/>
                  </a:moveTo>
                  <a:cubicBezTo>
                    <a:pt x="0" y="63246"/>
                    <a:pt x="45815" y="68961"/>
                    <a:pt x="73724" y="36576"/>
                  </a:cubicBezTo>
                  <a:lnTo>
                    <a:pt x="65342" y="0"/>
                  </a:lnTo>
                  <a:cubicBezTo>
                    <a:pt x="65342" y="0"/>
                    <a:pt x="52197" y="23146"/>
                    <a:pt x="2191" y="3162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59" name="Google Shape;1659;g3f3ba1429e3_0_2532"/>
            <p:cNvSpPr/>
            <p:nvPr/>
          </p:nvSpPr>
          <p:spPr>
            <a:xfrm>
              <a:off x="4874895" y="1937194"/>
              <a:ext cx="88963" cy="59245"/>
            </a:xfrm>
            <a:custGeom>
              <a:rect b="b" l="l" r="r" t="t"/>
              <a:pathLst>
                <a:path extrusionOk="0" h="59245" w="88963">
                  <a:moveTo>
                    <a:pt x="0" y="13049"/>
                  </a:moveTo>
                  <a:cubicBezTo>
                    <a:pt x="0" y="13049"/>
                    <a:pt x="20860" y="54197"/>
                    <a:pt x="63341" y="59246"/>
                  </a:cubicBezTo>
                  <a:lnTo>
                    <a:pt x="88963" y="31814"/>
                  </a:lnTo>
                  <a:cubicBezTo>
                    <a:pt x="88963" y="31814"/>
                    <a:pt x="57626" y="36671"/>
                    <a:pt x="22288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60" name="Google Shape;1660;g3f3ba1429e3_0_2532"/>
            <p:cNvSpPr/>
            <p:nvPr/>
          </p:nvSpPr>
          <p:spPr>
            <a:xfrm>
              <a:off x="4829175" y="2004822"/>
              <a:ext cx="80010" cy="68579"/>
            </a:xfrm>
            <a:custGeom>
              <a:rect b="b" l="l" r="r" t="t"/>
              <a:pathLst>
                <a:path extrusionOk="0" h="68579" w="80010">
                  <a:moveTo>
                    <a:pt x="0" y="6191"/>
                  </a:moveTo>
                  <a:cubicBezTo>
                    <a:pt x="0" y="6191"/>
                    <a:pt x="8192" y="51625"/>
                    <a:pt x="47625" y="68580"/>
                  </a:cubicBezTo>
                  <a:lnTo>
                    <a:pt x="80010" y="49530"/>
                  </a:lnTo>
                  <a:cubicBezTo>
                    <a:pt x="57093" y="39195"/>
                    <a:pt x="38052" y="21850"/>
                    <a:pt x="2562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61" name="Google Shape;1661;g3f3ba1429e3_0_2532"/>
            <p:cNvSpPr/>
            <p:nvPr/>
          </p:nvSpPr>
          <p:spPr>
            <a:xfrm>
              <a:off x="6047612" y="1718405"/>
              <a:ext cx="80010" cy="68675"/>
            </a:xfrm>
            <a:custGeom>
              <a:rect b="b" l="l" r="r" t="t"/>
              <a:pathLst>
                <a:path extrusionOk="0" h="68675" w="80010">
                  <a:moveTo>
                    <a:pt x="80010" y="6191"/>
                  </a:moveTo>
                  <a:cubicBezTo>
                    <a:pt x="80010" y="6191"/>
                    <a:pt x="71819" y="51625"/>
                    <a:pt x="32385" y="68675"/>
                  </a:cubicBezTo>
                  <a:lnTo>
                    <a:pt x="0" y="49625"/>
                  </a:lnTo>
                  <a:cubicBezTo>
                    <a:pt x="22936" y="39272"/>
                    <a:pt x="41986" y="21893"/>
                    <a:pt x="54388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662" name="Google Shape;1662;g3f3ba1429e3_0_2532"/>
            <p:cNvSpPr/>
            <p:nvPr/>
          </p:nvSpPr>
          <p:spPr>
            <a:xfrm>
              <a:off x="6244018" y="1760886"/>
              <a:ext cx="88963" cy="59245"/>
            </a:xfrm>
            <a:custGeom>
              <a:rect b="b" l="l" r="r" t="t"/>
              <a:pathLst>
                <a:path extrusionOk="0" h="59245" w="88963">
                  <a:moveTo>
                    <a:pt x="88963" y="13049"/>
                  </a:moveTo>
                  <a:cubicBezTo>
                    <a:pt x="88963" y="13049"/>
                    <a:pt x="68104" y="54197"/>
                    <a:pt x="25622" y="59245"/>
                  </a:cubicBezTo>
                  <a:lnTo>
                    <a:pt x="0" y="31909"/>
                  </a:lnTo>
                  <a:cubicBezTo>
                    <a:pt x="0" y="31909"/>
                    <a:pt x="31337" y="36671"/>
                    <a:pt x="6667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g3f3ba1429e3_0_2624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3200"/>
              <a:buFont typeface="Fredoka"/>
              <a:buNone/>
              <a:defRPr b="1" i="0" sz="32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65" name="Google Shape;1665;g3f3ba1429e3_0_2624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72A4B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666" name="Google Shape;1666;g3f3ba1429e3_0_2624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667" name="Google Shape;1667;g3f3ba1429e3_0_2624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668" name="Google Shape;1668;g3f3ba1429e3_0_2624"/>
          <p:cNvSpPr/>
          <p:nvPr/>
        </p:nvSpPr>
        <p:spPr>
          <a:xfrm>
            <a:off x="10619150" y="5964807"/>
            <a:ext cx="993300" cy="399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76200" rotWithShape="0" algn="tl" dir="2700000" dist="139700">
              <a:srgbClr val="000000">
                <a:alpha val="23922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g3f3ba1429e3_0_2630"/>
          <p:cNvSpPr txBox="1"/>
          <p:nvPr>
            <p:ph type="ctrTitle"/>
          </p:nvPr>
        </p:nvSpPr>
        <p:spPr>
          <a:xfrm>
            <a:off x="959999" y="1748091"/>
            <a:ext cx="5136000" cy="27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Quicksand"/>
              <a:buNone/>
              <a:defRPr b="1" i="0" sz="6933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1" name="Google Shape;1671;g3f3ba1429e3_0_2630"/>
          <p:cNvSpPr txBox="1"/>
          <p:nvPr>
            <p:ph idx="1" type="subTitle"/>
          </p:nvPr>
        </p:nvSpPr>
        <p:spPr>
          <a:xfrm>
            <a:off x="959999" y="4366658"/>
            <a:ext cx="51360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1" i="0" sz="1867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672" name="Google Shape;1672;g3f3ba1429e3_0_2630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3" name="Google Shape;1673;g3f3ba1429e3_0_2630"/>
          <p:cNvSpPr txBox="1"/>
          <p:nvPr>
            <p:ph idx="2" type="body"/>
          </p:nvPr>
        </p:nvSpPr>
        <p:spPr>
          <a:xfrm>
            <a:off x="6618288" y="1296988"/>
            <a:ext cx="4799100" cy="46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674" name="Google Shape;1674;g3f3ba1429e3_0_2630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">
    <p:spTree>
      <p:nvGrpSpPr>
        <p:cNvPr id="1675" name="Shape 1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6" name="Google Shape;1676;g3f3ba1429e3_0_2636"/>
          <p:cNvSpPr txBox="1"/>
          <p:nvPr>
            <p:ph type="ctrTitle"/>
          </p:nvPr>
        </p:nvSpPr>
        <p:spPr>
          <a:xfrm>
            <a:off x="959999" y="1147200"/>
            <a:ext cx="10048200" cy="275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Fredoka"/>
              <a:buNone/>
              <a:defRPr b="1" i="0" sz="6933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7" name="Google Shape;1677;g3f3ba1429e3_0_2636"/>
          <p:cNvSpPr txBox="1"/>
          <p:nvPr>
            <p:ph idx="1" type="subTitle"/>
          </p:nvPr>
        </p:nvSpPr>
        <p:spPr>
          <a:xfrm>
            <a:off x="959999" y="3765767"/>
            <a:ext cx="10048200" cy="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0" i="0" sz="1867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3733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678" name="Google Shape;1678;g3f3ba1429e3_0_2636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g3f3ba1429e3_0_2636"/>
          <p:cNvSpPr txBox="1"/>
          <p:nvPr>
            <p:ph idx="2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 2"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g3f3ba1429e3_0_2641"/>
          <p:cNvSpPr txBox="1"/>
          <p:nvPr>
            <p:ph type="ctrTitle"/>
          </p:nvPr>
        </p:nvSpPr>
        <p:spPr>
          <a:xfrm>
            <a:off x="579432" y="1300532"/>
            <a:ext cx="2430000" cy="371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Fredoka"/>
              <a:buNone/>
              <a:defRPr b="1" i="0" sz="48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2" name="Google Shape;1682;g3f3ba1429e3_0_2641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g3f3ba1429e3_0_2641"/>
          <p:cNvSpPr txBox="1"/>
          <p:nvPr>
            <p:ph idx="1" type="body"/>
          </p:nvPr>
        </p:nvSpPr>
        <p:spPr>
          <a:xfrm>
            <a:off x="579432" y="548057"/>
            <a:ext cx="2430000" cy="6192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684" name="Google Shape;1684;g3f3ba1429e3_0_2641"/>
          <p:cNvSpPr txBox="1"/>
          <p:nvPr>
            <p:ph idx="2" type="body"/>
          </p:nvPr>
        </p:nvSpPr>
        <p:spPr>
          <a:xfrm>
            <a:off x="579431" y="5019996"/>
            <a:ext cx="2430000" cy="10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685" name="Google Shape;1685;g3f3ba1429e3_0_2641"/>
          <p:cNvSpPr txBox="1"/>
          <p:nvPr>
            <p:ph idx="3" type="body"/>
          </p:nvPr>
        </p:nvSpPr>
        <p:spPr>
          <a:xfrm>
            <a:off x="3124200" y="1300163"/>
            <a:ext cx="8488500" cy="48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686" name="Google Shape;1686;g3f3ba1429e3_0_2641"/>
          <p:cNvSpPr txBox="1"/>
          <p:nvPr>
            <p:ph idx="4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PORTANT NOTE!">
  <p:cSld name="IMPORTANT NOTE!">
    <p:spTree>
      <p:nvGrpSpPr>
        <p:cNvPr id="1687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g3f3ba1429e3_0_2648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6000"/>
              <a:buFont typeface="Fredoka"/>
              <a:buNone/>
              <a:defRPr b="1" i="0" sz="60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9" name="Google Shape;1689;g3f3ba1429e3_0_2648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690" name="Google Shape;1690;g3f3ba1429e3_0_2648"/>
          <p:cNvSpPr/>
          <p:nvPr/>
        </p:nvSpPr>
        <p:spPr>
          <a:xfrm>
            <a:off x="10619152" y="6115573"/>
            <a:ext cx="993300" cy="333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1" name="Google Shape;1691;g3f3ba1429e3_0_2648"/>
          <p:cNvSpPr txBox="1"/>
          <p:nvPr>
            <p:ph idx="2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pic>
        <p:nvPicPr>
          <p:cNvPr id="1692" name="Google Shape;1692;g3f3ba1429e3_0_2648"/>
          <p:cNvPicPr preferRelativeResize="0"/>
          <p:nvPr/>
        </p:nvPicPr>
        <p:blipFill rotWithShape="1">
          <a:blip r:embed="rId3">
            <a:alphaModFix/>
          </a:blip>
          <a:srcRect b="36792" l="26111" r="26757" t="35127"/>
          <a:stretch/>
        </p:blipFill>
        <p:spPr>
          <a:xfrm>
            <a:off x="200125" y="6115575"/>
            <a:ext cx="898355" cy="47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3" name="Google Shape;1693;g3f3ba1429e3_0_26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4227" y="6115577"/>
            <a:ext cx="1105124" cy="433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1_Title slide 3"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g3f3ba1429e3_0_2655"/>
          <p:cNvSpPr txBox="1"/>
          <p:nvPr>
            <p:ph type="ctrTitle"/>
          </p:nvPr>
        </p:nvSpPr>
        <p:spPr>
          <a:xfrm>
            <a:off x="959999" y="2052400"/>
            <a:ext cx="4488300" cy="27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Fredoka"/>
              <a:buNone/>
              <a:defRPr b="1" i="0" sz="54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96" name="Google Shape;1696;g3f3ba1429e3_0_2655"/>
          <p:cNvSpPr txBox="1"/>
          <p:nvPr>
            <p:ph idx="1" type="body"/>
          </p:nvPr>
        </p:nvSpPr>
        <p:spPr>
          <a:xfrm>
            <a:off x="959999" y="561975"/>
            <a:ext cx="2430000" cy="6192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697" name="Google Shape;1697;g3f3ba1429e3_0_2655"/>
          <p:cNvSpPr txBox="1"/>
          <p:nvPr>
            <p:ph idx="2" type="body"/>
          </p:nvPr>
        </p:nvSpPr>
        <p:spPr>
          <a:xfrm>
            <a:off x="959999" y="5124450"/>
            <a:ext cx="44883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698" name="Google Shape;1698;g3f3ba1429e3_0_2655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699" name="Google Shape;1699;g3f3ba1429e3_0_2655"/>
          <p:cNvSpPr/>
          <p:nvPr/>
        </p:nvSpPr>
        <p:spPr>
          <a:xfrm>
            <a:off x="10619150" y="5964807"/>
            <a:ext cx="993300" cy="399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76200" rotWithShape="0" algn="tl" dir="2700000" dist="139700">
              <a:srgbClr val="000000">
                <a:alpha val="23922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g3f3ba1429e3_0_2661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Fredoka"/>
              <a:buNone/>
              <a:defRPr b="0" i="0" sz="6000" u="none" cap="none" strike="noStrike">
                <a:solidFill>
                  <a:schemeClr val="dk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2" name="Google Shape;1702;g3f3ba1429e3_0_2661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703" name="Google Shape;1703;g3f3ba1429e3_0_2661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704" name="Google Shape;1704;g3f3ba1429e3_0_2661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705" name="Google Shape;1705;g3f3ba1429e3_0_2661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06" name="Google Shape;1706;g3f3ba1429e3_0_2661"/>
          <p:cNvSpPr/>
          <p:nvPr/>
        </p:nvSpPr>
        <p:spPr>
          <a:xfrm>
            <a:off x="10619150" y="5964807"/>
            <a:ext cx="993300" cy="399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76200" rotWithShape="0" algn="tl" dir="2700000" dist="139700">
              <a:srgbClr val="000000">
                <a:alpha val="23922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mage (no text under)">
  <p:cSld name="Large image (no text under)"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g3f3ba1429e3_0_2668"/>
          <p:cNvSpPr txBox="1"/>
          <p:nvPr>
            <p:ph idx="1" type="body"/>
          </p:nvPr>
        </p:nvSpPr>
        <p:spPr>
          <a:xfrm>
            <a:off x="414533" y="1356967"/>
            <a:ext cx="11361600" cy="50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55CC"/>
              </a:buClr>
              <a:buSzPts val="1800"/>
              <a:buFont typeface="Arial"/>
              <a:buChar char="●"/>
              <a:defRPr b="0" i="0" sz="2800" u="none" cap="none" strike="noStrike">
                <a:solidFill>
                  <a:srgbClr val="1955CC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709" name="Google Shape;1709;g3f3ba1429e3_0_2668"/>
          <p:cNvSpPr txBox="1"/>
          <p:nvPr>
            <p:ph type="title"/>
          </p:nvPr>
        </p:nvSpPr>
        <p:spPr>
          <a:xfrm>
            <a:off x="414533" y="644434"/>
            <a:ext cx="11361600" cy="62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5CC"/>
              </a:buClr>
              <a:buSzPts val="2800"/>
              <a:buFont typeface="Fredoka"/>
              <a:buNone/>
              <a:defRPr b="0" i="0" sz="3200" u="none" cap="none" strike="noStrike">
                <a:solidFill>
                  <a:srgbClr val="1955CC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10" name="Google Shape;1710;g3f3ba1429e3_0_2668"/>
          <p:cNvSpPr txBox="1"/>
          <p:nvPr>
            <p:ph idx="12" type="sldNum"/>
          </p:nvPr>
        </p:nvSpPr>
        <p:spPr>
          <a:xfrm>
            <a:off x="11776267" y="6439067"/>
            <a:ext cx="4155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1067" u="none" cap="none" strike="noStrike">
                <a:solidFill>
                  <a:srgbClr val="1955CC"/>
                </a:solidFill>
                <a:latin typeface="Quicksand Light"/>
                <a:ea typeface="Quicksand Light"/>
                <a:cs typeface="Quicksand Light"/>
                <a:sym typeface="Quicksand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1" name="Google Shape;1711;g3f3ba1429e3_0_2668"/>
          <p:cNvSpPr txBox="1"/>
          <p:nvPr>
            <p:ph idx="2" type="subTitle"/>
          </p:nvPr>
        </p:nvSpPr>
        <p:spPr>
          <a:xfrm>
            <a:off x="7010400" y="0"/>
            <a:ext cx="47532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0" wrap="square" tIns="914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55CC"/>
              </a:buClr>
              <a:buSzPts val="1800"/>
              <a:buFont typeface="Arial"/>
              <a:buNone/>
              <a:defRPr b="1" i="0" sz="1600" u="none" cap="none" strike="noStrike">
                <a:solidFill>
                  <a:srgbClr val="1955CC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pic>
        <p:nvPicPr>
          <p:cNvPr descr="Logo&#10;&#10;Description automatically generated" id="1712" name="Google Shape;1712;g3f3ba1429e3_0_26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73034" y="5955144"/>
            <a:ext cx="1303100" cy="483856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4"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4" name="Google Shape;1714;g3f3ba1429e3_0_2674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1715" name="Google Shape;1715;g3f3ba1429e3_0_2674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1716" name="Google Shape;1716;g3f3ba1429e3_0_2674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1717" name="Google Shape;1717;g3f3ba1429e3_0_2674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18" name="Google Shape;1718;g3f3ba1429e3_0_2674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19" name="Google Shape;1719;g3f3ba1429e3_0_2674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4800" u="none" cap="none" strike="noStrike">
                    <a:solidFill>
                      <a:schemeClr val="lt1"/>
                    </a:solidFill>
                    <a:latin typeface="Quicksand"/>
                    <a:ea typeface="Quicksand"/>
                    <a:cs typeface="Quicksand"/>
                    <a:sym typeface="Quicksand"/>
                  </a:rPr>
                  <a:t>Q &amp; A </a:t>
                </a:r>
                <a:endParaRPr b="1" i="0" sz="4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20" name="Google Shape;1720;g3f3ba1429e3_0_2674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1721" name="Google Shape;1721;g3f3ba1429e3_0_2674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st Q&amp;A">
  <p:cSld name="1st Q&amp;A"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3" name="Google Shape;1723;g3f3ba1429e3_0_2683"/>
          <p:cNvGrpSpPr/>
          <p:nvPr/>
        </p:nvGrpSpPr>
        <p:grpSpPr>
          <a:xfrm>
            <a:off x="443462" y="0"/>
            <a:ext cx="4424088" cy="1806089"/>
            <a:chOff x="536716" y="-1319"/>
            <a:chExt cx="3976708" cy="2323841"/>
          </a:xfrm>
        </p:grpSpPr>
        <p:sp>
          <p:nvSpPr>
            <p:cNvPr id="1724" name="Google Shape;1724;g3f3ba1429e3_0_2683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1725" name="Google Shape;1725;g3f3ba1429e3_0_2683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1726" name="Google Shape;1726;g3f3ba1429e3_0_2683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27" name="Google Shape;1727;g3f3ba1429e3_0_2683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28" name="Google Shape;1728;g3f3ba1429e3_0_2683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29" name="Google Shape;1729;g3f3ba1429e3_0_2683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1730" name="Google Shape;1730;g3f3ba1429e3_0_2683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731" name="Google Shape;1731;g3f3ba1429e3_0_2683"/>
          <p:cNvSpPr txBox="1"/>
          <p:nvPr/>
        </p:nvSpPr>
        <p:spPr>
          <a:xfrm>
            <a:off x="443450" y="777575"/>
            <a:ext cx="4269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Q &amp; A</a:t>
            </a:r>
            <a:endParaRPr b="0" i="0" sz="5500" u="none" cap="none" strike="noStrike">
              <a:solidFill>
                <a:schemeClr val="lt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1732" name="Google Shape;1732;g3f3ba1429e3_0_2683"/>
          <p:cNvSpPr/>
          <p:nvPr/>
        </p:nvSpPr>
        <p:spPr>
          <a:xfrm>
            <a:off x="3170875" y="2698425"/>
            <a:ext cx="6104100" cy="3519300"/>
          </a:xfrm>
          <a:prstGeom prst="bevel">
            <a:avLst>
              <a:gd fmla="val 5690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3" name="Google Shape;1733;g3f3ba1429e3_0_2683">
            <a:hlinkClick action="ppaction://hlinkshowjump?jump=previousslide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37535" y="3911074"/>
            <a:ext cx="607125" cy="758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4" name="Google Shape;1734;g3f3ba1429e3_0_2683">
            <a:hlinkClick action="ppaction://hlinkshowjump?jump=nextslide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0" y="3910219"/>
            <a:ext cx="607113" cy="760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ke 1">
  <p:cSld name="Make_1"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6" name="Google Shape;1736;g3f3ba1429e3_0_2699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1737" name="Google Shape;1737;g3f3ba1429e3_0_2699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1738" name="Google Shape;1738;g3f3ba1429e3_0_2699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1739" name="Google Shape;1739;g3f3ba1429e3_0_2699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40" name="Google Shape;1740;g3f3ba1429e3_0_2699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41" name="Google Shape;1741;g3f3ba1429e3_0_2699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42" name="Google Shape;1742;g3f3ba1429e3_0_2699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1743" name="Google Shape;1743;g3f3ba1429e3_0_2699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744" name="Google Shape;1744;g3f3ba1429e3_0_2699"/>
          <p:cNvSpPr txBox="1"/>
          <p:nvPr/>
        </p:nvSpPr>
        <p:spPr>
          <a:xfrm>
            <a:off x="680025" y="702900"/>
            <a:ext cx="24738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Activity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5" name="Google Shape;1745;g3f3ba1429e3_0_2699"/>
          <p:cNvGrpSpPr/>
          <p:nvPr/>
        </p:nvGrpSpPr>
        <p:grpSpPr>
          <a:xfrm>
            <a:off x="5941746" y="1054485"/>
            <a:ext cx="4147720" cy="4749029"/>
            <a:chOff x="5329188" y="1014865"/>
            <a:chExt cx="4147720" cy="4749029"/>
          </a:xfrm>
        </p:grpSpPr>
        <p:grpSp>
          <p:nvGrpSpPr>
            <p:cNvPr id="1746" name="Google Shape;1746;g3f3ba1429e3_0_2699"/>
            <p:cNvGrpSpPr/>
            <p:nvPr/>
          </p:nvGrpSpPr>
          <p:grpSpPr>
            <a:xfrm>
              <a:off x="5329188" y="1014865"/>
              <a:ext cx="4147720" cy="3894027"/>
              <a:chOff x="5329188" y="1014865"/>
              <a:chExt cx="4147720" cy="3894027"/>
            </a:xfrm>
          </p:grpSpPr>
          <p:sp>
            <p:nvSpPr>
              <p:cNvPr id="1747" name="Google Shape;1747;g3f3ba1429e3_0_2699"/>
              <p:cNvSpPr/>
              <p:nvPr/>
            </p:nvSpPr>
            <p:spPr>
              <a:xfrm>
                <a:off x="5329188" y="1014865"/>
                <a:ext cx="4147720" cy="3894027"/>
              </a:xfrm>
              <a:custGeom>
                <a:rect b="b" l="l" r="r" t="t"/>
                <a:pathLst>
                  <a:path extrusionOk="0" h="3894027" w="4147720">
                    <a:moveTo>
                      <a:pt x="3657049" y="1315659"/>
                    </a:moveTo>
                    <a:cubicBezTo>
                      <a:pt x="3546876" y="1183842"/>
                      <a:pt x="3430966" y="1054894"/>
                      <a:pt x="3325356" y="919165"/>
                    </a:cubicBezTo>
                    <a:cubicBezTo>
                      <a:pt x="3016087" y="520976"/>
                      <a:pt x="2609293" y="137520"/>
                      <a:pt x="2095585" y="30345"/>
                    </a:cubicBezTo>
                    <a:cubicBezTo>
                      <a:pt x="1575488" y="-78133"/>
                      <a:pt x="956430" y="106358"/>
                      <a:pt x="642598" y="549660"/>
                    </a:cubicBezTo>
                    <a:cubicBezTo>
                      <a:pt x="433986" y="844195"/>
                      <a:pt x="352497" y="1210179"/>
                      <a:pt x="345195" y="1566646"/>
                    </a:cubicBezTo>
                    <a:cubicBezTo>
                      <a:pt x="341936" y="1729364"/>
                      <a:pt x="369838" y="1893777"/>
                      <a:pt x="343631" y="2055582"/>
                    </a:cubicBezTo>
                    <a:cubicBezTo>
                      <a:pt x="314686" y="2233554"/>
                      <a:pt x="214812" y="2389622"/>
                      <a:pt x="127456" y="2543866"/>
                    </a:cubicBezTo>
                    <a:cubicBezTo>
                      <a:pt x="11937" y="2747915"/>
                      <a:pt x="-37869" y="2972564"/>
                      <a:pt x="32276" y="3202559"/>
                    </a:cubicBezTo>
                    <a:cubicBezTo>
                      <a:pt x="190952" y="3722135"/>
                      <a:pt x="907406" y="3963604"/>
                      <a:pt x="1399601" y="3876639"/>
                    </a:cubicBezTo>
                    <a:cubicBezTo>
                      <a:pt x="1667929" y="3829179"/>
                      <a:pt x="1913831" y="3699188"/>
                      <a:pt x="2173814" y="3617177"/>
                    </a:cubicBezTo>
                    <a:cubicBezTo>
                      <a:pt x="2388164" y="3549508"/>
                      <a:pt x="2608771" y="3529820"/>
                      <a:pt x="2826641" y="3594490"/>
                    </a:cubicBezTo>
                    <a:cubicBezTo>
                      <a:pt x="3323139" y="3741823"/>
                      <a:pt x="3831632" y="3487837"/>
                      <a:pt x="4041939" y="3020806"/>
                    </a:cubicBezTo>
                    <a:cubicBezTo>
                      <a:pt x="4295795" y="2457030"/>
                      <a:pt x="4058237" y="1816851"/>
                      <a:pt x="3694600" y="1361945"/>
                    </a:cubicBezTo>
                    <a:cubicBezTo>
                      <a:pt x="3682213" y="1346038"/>
                      <a:pt x="3669827" y="1330784"/>
                      <a:pt x="3657049" y="1315659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48" name="Google Shape;1748;g3f3ba1429e3_0_2699"/>
              <p:cNvSpPr/>
              <p:nvPr/>
            </p:nvSpPr>
            <p:spPr>
              <a:xfrm>
                <a:off x="5329188" y="1014865"/>
                <a:ext cx="4147720" cy="3894027"/>
              </a:xfrm>
              <a:custGeom>
                <a:rect b="b" l="l" r="r" t="t"/>
                <a:pathLst>
                  <a:path extrusionOk="0" h="3894027" w="4147720">
                    <a:moveTo>
                      <a:pt x="3657049" y="1315659"/>
                    </a:moveTo>
                    <a:cubicBezTo>
                      <a:pt x="3546876" y="1183842"/>
                      <a:pt x="3430966" y="1054894"/>
                      <a:pt x="3325356" y="919165"/>
                    </a:cubicBezTo>
                    <a:cubicBezTo>
                      <a:pt x="3016087" y="520976"/>
                      <a:pt x="2609293" y="137520"/>
                      <a:pt x="2095585" y="30345"/>
                    </a:cubicBezTo>
                    <a:cubicBezTo>
                      <a:pt x="1575488" y="-78133"/>
                      <a:pt x="956430" y="106358"/>
                      <a:pt x="642598" y="549660"/>
                    </a:cubicBezTo>
                    <a:cubicBezTo>
                      <a:pt x="433986" y="844195"/>
                      <a:pt x="352497" y="1210179"/>
                      <a:pt x="345195" y="1566646"/>
                    </a:cubicBezTo>
                    <a:cubicBezTo>
                      <a:pt x="341936" y="1729364"/>
                      <a:pt x="369838" y="1893777"/>
                      <a:pt x="343631" y="2055582"/>
                    </a:cubicBezTo>
                    <a:cubicBezTo>
                      <a:pt x="314686" y="2233554"/>
                      <a:pt x="214812" y="2389622"/>
                      <a:pt x="127456" y="2543866"/>
                    </a:cubicBezTo>
                    <a:cubicBezTo>
                      <a:pt x="11937" y="2747915"/>
                      <a:pt x="-37869" y="2972564"/>
                      <a:pt x="32276" y="3202559"/>
                    </a:cubicBezTo>
                    <a:cubicBezTo>
                      <a:pt x="190952" y="3722135"/>
                      <a:pt x="907406" y="3963604"/>
                      <a:pt x="1399601" y="3876639"/>
                    </a:cubicBezTo>
                    <a:cubicBezTo>
                      <a:pt x="1667929" y="3829179"/>
                      <a:pt x="1913831" y="3699188"/>
                      <a:pt x="2173814" y="3617177"/>
                    </a:cubicBezTo>
                    <a:cubicBezTo>
                      <a:pt x="2388164" y="3549508"/>
                      <a:pt x="2608771" y="3529820"/>
                      <a:pt x="2826641" y="3594490"/>
                    </a:cubicBezTo>
                    <a:cubicBezTo>
                      <a:pt x="3323139" y="3741823"/>
                      <a:pt x="3831632" y="3487837"/>
                      <a:pt x="4041939" y="3020806"/>
                    </a:cubicBezTo>
                    <a:cubicBezTo>
                      <a:pt x="4295795" y="2457030"/>
                      <a:pt x="4058237" y="1816851"/>
                      <a:pt x="3694600" y="1361945"/>
                    </a:cubicBezTo>
                    <a:cubicBezTo>
                      <a:pt x="3682213" y="1346038"/>
                      <a:pt x="3669827" y="1330784"/>
                      <a:pt x="3657049" y="1315659"/>
                    </a:cubicBezTo>
                    <a:close/>
                  </a:path>
                </a:pathLst>
              </a:custGeom>
              <a:solidFill>
                <a:srgbClr val="FFFFFF">
                  <a:alpha val="6862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1749" name="Google Shape;1749;g3f3ba1429e3_0_2699"/>
            <p:cNvGrpSpPr/>
            <p:nvPr/>
          </p:nvGrpSpPr>
          <p:grpSpPr>
            <a:xfrm>
              <a:off x="5474376" y="5044181"/>
              <a:ext cx="3724515" cy="719713"/>
              <a:chOff x="5474376" y="5044181"/>
              <a:chExt cx="3724515" cy="719713"/>
            </a:xfrm>
          </p:grpSpPr>
          <p:sp>
            <p:nvSpPr>
              <p:cNvPr id="1750" name="Google Shape;1750;g3f3ba1429e3_0_2699"/>
              <p:cNvSpPr/>
              <p:nvPr/>
            </p:nvSpPr>
            <p:spPr>
              <a:xfrm>
                <a:off x="5474376" y="5044181"/>
                <a:ext cx="3724515" cy="719713"/>
              </a:xfrm>
              <a:custGeom>
                <a:rect b="b" l="l" r="r" t="t"/>
                <a:pathLst>
                  <a:path extrusionOk="0" h="719713" w="3724515">
                    <a:moveTo>
                      <a:pt x="3724516" y="359857"/>
                    </a:moveTo>
                    <a:cubicBezTo>
                      <a:pt x="3724516" y="558600"/>
                      <a:pt x="2890755" y="719713"/>
                      <a:pt x="1862258" y="719713"/>
                    </a:cubicBezTo>
                    <a:cubicBezTo>
                      <a:pt x="833761" y="719713"/>
                      <a:pt x="0" y="558600"/>
                      <a:pt x="0" y="359857"/>
                    </a:cubicBezTo>
                    <a:cubicBezTo>
                      <a:pt x="0" y="161113"/>
                      <a:pt x="833761" y="0"/>
                      <a:pt x="1862258" y="0"/>
                    </a:cubicBezTo>
                    <a:cubicBezTo>
                      <a:pt x="2890755" y="0"/>
                      <a:pt x="3724516" y="161113"/>
                      <a:pt x="3724516" y="35985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51" name="Google Shape;1751;g3f3ba1429e3_0_2699"/>
              <p:cNvSpPr/>
              <p:nvPr/>
            </p:nvSpPr>
            <p:spPr>
              <a:xfrm>
                <a:off x="5474376" y="5044181"/>
                <a:ext cx="3724515" cy="719713"/>
              </a:xfrm>
              <a:custGeom>
                <a:rect b="b" l="l" r="r" t="t"/>
                <a:pathLst>
                  <a:path extrusionOk="0" h="719713" w="3724515">
                    <a:moveTo>
                      <a:pt x="3724516" y="359857"/>
                    </a:moveTo>
                    <a:cubicBezTo>
                      <a:pt x="3724516" y="558600"/>
                      <a:pt x="2890755" y="719713"/>
                      <a:pt x="1862258" y="719713"/>
                    </a:cubicBezTo>
                    <a:cubicBezTo>
                      <a:pt x="833761" y="719713"/>
                      <a:pt x="0" y="558600"/>
                      <a:pt x="0" y="359857"/>
                    </a:cubicBezTo>
                    <a:cubicBezTo>
                      <a:pt x="0" y="161113"/>
                      <a:pt x="833761" y="0"/>
                      <a:pt x="1862258" y="0"/>
                    </a:cubicBezTo>
                    <a:cubicBezTo>
                      <a:pt x="2890755" y="0"/>
                      <a:pt x="3724516" y="161113"/>
                      <a:pt x="3724516" y="359857"/>
                    </a:cubicBezTo>
                    <a:close/>
                  </a:path>
                </a:pathLst>
              </a:custGeom>
              <a:solidFill>
                <a:srgbClr val="FFFFFF">
                  <a:alpha val="4862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1752" name="Google Shape;1752;g3f3ba1429e3_0_2699"/>
            <p:cNvGrpSpPr/>
            <p:nvPr/>
          </p:nvGrpSpPr>
          <p:grpSpPr>
            <a:xfrm>
              <a:off x="6679374" y="3857046"/>
              <a:ext cx="1534214" cy="247727"/>
              <a:chOff x="6679374" y="3857046"/>
              <a:chExt cx="1534214" cy="247727"/>
            </a:xfrm>
          </p:grpSpPr>
          <p:sp>
            <p:nvSpPr>
              <p:cNvPr id="1753" name="Google Shape;1753;g3f3ba1429e3_0_2699"/>
              <p:cNvSpPr/>
              <p:nvPr/>
            </p:nvSpPr>
            <p:spPr>
              <a:xfrm>
                <a:off x="6685893" y="3863565"/>
                <a:ext cx="1521176" cy="234689"/>
              </a:xfrm>
              <a:custGeom>
                <a:rect b="b" l="l" r="r" t="t"/>
                <a:pathLst>
                  <a:path extrusionOk="0" h="234689" w="1521176">
                    <a:moveTo>
                      <a:pt x="1460287" y="0"/>
                    </a:moveTo>
                    <a:cubicBezTo>
                      <a:pt x="1493915" y="0"/>
                      <a:pt x="1521176" y="0"/>
                      <a:pt x="1521176" y="0"/>
                    </a:cubicBezTo>
                    <a:lnTo>
                      <a:pt x="1521176" y="234689"/>
                    </a:lnTo>
                    <a:cubicBezTo>
                      <a:pt x="1521176" y="234689"/>
                      <a:pt x="1493916" y="234689"/>
                      <a:pt x="1460287" y="234689"/>
                    </a:cubicBezTo>
                    <a:lnTo>
                      <a:pt x="60889" y="234689"/>
                    </a:lnTo>
                    <a:cubicBezTo>
                      <a:pt x="27261" y="234689"/>
                      <a:pt x="0" y="234689"/>
                      <a:pt x="0" y="234689"/>
                    </a:cubicBezTo>
                    <a:lnTo>
                      <a:pt x="0" y="0"/>
                    </a:lnTo>
                    <a:cubicBezTo>
                      <a:pt x="0" y="0"/>
                      <a:pt x="27261" y="0"/>
                      <a:pt x="6088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54" name="Google Shape;1754;g3f3ba1429e3_0_2699"/>
              <p:cNvSpPr/>
              <p:nvPr/>
            </p:nvSpPr>
            <p:spPr>
              <a:xfrm>
                <a:off x="6679374" y="3857046"/>
                <a:ext cx="1534214" cy="247727"/>
              </a:xfrm>
              <a:custGeom>
                <a:rect b="b" l="l" r="r" t="t"/>
                <a:pathLst>
                  <a:path extrusionOk="0" h="247727" w="1534214">
                    <a:moveTo>
                      <a:pt x="1466807" y="247727"/>
                    </a:moveTo>
                    <a:lnTo>
                      <a:pt x="67408" y="247727"/>
                    </a:lnTo>
                    <a:cubicBezTo>
                      <a:pt x="30236" y="247727"/>
                      <a:pt x="78" y="217622"/>
                      <a:pt x="0" y="180450"/>
                    </a:cubicBezTo>
                    <a:lnTo>
                      <a:pt x="0" y="67408"/>
                    </a:lnTo>
                    <a:cubicBezTo>
                      <a:pt x="78" y="30210"/>
                      <a:pt x="30210" y="78"/>
                      <a:pt x="67408" y="0"/>
                    </a:cubicBezTo>
                    <a:lnTo>
                      <a:pt x="1466807" y="0"/>
                    </a:lnTo>
                    <a:cubicBezTo>
                      <a:pt x="1504005" y="65"/>
                      <a:pt x="1534136" y="30210"/>
                      <a:pt x="1534215" y="67408"/>
                    </a:cubicBezTo>
                    <a:lnTo>
                      <a:pt x="1534215" y="180450"/>
                    </a:lnTo>
                    <a:cubicBezTo>
                      <a:pt x="1534136" y="217622"/>
                      <a:pt x="1503979" y="247727"/>
                      <a:pt x="1466807" y="247727"/>
                    </a:cubicBezTo>
                    <a:close/>
                    <a:moveTo>
                      <a:pt x="67408" y="13038"/>
                    </a:moveTo>
                    <a:cubicBezTo>
                      <a:pt x="37381" y="13038"/>
                      <a:pt x="13038" y="37381"/>
                      <a:pt x="13038" y="67408"/>
                    </a:cubicBezTo>
                    <a:lnTo>
                      <a:pt x="13038" y="180450"/>
                    </a:lnTo>
                    <a:cubicBezTo>
                      <a:pt x="13116" y="210425"/>
                      <a:pt x="37433" y="234689"/>
                      <a:pt x="67408" y="234689"/>
                    </a:cubicBezTo>
                    <a:lnTo>
                      <a:pt x="1466807" y="234689"/>
                    </a:lnTo>
                    <a:cubicBezTo>
                      <a:pt x="1496782" y="234689"/>
                      <a:pt x="1521098" y="210425"/>
                      <a:pt x="1521176" y="180450"/>
                    </a:cubicBezTo>
                    <a:lnTo>
                      <a:pt x="1521176" y="67408"/>
                    </a:lnTo>
                    <a:cubicBezTo>
                      <a:pt x="1521176" y="37381"/>
                      <a:pt x="1496834" y="13038"/>
                      <a:pt x="1466807" y="1303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55" name="Google Shape;1755;g3f3ba1429e3_0_2699"/>
              <p:cNvSpPr/>
              <p:nvPr/>
            </p:nvSpPr>
            <p:spPr>
              <a:xfrm>
                <a:off x="674678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56" name="Google Shape;1756;g3f3ba1429e3_0_2699"/>
              <p:cNvSpPr/>
              <p:nvPr/>
            </p:nvSpPr>
            <p:spPr>
              <a:xfrm>
                <a:off x="686595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57" name="Google Shape;1757;g3f3ba1429e3_0_2699"/>
              <p:cNvSpPr/>
              <p:nvPr/>
            </p:nvSpPr>
            <p:spPr>
              <a:xfrm>
                <a:off x="698512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58" name="Google Shape;1758;g3f3ba1429e3_0_2699"/>
              <p:cNvSpPr/>
              <p:nvPr/>
            </p:nvSpPr>
            <p:spPr>
              <a:xfrm>
                <a:off x="710429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59" name="Google Shape;1759;g3f3ba1429e3_0_2699"/>
              <p:cNvSpPr/>
              <p:nvPr/>
            </p:nvSpPr>
            <p:spPr>
              <a:xfrm>
                <a:off x="722346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60" name="Google Shape;1760;g3f3ba1429e3_0_2699"/>
              <p:cNvSpPr/>
              <p:nvPr/>
            </p:nvSpPr>
            <p:spPr>
              <a:xfrm>
                <a:off x="734263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61" name="Google Shape;1761;g3f3ba1429e3_0_2699"/>
              <p:cNvSpPr/>
              <p:nvPr/>
            </p:nvSpPr>
            <p:spPr>
              <a:xfrm>
                <a:off x="746180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0" y="0"/>
                    </a:lnTo>
                    <a:lnTo>
                      <a:pt x="95570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62" name="Google Shape;1762;g3f3ba1429e3_0_2699"/>
              <p:cNvSpPr/>
              <p:nvPr/>
            </p:nvSpPr>
            <p:spPr>
              <a:xfrm>
                <a:off x="758097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1763" name="Google Shape;1763;g3f3ba1429e3_0_2699"/>
            <p:cNvGrpSpPr/>
            <p:nvPr/>
          </p:nvGrpSpPr>
          <p:grpSpPr>
            <a:xfrm>
              <a:off x="6150150" y="1372824"/>
              <a:ext cx="1654036" cy="1634647"/>
              <a:chOff x="6150150" y="1372824"/>
              <a:chExt cx="1654036" cy="1634647"/>
            </a:xfrm>
          </p:grpSpPr>
          <p:sp>
            <p:nvSpPr>
              <p:cNvPr id="1764" name="Google Shape;1764;g3f3ba1429e3_0_2699"/>
              <p:cNvSpPr/>
              <p:nvPr/>
            </p:nvSpPr>
            <p:spPr>
              <a:xfrm>
                <a:off x="6318474" y="1530234"/>
                <a:ext cx="1462504" cy="1469935"/>
              </a:xfrm>
              <a:custGeom>
                <a:rect b="b" l="l" r="r" t="t"/>
                <a:pathLst>
                  <a:path extrusionOk="0" h="1469935" w="1462504">
                    <a:moveTo>
                      <a:pt x="1337206" y="738358"/>
                    </a:moveTo>
                    <a:lnTo>
                      <a:pt x="1462504" y="681250"/>
                    </a:lnTo>
                    <a:lnTo>
                      <a:pt x="1436428" y="530788"/>
                    </a:lnTo>
                    <a:lnTo>
                      <a:pt x="1298222" y="520097"/>
                    </a:lnTo>
                    <a:cubicBezTo>
                      <a:pt x="1280594" y="473954"/>
                      <a:pt x="1257334" y="430159"/>
                      <a:pt x="1228989" y="389714"/>
                    </a:cubicBezTo>
                    <a:lnTo>
                      <a:pt x="1300308" y="269371"/>
                    </a:lnTo>
                    <a:lnTo>
                      <a:pt x="1192221" y="161283"/>
                    </a:lnTo>
                    <a:lnTo>
                      <a:pt x="1070965" y="233385"/>
                    </a:lnTo>
                    <a:cubicBezTo>
                      <a:pt x="1001119" y="185835"/>
                      <a:pt x="922041" y="153539"/>
                      <a:pt x="838883" y="138597"/>
                    </a:cubicBezTo>
                    <a:lnTo>
                      <a:pt x="803941" y="0"/>
                    </a:lnTo>
                    <a:lnTo>
                      <a:pt x="651132" y="0"/>
                    </a:lnTo>
                    <a:lnTo>
                      <a:pt x="615929" y="139379"/>
                    </a:lnTo>
                    <a:cubicBezTo>
                      <a:pt x="568587" y="148415"/>
                      <a:pt x="522496" y="163083"/>
                      <a:pt x="478635" y="183057"/>
                    </a:cubicBezTo>
                    <a:lnTo>
                      <a:pt x="369375" y="88530"/>
                    </a:lnTo>
                    <a:lnTo>
                      <a:pt x="244337" y="176147"/>
                    </a:lnTo>
                    <a:lnTo>
                      <a:pt x="296491" y="311354"/>
                    </a:lnTo>
                    <a:cubicBezTo>
                      <a:pt x="262839" y="345684"/>
                      <a:pt x="233385" y="383899"/>
                      <a:pt x="208743" y="425178"/>
                    </a:cubicBezTo>
                    <a:lnTo>
                      <a:pt x="65322" y="410315"/>
                    </a:lnTo>
                    <a:lnTo>
                      <a:pt x="13169" y="553736"/>
                    </a:lnTo>
                    <a:lnTo>
                      <a:pt x="132208" y="634443"/>
                    </a:lnTo>
                    <a:cubicBezTo>
                      <a:pt x="126498" y="667951"/>
                      <a:pt x="123616" y="701890"/>
                      <a:pt x="123603" y="735881"/>
                    </a:cubicBezTo>
                    <a:cubicBezTo>
                      <a:pt x="123603" y="750353"/>
                      <a:pt x="123603" y="764565"/>
                      <a:pt x="125298" y="778777"/>
                    </a:cubicBezTo>
                    <a:lnTo>
                      <a:pt x="0" y="848662"/>
                    </a:lnTo>
                    <a:lnTo>
                      <a:pt x="39115" y="996255"/>
                    </a:lnTo>
                    <a:lnTo>
                      <a:pt x="180971" y="994430"/>
                    </a:lnTo>
                    <a:cubicBezTo>
                      <a:pt x="201989" y="1038708"/>
                      <a:pt x="228261" y="1080287"/>
                      <a:pt x="259201" y="1118293"/>
                    </a:cubicBezTo>
                    <a:lnTo>
                      <a:pt x="197921" y="1245417"/>
                    </a:lnTo>
                    <a:lnTo>
                      <a:pt x="315266" y="1343595"/>
                    </a:lnTo>
                    <a:lnTo>
                      <a:pt x="428699" y="1262367"/>
                    </a:lnTo>
                    <a:cubicBezTo>
                      <a:pt x="471647" y="1287165"/>
                      <a:pt x="517503" y="1306566"/>
                      <a:pt x="565210" y="1320126"/>
                    </a:cubicBezTo>
                    <a:lnTo>
                      <a:pt x="588027" y="1456898"/>
                    </a:lnTo>
                    <a:lnTo>
                      <a:pt x="740183" y="1469936"/>
                    </a:lnTo>
                    <a:lnTo>
                      <a:pt x="786078" y="1340466"/>
                    </a:lnTo>
                    <a:cubicBezTo>
                      <a:pt x="836028" y="1336020"/>
                      <a:pt x="885208" y="1325328"/>
                      <a:pt x="932498" y="1308652"/>
                    </a:cubicBezTo>
                    <a:lnTo>
                      <a:pt x="1028460" y="1406309"/>
                    </a:lnTo>
                    <a:lnTo>
                      <a:pt x="1160798" y="1329905"/>
                    </a:lnTo>
                    <a:lnTo>
                      <a:pt x="1124422" y="1198349"/>
                    </a:lnTo>
                    <a:cubicBezTo>
                      <a:pt x="1162780" y="1165766"/>
                      <a:pt x="1196940" y="1128529"/>
                      <a:pt x="1226120" y="1087523"/>
                    </a:cubicBezTo>
                    <a:lnTo>
                      <a:pt x="1360545" y="1112296"/>
                    </a:lnTo>
                    <a:lnTo>
                      <a:pt x="1425736" y="973960"/>
                    </a:lnTo>
                    <a:lnTo>
                      <a:pt x="1320257" y="886864"/>
                    </a:lnTo>
                    <a:cubicBezTo>
                      <a:pt x="1332056" y="838257"/>
                      <a:pt x="1337754" y="788373"/>
                      <a:pt x="1337206" y="738358"/>
                    </a:cubicBezTo>
                    <a:close/>
                    <a:moveTo>
                      <a:pt x="1111253" y="735750"/>
                    </a:moveTo>
                    <a:cubicBezTo>
                      <a:pt x="1111253" y="946371"/>
                      <a:pt x="940504" y="1117120"/>
                      <a:pt x="729883" y="1117120"/>
                    </a:cubicBezTo>
                    <a:cubicBezTo>
                      <a:pt x="519263" y="1117120"/>
                      <a:pt x="348513" y="946371"/>
                      <a:pt x="348513" y="735750"/>
                    </a:cubicBezTo>
                    <a:cubicBezTo>
                      <a:pt x="348513" y="525130"/>
                      <a:pt x="519263" y="354381"/>
                      <a:pt x="729883" y="354381"/>
                    </a:cubicBezTo>
                    <a:cubicBezTo>
                      <a:pt x="940504" y="354381"/>
                      <a:pt x="1111253" y="525130"/>
                      <a:pt x="1111253" y="735750"/>
                    </a:cubicBezTo>
                    <a:cubicBezTo>
                      <a:pt x="1111253" y="735789"/>
                      <a:pt x="1111253" y="735842"/>
                      <a:pt x="1111253" y="735881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65" name="Google Shape;1765;g3f3ba1429e3_0_2699"/>
              <p:cNvSpPr/>
              <p:nvPr/>
            </p:nvSpPr>
            <p:spPr>
              <a:xfrm>
                <a:off x="6309854" y="1521890"/>
                <a:ext cx="1477470" cy="1485581"/>
              </a:xfrm>
              <a:custGeom>
                <a:rect b="b" l="l" r="r" t="t"/>
                <a:pathLst>
                  <a:path extrusionOk="0" h="1485581" w="1477470">
                    <a:moveTo>
                      <a:pt x="747500" y="1485582"/>
                    </a:moveTo>
                    <a:lnTo>
                      <a:pt x="747500" y="1485582"/>
                    </a:lnTo>
                    <a:lnTo>
                      <a:pt x="595343" y="1472544"/>
                    </a:lnTo>
                    <a:cubicBezTo>
                      <a:pt x="592123" y="1472283"/>
                      <a:pt x="589489" y="1469871"/>
                      <a:pt x="588954" y="1466676"/>
                    </a:cubicBezTo>
                    <a:lnTo>
                      <a:pt x="566268" y="1333425"/>
                    </a:lnTo>
                    <a:cubicBezTo>
                      <a:pt x="520842" y="1320257"/>
                      <a:pt x="477086" y="1301885"/>
                      <a:pt x="435885" y="1278664"/>
                    </a:cubicBezTo>
                    <a:lnTo>
                      <a:pt x="326103" y="1356894"/>
                    </a:lnTo>
                    <a:cubicBezTo>
                      <a:pt x="323586" y="1358902"/>
                      <a:pt x="320014" y="1358902"/>
                      <a:pt x="317497" y="1356894"/>
                    </a:cubicBezTo>
                    <a:lnTo>
                      <a:pt x="200153" y="1258716"/>
                    </a:lnTo>
                    <a:cubicBezTo>
                      <a:pt x="197675" y="1256643"/>
                      <a:pt x="196919" y="1253148"/>
                      <a:pt x="198327" y="1250241"/>
                    </a:cubicBezTo>
                    <a:lnTo>
                      <a:pt x="257521" y="1127029"/>
                    </a:lnTo>
                    <a:cubicBezTo>
                      <a:pt x="228563" y="1090809"/>
                      <a:pt x="203764" y="1051446"/>
                      <a:pt x="183594" y="1009685"/>
                    </a:cubicBezTo>
                    <a:lnTo>
                      <a:pt x="46301" y="1011380"/>
                    </a:lnTo>
                    <a:cubicBezTo>
                      <a:pt x="43041" y="1011536"/>
                      <a:pt x="40134" y="1009333"/>
                      <a:pt x="39391" y="1006164"/>
                    </a:cubicBezTo>
                    <a:lnTo>
                      <a:pt x="276" y="858571"/>
                    </a:lnTo>
                    <a:cubicBezTo>
                      <a:pt x="-624" y="855481"/>
                      <a:pt x="732" y="852182"/>
                      <a:pt x="3535" y="850618"/>
                    </a:cubicBezTo>
                    <a:lnTo>
                      <a:pt x="124922" y="782818"/>
                    </a:lnTo>
                    <a:cubicBezTo>
                      <a:pt x="124009" y="768215"/>
                      <a:pt x="123618" y="755829"/>
                      <a:pt x="123618" y="743704"/>
                    </a:cubicBezTo>
                    <a:cubicBezTo>
                      <a:pt x="123631" y="710821"/>
                      <a:pt x="126291" y="677991"/>
                      <a:pt x="131571" y="645525"/>
                    </a:cubicBezTo>
                    <a:lnTo>
                      <a:pt x="16183" y="567296"/>
                    </a:lnTo>
                    <a:cubicBezTo>
                      <a:pt x="13523" y="565431"/>
                      <a:pt x="12454" y="562002"/>
                      <a:pt x="13575" y="558951"/>
                    </a:cubicBezTo>
                    <a:lnTo>
                      <a:pt x="65728" y="415530"/>
                    </a:lnTo>
                    <a:cubicBezTo>
                      <a:pt x="66928" y="412531"/>
                      <a:pt x="69953" y="410680"/>
                      <a:pt x="73160" y="410967"/>
                    </a:cubicBezTo>
                    <a:lnTo>
                      <a:pt x="212539" y="425309"/>
                    </a:lnTo>
                    <a:cubicBezTo>
                      <a:pt x="236152" y="386337"/>
                      <a:pt x="264053" y="350117"/>
                      <a:pt x="295723" y="317352"/>
                    </a:cubicBezTo>
                    <a:lnTo>
                      <a:pt x="245787" y="186317"/>
                    </a:lnTo>
                    <a:cubicBezTo>
                      <a:pt x="244574" y="183305"/>
                      <a:pt x="245669" y="179863"/>
                      <a:pt x="248394" y="178103"/>
                    </a:cubicBezTo>
                    <a:lnTo>
                      <a:pt x="373432" y="90486"/>
                    </a:lnTo>
                    <a:cubicBezTo>
                      <a:pt x="375987" y="88465"/>
                      <a:pt x="379612" y="88465"/>
                      <a:pt x="382167" y="90486"/>
                    </a:cubicBezTo>
                    <a:lnTo>
                      <a:pt x="487908" y="181754"/>
                    </a:lnTo>
                    <a:cubicBezTo>
                      <a:pt x="529696" y="163161"/>
                      <a:pt x="573426" y="149301"/>
                      <a:pt x="618291" y="140422"/>
                    </a:cubicBezTo>
                    <a:lnTo>
                      <a:pt x="652321" y="5346"/>
                    </a:lnTo>
                    <a:cubicBezTo>
                      <a:pt x="653181" y="2230"/>
                      <a:pt x="655997" y="52"/>
                      <a:pt x="659231" y="0"/>
                    </a:cubicBezTo>
                    <a:lnTo>
                      <a:pt x="812039" y="0"/>
                    </a:lnTo>
                    <a:cubicBezTo>
                      <a:pt x="815260" y="26"/>
                      <a:pt x="818050" y="2230"/>
                      <a:pt x="818819" y="5346"/>
                    </a:cubicBezTo>
                    <a:lnTo>
                      <a:pt x="852719" y="139510"/>
                    </a:lnTo>
                    <a:cubicBezTo>
                      <a:pt x="933595" y="154647"/>
                      <a:pt x="1010547" y="186056"/>
                      <a:pt x="1078933" y="231821"/>
                    </a:cubicBezTo>
                    <a:lnTo>
                      <a:pt x="1196278" y="162066"/>
                    </a:lnTo>
                    <a:cubicBezTo>
                      <a:pt x="1199029" y="160345"/>
                      <a:pt x="1202614" y="160788"/>
                      <a:pt x="1204883" y="163109"/>
                    </a:cubicBezTo>
                    <a:lnTo>
                      <a:pt x="1312840" y="271066"/>
                    </a:lnTo>
                    <a:cubicBezTo>
                      <a:pt x="1315082" y="273374"/>
                      <a:pt x="1315500" y="276894"/>
                      <a:pt x="1313883" y="279671"/>
                    </a:cubicBezTo>
                    <a:lnTo>
                      <a:pt x="1245302" y="397276"/>
                    </a:lnTo>
                    <a:cubicBezTo>
                      <a:pt x="1271952" y="436170"/>
                      <a:pt x="1294039" y="477997"/>
                      <a:pt x="1311145" y="521922"/>
                    </a:cubicBezTo>
                    <a:lnTo>
                      <a:pt x="1444918" y="532223"/>
                    </a:lnTo>
                    <a:cubicBezTo>
                      <a:pt x="1448138" y="532484"/>
                      <a:pt x="1450772" y="534896"/>
                      <a:pt x="1451306" y="538090"/>
                    </a:cubicBezTo>
                    <a:lnTo>
                      <a:pt x="1477383" y="688552"/>
                    </a:lnTo>
                    <a:cubicBezTo>
                      <a:pt x="1477879" y="691720"/>
                      <a:pt x="1476236" y="694849"/>
                      <a:pt x="1473341" y="696244"/>
                    </a:cubicBezTo>
                    <a:lnTo>
                      <a:pt x="1352085" y="751396"/>
                    </a:lnTo>
                    <a:cubicBezTo>
                      <a:pt x="1351616" y="799090"/>
                      <a:pt x="1345579" y="846563"/>
                      <a:pt x="1334092" y="892862"/>
                    </a:cubicBezTo>
                    <a:lnTo>
                      <a:pt x="1436052" y="977089"/>
                    </a:lnTo>
                    <a:cubicBezTo>
                      <a:pt x="1438516" y="979110"/>
                      <a:pt x="1439324" y="982526"/>
                      <a:pt x="1438007" y="985433"/>
                    </a:cubicBezTo>
                    <a:lnTo>
                      <a:pt x="1373468" y="1123900"/>
                    </a:lnTo>
                    <a:cubicBezTo>
                      <a:pt x="1372099" y="1126821"/>
                      <a:pt x="1368957" y="1128476"/>
                      <a:pt x="1365775" y="1127942"/>
                    </a:cubicBezTo>
                    <a:lnTo>
                      <a:pt x="1235392" y="1103951"/>
                    </a:lnTo>
                    <a:cubicBezTo>
                      <a:pt x="1207256" y="1142675"/>
                      <a:pt x="1174803" y="1178061"/>
                      <a:pt x="1138649" y="1209431"/>
                    </a:cubicBezTo>
                    <a:lnTo>
                      <a:pt x="1173722" y="1336554"/>
                    </a:lnTo>
                    <a:cubicBezTo>
                      <a:pt x="1174582" y="1339671"/>
                      <a:pt x="1173252" y="1342995"/>
                      <a:pt x="1170462" y="1344638"/>
                    </a:cubicBezTo>
                    <a:lnTo>
                      <a:pt x="1038123" y="1421042"/>
                    </a:lnTo>
                    <a:cubicBezTo>
                      <a:pt x="1035346" y="1422568"/>
                      <a:pt x="1031904" y="1422085"/>
                      <a:pt x="1029648" y="1419869"/>
                    </a:cubicBezTo>
                    <a:lnTo>
                      <a:pt x="936685" y="1325472"/>
                    </a:lnTo>
                    <a:cubicBezTo>
                      <a:pt x="891560" y="1340922"/>
                      <a:pt x="844779" y="1351027"/>
                      <a:pt x="797306" y="1355590"/>
                    </a:cubicBezTo>
                    <a:lnTo>
                      <a:pt x="752976" y="1480888"/>
                    </a:lnTo>
                    <a:cubicBezTo>
                      <a:pt x="752129" y="1483326"/>
                      <a:pt x="750042" y="1485113"/>
                      <a:pt x="747500" y="1485582"/>
                    </a:cubicBezTo>
                    <a:close/>
                    <a:moveTo>
                      <a:pt x="601341" y="1458723"/>
                    </a:moveTo>
                    <a:lnTo>
                      <a:pt x="742676" y="1470979"/>
                    </a:lnTo>
                    <a:lnTo>
                      <a:pt x="786745" y="1346594"/>
                    </a:lnTo>
                    <a:cubicBezTo>
                      <a:pt x="787632" y="1343999"/>
                      <a:pt x="790005" y="1342200"/>
                      <a:pt x="792743" y="1342030"/>
                    </a:cubicBezTo>
                    <a:cubicBezTo>
                      <a:pt x="842106" y="1337624"/>
                      <a:pt x="890725" y="1327062"/>
                      <a:pt x="937468" y="1310608"/>
                    </a:cubicBezTo>
                    <a:cubicBezTo>
                      <a:pt x="940062" y="1309695"/>
                      <a:pt x="942957" y="1310360"/>
                      <a:pt x="944900" y="1312303"/>
                    </a:cubicBezTo>
                    <a:lnTo>
                      <a:pt x="1037080" y="1406048"/>
                    </a:lnTo>
                    <a:lnTo>
                      <a:pt x="1159901" y="1335120"/>
                    </a:lnTo>
                    <a:lnTo>
                      <a:pt x="1124958" y="1208779"/>
                    </a:lnTo>
                    <a:cubicBezTo>
                      <a:pt x="1124189" y="1206158"/>
                      <a:pt x="1125063" y="1203329"/>
                      <a:pt x="1127175" y="1201608"/>
                    </a:cubicBezTo>
                    <a:cubicBezTo>
                      <a:pt x="1165038" y="1169351"/>
                      <a:pt x="1198807" y="1132570"/>
                      <a:pt x="1227700" y="1092087"/>
                    </a:cubicBezTo>
                    <a:cubicBezTo>
                      <a:pt x="1229291" y="1089831"/>
                      <a:pt x="1232029" y="1088723"/>
                      <a:pt x="1234741" y="1089218"/>
                    </a:cubicBezTo>
                    <a:lnTo>
                      <a:pt x="1363689" y="1112948"/>
                    </a:lnTo>
                    <a:lnTo>
                      <a:pt x="1423665" y="984521"/>
                    </a:lnTo>
                    <a:lnTo>
                      <a:pt x="1322488" y="900945"/>
                    </a:lnTo>
                    <a:cubicBezTo>
                      <a:pt x="1320272" y="899224"/>
                      <a:pt x="1319346" y="896330"/>
                      <a:pt x="1320141" y="893644"/>
                    </a:cubicBezTo>
                    <a:cubicBezTo>
                      <a:pt x="1332384" y="845624"/>
                      <a:pt x="1338643" y="796261"/>
                      <a:pt x="1338786" y="746702"/>
                    </a:cubicBezTo>
                    <a:cubicBezTo>
                      <a:pt x="1338799" y="743938"/>
                      <a:pt x="1340429" y="741435"/>
                      <a:pt x="1342958" y="740314"/>
                    </a:cubicBezTo>
                    <a:lnTo>
                      <a:pt x="1463302" y="685423"/>
                    </a:lnTo>
                    <a:lnTo>
                      <a:pt x="1438659" y="545782"/>
                    </a:lnTo>
                    <a:lnTo>
                      <a:pt x="1305799" y="535482"/>
                    </a:lnTo>
                    <a:cubicBezTo>
                      <a:pt x="1303074" y="535287"/>
                      <a:pt x="1300727" y="533487"/>
                      <a:pt x="1299801" y="530919"/>
                    </a:cubicBezTo>
                    <a:cubicBezTo>
                      <a:pt x="1282421" y="485167"/>
                      <a:pt x="1259474" y="441724"/>
                      <a:pt x="1231481" y="401579"/>
                    </a:cubicBezTo>
                    <a:cubicBezTo>
                      <a:pt x="1229994" y="399232"/>
                      <a:pt x="1229994" y="396233"/>
                      <a:pt x="1231481" y="393887"/>
                    </a:cubicBezTo>
                    <a:lnTo>
                      <a:pt x="1299932" y="278237"/>
                    </a:lnTo>
                    <a:lnTo>
                      <a:pt x="1199668" y="177972"/>
                    </a:lnTo>
                    <a:lnTo>
                      <a:pt x="1083105" y="247206"/>
                    </a:lnTo>
                    <a:cubicBezTo>
                      <a:pt x="1080811" y="248705"/>
                      <a:pt x="1077838" y="248705"/>
                      <a:pt x="1075543" y="247206"/>
                    </a:cubicBezTo>
                    <a:cubicBezTo>
                      <a:pt x="1006584" y="200437"/>
                      <a:pt x="928589" y="168624"/>
                      <a:pt x="846591" y="153852"/>
                    </a:cubicBezTo>
                    <a:cubicBezTo>
                      <a:pt x="843853" y="153369"/>
                      <a:pt x="841663" y="151322"/>
                      <a:pt x="840984" y="148636"/>
                    </a:cubicBezTo>
                    <a:lnTo>
                      <a:pt x="807215" y="15385"/>
                    </a:lnTo>
                    <a:lnTo>
                      <a:pt x="665228" y="15385"/>
                    </a:lnTo>
                    <a:lnTo>
                      <a:pt x="631459" y="149549"/>
                    </a:lnTo>
                    <a:cubicBezTo>
                      <a:pt x="630755" y="152222"/>
                      <a:pt x="628565" y="154256"/>
                      <a:pt x="625853" y="154764"/>
                    </a:cubicBezTo>
                    <a:cubicBezTo>
                      <a:pt x="579058" y="163669"/>
                      <a:pt x="533503" y="178116"/>
                      <a:pt x="490124" y="197791"/>
                    </a:cubicBezTo>
                    <a:cubicBezTo>
                      <a:pt x="487621" y="198964"/>
                      <a:pt x="484661" y="198547"/>
                      <a:pt x="482562" y="196748"/>
                    </a:cubicBezTo>
                    <a:lnTo>
                      <a:pt x="377604" y="105480"/>
                    </a:lnTo>
                    <a:lnTo>
                      <a:pt x="261433" y="186708"/>
                    </a:lnTo>
                    <a:lnTo>
                      <a:pt x="311109" y="317091"/>
                    </a:lnTo>
                    <a:cubicBezTo>
                      <a:pt x="312087" y="319659"/>
                      <a:pt x="311474" y="322567"/>
                      <a:pt x="309544" y="324523"/>
                    </a:cubicBezTo>
                    <a:cubicBezTo>
                      <a:pt x="276349" y="358514"/>
                      <a:pt x="247247" y="396272"/>
                      <a:pt x="222839" y="437043"/>
                    </a:cubicBezTo>
                    <a:cubicBezTo>
                      <a:pt x="221405" y="439377"/>
                      <a:pt x="218785" y="440694"/>
                      <a:pt x="216060" y="440433"/>
                    </a:cubicBezTo>
                    <a:lnTo>
                      <a:pt x="77723" y="426221"/>
                    </a:lnTo>
                    <a:lnTo>
                      <a:pt x="29221" y="559473"/>
                    </a:lnTo>
                    <a:lnTo>
                      <a:pt x="143697" y="637702"/>
                    </a:lnTo>
                    <a:cubicBezTo>
                      <a:pt x="146018" y="639228"/>
                      <a:pt x="147204" y="642005"/>
                      <a:pt x="146696" y="644743"/>
                    </a:cubicBezTo>
                    <a:cubicBezTo>
                      <a:pt x="141115" y="677873"/>
                      <a:pt x="138273" y="711408"/>
                      <a:pt x="138221" y="745007"/>
                    </a:cubicBezTo>
                    <a:cubicBezTo>
                      <a:pt x="138221" y="758046"/>
                      <a:pt x="138221" y="771084"/>
                      <a:pt x="139916" y="787382"/>
                    </a:cubicBezTo>
                    <a:cubicBezTo>
                      <a:pt x="140033" y="790107"/>
                      <a:pt x="138625" y="792675"/>
                      <a:pt x="136265" y="794031"/>
                    </a:cubicBezTo>
                    <a:lnTo>
                      <a:pt x="15791" y="861309"/>
                    </a:lnTo>
                    <a:lnTo>
                      <a:pt x="52560" y="998211"/>
                    </a:lnTo>
                    <a:lnTo>
                      <a:pt x="189201" y="995734"/>
                    </a:lnTo>
                    <a:lnTo>
                      <a:pt x="189201" y="995734"/>
                    </a:lnTo>
                    <a:cubicBezTo>
                      <a:pt x="191939" y="995721"/>
                      <a:pt x="194429" y="997298"/>
                      <a:pt x="195590" y="999775"/>
                    </a:cubicBezTo>
                    <a:cubicBezTo>
                      <a:pt x="216203" y="1043532"/>
                      <a:pt x="242032" y="1084642"/>
                      <a:pt x="272515" y="1122205"/>
                    </a:cubicBezTo>
                    <a:cubicBezTo>
                      <a:pt x="274223" y="1124304"/>
                      <a:pt x="274575" y="1127186"/>
                      <a:pt x="273428" y="1129637"/>
                    </a:cubicBezTo>
                    <a:lnTo>
                      <a:pt x="214495" y="1251936"/>
                    </a:lnTo>
                    <a:lnTo>
                      <a:pt x="323104" y="1343204"/>
                    </a:lnTo>
                    <a:lnTo>
                      <a:pt x="432104" y="1264974"/>
                    </a:lnTo>
                    <a:cubicBezTo>
                      <a:pt x="434451" y="1263488"/>
                      <a:pt x="437449" y="1263488"/>
                      <a:pt x="439796" y="1264974"/>
                    </a:cubicBezTo>
                    <a:cubicBezTo>
                      <a:pt x="482288" y="1289382"/>
                      <a:pt x="527609" y="1308522"/>
                      <a:pt x="574743" y="1321951"/>
                    </a:cubicBezTo>
                    <a:cubicBezTo>
                      <a:pt x="577389" y="1322669"/>
                      <a:pt x="579371" y="1324859"/>
                      <a:pt x="579828" y="1327558"/>
                    </a:cubicBezTo>
                    <a:close/>
                    <a:moveTo>
                      <a:pt x="738504" y="1132766"/>
                    </a:moveTo>
                    <a:cubicBezTo>
                      <a:pt x="523985" y="1132688"/>
                      <a:pt x="350145" y="958744"/>
                      <a:pt x="350224" y="744225"/>
                    </a:cubicBezTo>
                    <a:cubicBezTo>
                      <a:pt x="350302" y="529706"/>
                      <a:pt x="524245" y="355867"/>
                      <a:pt x="738764" y="355945"/>
                    </a:cubicBezTo>
                    <a:cubicBezTo>
                      <a:pt x="953231" y="356023"/>
                      <a:pt x="1127044" y="529889"/>
                      <a:pt x="1127044" y="744356"/>
                    </a:cubicBezTo>
                    <a:cubicBezTo>
                      <a:pt x="1126679" y="958744"/>
                      <a:pt x="952892" y="1132414"/>
                      <a:pt x="738504" y="1132636"/>
                    </a:cubicBezTo>
                    <a:close/>
                    <a:moveTo>
                      <a:pt x="738504" y="370026"/>
                    </a:moveTo>
                    <a:cubicBezTo>
                      <a:pt x="531769" y="370026"/>
                      <a:pt x="364174" y="537621"/>
                      <a:pt x="364174" y="744356"/>
                    </a:cubicBezTo>
                    <a:cubicBezTo>
                      <a:pt x="364174" y="951090"/>
                      <a:pt x="531769" y="1118685"/>
                      <a:pt x="738504" y="1118685"/>
                    </a:cubicBezTo>
                    <a:cubicBezTo>
                      <a:pt x="945238" y="1118685"/>
                      <a:pt x="1112833" y="951090"/>
                      <a:pt x="1112833" y="744356"/>
                    </a:cubicBezTo>
                    <a:cubicBezTo>
                      <a:pt x="1112689" y="537660"/>
                      <a:pt x="945199" y="370118"/>
                      <a:pt x="738504" y="36989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66" name="Google Shape;1766;g3f3ba1429e3_0_2699"/>
              <p:cNvSpPr/>
              <p:nvPr/>
            </p:nvSpPr>
            <p:spPr>
              <a:xfrm>
                <a:off x="6160586" y="2392657"/>
                <a:ext cx="73464" cy="173729"/>
              </a:xfrm>
              <a:custGeom>
                <a:rect b="b" l="l" r="r" t="t"/>
                <a:pathLst>
                  <a:path extrusionOk="0" h="173729" w="73464">
                    <a:moveTo>
                      <a:pt x="52408" y="173729"/>
                    </a:moveTo>
                    <a:cubicBezTo>
                      <a:pt x="43229" y="173703"/>
                      <a:pt x="35106" y="167745"/>
                      <a:pt x="32329" y="158996"/>
                    </a:cubicBezTo>
                    <a:cubicBezTo>
                      <a:pt x="18196" y="115031"/>
                      <a:pt x="7465" y="70049"/>
                      <a:pt x="255" y="24441"/>
                    </a:cubicBezTo>
                    <a:cubicBezTo>
                      <a:pt x="-1544" y="12889"/>
                      <a:pt x="6370" y="2054"/>
                      <a:pt x="17922" y="255"/>
                    </a:cubicBezTo>
                    <a:cubicBezTo>
                      <a:pt x="29474" y="-1544"/>
                      <a:pt x="40309" y="6370"/>
                      <a:pt x="42108" y="17922"/>
                    </a:cubicBezTo>
                    <a:cubicBezTo>
                      <a:pt x="49005" y="61352"/>
                      <a:pt x="59201" y="104209"/>
                      <a:pt x="72618" y="146088"/>
                    </a:cubicBezTo>
                    <a:cubicBezTo>
                      <a:pt x="75799" y="157040"/>
                      <a:pt x="69749" y="168553"/>
                      <a:pt x="58927" y="172165"/>
                    </a:cubicBezTo>
                    <a:cubicBezTo>
                      <a:pt x="56867" y="173064"/>
                      <a:pt x="54651" y="173599"/>
                      <a:pt x="52408" y="173729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67" name="Google Shape;1767;g3f3ba1429e3_0_2699"/>
              <p:cNvSpPr/>
              <p:nvPr/>
            </p:nvSpPr>
            <p:spPr>
              <a:xfrm>
                <a:off x="6150150" y="1372824"/>
                <a:ext cx="1592671" cy="947920"/>
              </a:xfrm>
              <a:custGeom>
                <a:rect b="b" l="l" r="r" t="t"/>
                <a:pathLst>
                  <a:path extrusionOk="0" h="947920" w="1592671">
                    <a:moveTo>
                      <a:pt x="21252" y="947921"/>
                    </a:moveTo>
                    <a:cubicBezTo>
                      <a:pt x="9766" y="947921"/>
                      <a:pt x="352" y="938807"/>
                      <a:pt x="0" y="927321"/>
                    </a:cubicBezTo>
                    <a:cubicBezTo>
                      <a:pt x="0" y="919106"/>
                      <a:pt x="0" y="910892"/>
                      <a:pt x="0" y="902678"/>
                    </a:cubicBezTo>
                    <a:cubicBezTo>
                      <a:pt x="117" y="404016"/>
                      <a:pt x="404461" y="-123"/>
                      <a:pt x="903123" y="0"/>
                    </a:cubicBezTo>
                    <a:cubicBezTo>
                      <a:pt x="1166144" y="65"/>
                      <a:pt x="1416062" y="114814"/>
                      <a:pt x="1587541" y="314261"/>
                    </a:cubicBezTo>
                    <a:cubicBezTo>
                      <a:pt x="1595168" y="323114"/>
                      <a:pt x="1594178" y="336491"/>
                      <a:pt x="1585325" y="344118"/>
                    </a:cubicBezTo>
                    <a:cubicBezTo>
                      <a:pt x="1576472" y="351746"/>
                      <a:pt x="1563094" y="350755"/>
                      <a:pt x="1555467" y="341902"/>
                    </a:cubicBezTo>
                    <a:cubicBezTo>
                      <a:pt x="1245834" y="-18645"/>
                      <a:pt x="702542" y="-59916"/>
                      <a:pt x="341994" y="249721"/>
                    </a:cubicBezTo>
                    <a:cubicBezTo>
                      <a:pt x="151635" y="413195"/>
                      <a:pt x="42114" y="651626"/>
                      <a:pt x="42114" y="902548"/>
                    </a:cubicBezTo>
                    <a:cubicBezTo>
                      <a:pt x="42114" y="910371"/>
                      <a:pt x="42114" y="918194"/>
                      <a:pt x="42114" y="926017"/>
                    </a:cubicBezTo>
                    <a:cubicBezTo>
                      <a:pt x="42479" y="937673"/>
                      <a:pt x="33326" y="947426"/>
                      <a:pt x="21657" y="947791"/>
                    </a:cubicBezTo>
                    <a:cubicBezTo>
                      <a:pt x="21617" y="947791"/>
                      <a:pt x="21565" y="947791"/>
                      <a:pt x="21513" y="94779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68" name="Google Shape;1768;g3f3ba1429e3_0_2699"/>
              <p:cNvSpPr/>
              <p:nvPr/>
            </p:nvSpPr>
            <p:spPr>
              <a:xfrm>
                <a:off x="7625432" y="1620850"/>
                <a:ext cx="178754" cy="192966"/>
              </a:xfrm>
              <a:custGeom>
                <a:rect b="b" l="l" r="r" t="t"/>
                <a:pathLst>
                  <a:path extrusionOk="0" h="192966" w="178754">
                    <a:moveTo>
                      <a:pt x="155416" y="0"/>
                    </a:moveTo>
                    <a:lnTo>
                      <a:pt x="178755" y="192967"/>
                    </a:lnTo>
                    <a:lnTo>
                      <a:pt x="0" y="116823"/>
                    </a:lnTo>
                    <a:lnTo>
                      <a:pt x="155416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1769" name="Google Shape;1769;g3f3ba1429e3_0_2699"/>
            <p:cNvGrpSpPr/>
            <p:nvPr/>
          </p:nvGrpSpPr>
          <p:grpSpPr>
            <a:xfrm>
              <a:off x="7567967" y="2334044"/>
              <a:ext cx="1372636" cy="1390272"/>
              <a:chOff x="7567967" y="2334044"/>
              <a:chExt cx="1372636" cy="1390272"/>
            </a:xfrm>
          </p:grpSpPr>
          <p:sp>
            <p:nvSpPr>
              <p:cNvPr id="1770" name="Google Shape;1770;g3f3ba1429e3_0_2699"/>
              <p:cNvSpPr/>
              <p:nvPr/>
            </p:nvSpPr>
            <p:spPr>
              <a:xfrm>
                <a:off x="7574582" y="2341867"/>
                <a:ext cx="1224816" cy="1222599"/>
              </a:xfrm>
              <a:custGeom>
                <a:rect b="b" l="l" r="r" t="t"/>
                <a:pathLst>
                  <a:path extrusionOk="0" h="1222599" w="1224816">
                    <a:moveTo>
                      <a:pt x="1117772" y="613712"/>
                    </a:moveTo>
                    <a:lnTo>
                      <a:pt x="1224816" y="581768"/>
                    </a:lnTo>
                    <a:lnTo>
                      <a:pt x="1197175" y="425309"/>
                    </a:lnTo>
                    <a:lnTo>
                      <a:pt x="1084916" y="432089"/>
                    </a:lnTo>
                    <a:cubicBezTo>
                      <a:pt x="1070260" y="393548"/>
                      <a:pt x="1050951" y="356949"/>
                      <a:pt x="1027417" y="323089"/>
                    </a:cubicBezTo>
                    <a:lnTo>
                      <a:pt x="1097954" y="234168"/>
                    </a:lnTo>
                    <a:lnTo>
                      <a:pt x="985564" y="122299"/>
                    </a:lnTo>
                    <a:lnTo>
                      <a:pt x="895861" y="193488"/>
                    </a:lnTo>
                    <a:cubicBezTo>
                      <a:pt x="837788" y="154243"/>
                      <a:pt x="772153" y="127593"/>
                      <a:pt x="703155" y="115259"/>
                    </a:cubicBezTo>
                    <a:lnTo>
                      <a:pt x="690117" y="0"/>
                    </a:lnTo>
                    <a:lnTo>
                      <a:pt x="531049" y="0"/>
                    </a:lnTo>
                    <a:lnTo>
                      <a:pt x="518011" y="116041"/>
                    </a:lnTo>
                    <a:cubicBezTo>
                      <a:pt x="478584" y="123525"/>
                      <a:pt x="440199" y="135703"/>
                      <a:pt x="403666" y="152287"/>
                    </a:cubicBezTo>
                    <a:lnTo>
                      <a:pt x="325436" y="64540"/>
                    </a:lnTo>
                    <a:lnTo>
                      <a:pt x="195053" y="155808"/>
                    </a:lnTo>
                    <a:lnTo>
                      <a:pt x="250987" y="259201"/>
                    </a:lnTo>
                    <a:cubicBezTo>
                      <a:pt x="222994" y="287755"/>
                      <a:pt x="198482" y="319529"/>
                      <a:pt x="177973" y="353859"/>
                    </a:cubicBezTo>
                    <a:lnTo>
                      <a:pt x="63757" y="326609"/>
                    </a:lnTo>
                    <a:lnTo>
                      <a:pt x="9779" y="474333"/>
                    </a:lnTo>
                    <a:lnTo>
                      <a:pt x="114085" y="526486"/>
                    </a:lnTo>
                    <a:cubicBezTo>
                      <a:pt x="109313" y="554349"/>
                      <a:pt x="106914" y="582577"/>
                      <a:pt x="106914" y="610844"/>
                    </a:cubicBezTo>
                    <a:cubicBezTo>
                      <a:pt x="106914" y="622839"/>
                      <a:pt x="106914" y="634704"/>
                      <a:pt x="108348" y="646569"/>
                    </a:cubicBezTo>
                    <a:lnTo>
                      <a:pt x="0" y="689334"/>
                    </a:lnTo>
                    <a:lnTo>
                      <a:pt x="41071" y="842795"/>
                    </a:lnTo>
                    <a:lnTo>
                      <a:pt x="154895" y="825975"/>
                    </a:lnTo>
                    <a:cubicBezTo>
                      <a:pt x="172379" y="862822"/>
                      <a:pt x="194271" y="897412"/>
                      <a:pt x="220086" y="928978"/>
                    </a:cubicBezTo>
                    <a:lnTo>
                      <a:pt x="156981" y="1024548"/>
                    </a:lnTo>
                    <a:lnTo>
                      <a:pt x="278759" y="1126638"/>
                    </a:lnTo>
                    <a:lnTo>
                      <a:pt x="360900" y="1048408"/>
                    </a:lnTo>
                    <a:cubicBezTo>
                      <a:pt x="396690" y="1068996"/>
                      <a:pt x="434879" y="1085111"/>
                      <a:pt x="474594" y="1096389"/>
                    </a:cubicBezTo>
                    <a:lnTo>
                      <a:pt x="477592" y="1208779"/>
                    </a:lnTo>
                    <a:lnTo>
                      <a:pt x="635877" y="1222600"/>
                    </a:lnTo>
                    <a:lnTo>
                      <a:pt x="658303" y="1113469"/>
                    </a:lnTo>
                    <a:cubicBezTo>
                      <a:pt x="699817" y="1109845"/>
                      <a:pt x="740718" y="1101083"/>
                      <a:pt x="780081" y="1087393"/>
                    </a:cubicBezTo>
                    <a:lnTo>
                      <a:pt x="846185" y="1176444"/>
                    </a:lnTo>
                    <a:lnTo>
                      <a:pt x="983739" y="1097041"/>
                    </a:lnTo>
                    <a:lnTo>
                      <a:pt x="939800" y="995603"/>
                    </a:lnTo>
                    <a:cubicBezTo>
                      <a:pt x="971639" y="968419"/>
                      <a:pt x="1000050" y="937466"/>
                      <a:pt x="1024418" y="903423"/>
                    </a:cubicBezTo>
                    <a:lnTo>
                      <a:pt x="1129506" y="938365"/>
                    </a:lnTo>
                    <a:lnTo>
                      <a:pt x="1196654" y="794944"/>
                    </a:lnTo>
                    <a:lnTo>
                      <a:pt x="1101865" y="737315"/>
                    </a:lnTo>
                    <a:cubicBezTo>
                      <a:pt x="1112283" y="696935"/>
                      <a:pt x="1117629" y="655408"/>
                      <a:pt x="1117772" y="613712"/>
                    </a:cubicBezTo>
                    <a:close/>
                    <a:moveTo>
                      <a:pt x="929760" y="611496"/>
                    </a:moveTo>
                    <a:cubicBezTo>
                      <a:pt x="929760" y="786769"/>
                      <a:pt x="787682" y="928847"/>
                      <a:pt x="612408" y="928847"/>
                    </a:cubicBezTo>
                    <a:cubicBezTo>
                      <a:pt x="437135" y="928847"/>
                      <a:pt x="295056" y="786769"/>
                      <a:pt x="295056" y="611496"/>
                    </a:cubicBezTo>
                    <a:cubicBezTo>
                      <a:pt x="295056" y="436222"/>
                      <a:pt x="437135" y="294144"/>
                      <a:pt x="612408" y="294144"/>
                    </a:cubicBezTo>
                    <a:cubicBezTo>
                      <a:pt x="612448" y="294144"/>
                      <a:pt x="612500" y="294144"/>
                      <a:pt x="612539" y="294144"/>
                    </a:cubicBezTo>
                    <a:cubicBezTo>
                      <a:pt x="787734" y="294144"/>
                      <a:pt x="929760" y="436170"/>
                      <a:pt x="929760" y="611365"/>
                    </a:cubicBezTo>
                    <a:cubicBezTo>
                      <a:pt x="929760" y="611404"/>
                      <a:pt x="929760" y="611456"/>
                      <a:pt x="929760" y="611496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71" name="Google Shape;1771;g3f3ba1429e3_0_2699"/>
              <p:cNvSpPr/>
              <p:nvPr/>
            </p:nvSpPr>
            <p:spPr>
              <a:xfrm>
                <a:off x="7567967" y="2334044"/>
                <a:ext cx="1238465" cy="1238383"/>
              </a:xfrm>
              <a:custGeom>
                <a:rect b="b" l="l" r="r" t="t"/>
                <a:pathLst>
                  <a:path extrusionOk="0" h="1238383" w="1238465">
                    <a:moveTo>
                      <a:pt x="642362" y="1238376"/>
                    </a:moveTo>
                    <a:lnTo>
                      <a:pt x="641710" y="1238376"/>
                    </a:lnTo>
                    <a:lnTo>
                      <a:pt x="483556" y="1225338"/>
                    </a:lnTo>
                    <a:cubicBezTo>
                      <a:pt x="479970" y="1225077"/>
                      <a:pt x="477154" y="1222157"/>
                      <a:pt x="477037" y="1218558"/>
                    </a:cubicBezTo>
                    <a:lnTo>
                      <a:pt x="474168" y="1111253"/>
                    </a:lnTo>
                    <a:cubicBezTo>
                      <a:pt x="437348" y="1100418"/>
                      <a:pt x="401884" y="1085463"/>
                      <a:pt x="368427" y="1066662"/>
                    </a:cubicBezTo>
                    <a:lnTo>
                      <a:pt x="290198" y="1140850"/>
                    </a:lnTo>
                    <a:cubicBezTo>
                      <a:pt x="287525" y="1143236"/>
                      <a:pt x="283483" y="1143236"/>
                      <a:pt x="280810" y="1140850"/>
                    </a:cubicBezTo>
                    <a:lnTo>
                      <a:pt x="159033" y="1038760"/>
                    </a:lnTo>
                    <a:cubicBezTo>
                      <a:pt x="156295" y="1036400"/>
                      <a:pt x="155734" y="1032384"/>
                      <a:pt x="157729" y="1029372"/>
                    </a:cubicBezTo>
                    <a:lnTo>
                      <a:pt x="217966" y="938104"/>
                    </a:lnTo>
                    <a:cubicBezTo>
                      <a:pt x="194471" y="908521"/>
                      <a:pt x="174313" y="876420"/>
                      <a:pt x="157859" y="842403"/>
                    </a:cubicBezTo>
                    <a:lnTo>
                      <a:pt x="49120" y="858571"/>
                    </a:lnTo>
                    <a:cubicBezTo>
                      <a:pt x="45548" y="859145"/>
                      <a:pt x="42144" y="856876"/>
                      <a:pt x="41297" y="853356"/>
                    </a:cubicBezTo>
                    <a:lnTo>
                      <a:pt x="226" y="699634"/>
                    </a:lnTo>
                    <a:cubicBezTo>
                      <a:pt x="-673" y="696166"/>
                      <a:pt x="1178" y="692567"/>
                      <a:pt x="4529" y="691290"/>
                    </a:cubicBezTo>
                    <a:lnTo>
                      <a:pt x="108053" y="650349"/>
                    </a:lnTo>
                    <a:cubicBezTo>
                      <a:pt x="107271" y="638745"/>
                      <a:pt x="107010" y="628836"/>
                      <a:pt x="107010" y="619318"/>
                    </a:cubicBezTo>
                    <a:cubicBezTo>
                      <a:pt x="107023" y="592381"/>
                      <a:pt x="109161" y="565483"/>
                      <a:pt x="113399" y="538872"/>
                    </a:cubicBezTo>
                    <a:lnTo>
                      <a:pt x="13265" y="488936"/>
                    </a:lnTo>
                    <a:cubicBezTo>
                      <a:pt x="10031" y="487358"/>
                      <a:pt x="8506" y="483590"/>
                      <a:pt x="9745" y="480200"/>
                    </a:cubicBezTo>
                    <a:lnTo>
                      <a:pt x="64114" y="330911"/>
                    </a:lnTo>
                    <a:cubicBezTo>
                      <a:pt x="65431" y="327587"/>
                      <a:pt x="68964" y="325709"/>
                      <a:pt x="72459" y="326479"/>
                    </a:cubicBezTo>
                    <a:lnTo>
                      <a:pt x="181589" y="352555"/>
                    </a:lnTo>
                    <a:cubicBezTo>
                      <a:pt x="200912" y="320950"/>
                      <a:pt x="223598" y="291523"/>
                      <a:pt x="249258" y="264807"/>
                    </a:cubicBezTo>
                    <a:lnTo>
                      <a:pt x="195801" y="165977"/>
                    </a:lnTo>
                    <a:cubicBezTo>
                      <a:pt x="194106" y="162809"/>
                      <a:pt x="195057" y="158884"/>
                      <a:pt x="198017" y="156851"/>
                    </a:cubicBezTo>
                    <a:lnTo>
                      <a:pt x="328400" y="65583"/>
                    </a:lnTo>
                    <a:cubicBezTo>
                      <a:pt x="331360" y="63496"/>
                      <a:pt x="335428" y="64005"/>
                      <a:pt x="337788" y="66756"/>
                    </a:cubicBezTo>
                    <a:lnTo>
                      <a:pt x="412106" y="150592"/>
                    </a:lnTo>
                    <a:cubicBezTo>
                      <a:pt x="446018" y="135585"/>
                      <a:pt x="481483" y="124346"/>
                      <a:pt x="517846" y="117084"/>
                    </a:cubicBezTo>
                    <a:lnTo>
                      <a:pt x="530885" y="6258"/>
                    </a:lnTo>
                    <a:cubicBezTo>
                      <a:pt x="531341" y="2712"/>
                      <a:pt x="534340" y="39"/>
                      <a:pt x="537925" y="0"/>
                    </a:cubicBezTo>
                    <a:lnTo>
                      <a:pt x="696862" y="0"/>
                    </a:lnTo>
                    <a:cubicBezTo>
                      <a:pt x="700408" y="39"/>
                      <a:pt x="703381" y="2725"/>
                      <a:pt x="703772" y="6258"/>
                    </a:cubicBezTo>
                    <a:lnTo>
                      <a:pt x="716810" y="116432"/>
                    </a:lnTo>
                    <a:cubicBezTo>
                      <a:pt x="783215" y="129027"/>
                      <a:pt x="846437" y="154790"/>
                      <a:pt x="902736" y="192184"/>
                    </a:cubicBezTo>
                    <a:lnTo>
                      <a:pt x="988398" y="124255"/>
                    </a:lnTo>
                    <a:cubicBezTo>
                      <a:pt x="991097" y="121921"/>
                      <a:pt x="995087" y="121921"/>
                      <a:pt x="997786" y="124255"/>
                    </a:cubicBezTo>
                    <a:lnTo>
                      <a:pt x="1110045" y="236645"/>
                    </a:lnTo>
                    <a:cubicBezTo>
                      <a:pt x="1112431" y="239318"/>
                      <a:pt x="1112431" y="243359"/>
                      <a:pt x="1110045" y="246032"/>
                    </a:cubicBezTo>
                    <a:lnTo>
                      <a:pt x="1042767" y="330781"/>
                    </a:lnTo>
                    <a:cubicBezTo>
                      <a:pt x="1064359" y="362438"/>
                      <a:pt x="1082339" y="396429"/>
                      <a:pt x="1096355" y="432089"/>
                    </a:cubicBezTo>
                    <a:lnTo>
                      <a:pt x="1203399" y="425700"/>
                    </a:lnTo>
                    <a:cubicBezTo>
                      <a:pt x="1206998" y="425504"/>
                      <a:pt x="1210179" y="428021"/>
                      <a:pt x="1210831" y="431567"/>
                    </a:cubicBezTo>
                    <a:lnTo>
                      <a:pt x="1238342" y="588026"/>
                    </a:lnTo>
                    <a:cubicBezTo>
                      <a:pt x="1239020" y="591560"/>
                      <a:pt x="1236856" y="595028"/>
                      <a:pt x="1233387" y="595980"/>
                    </a:cubicBezTo>
                    <a:lnTo>
                      <a:pt x="1131428" y="626359"/>
                    </a:lnTo>
                    <a:cubicBezTo>
                      <a:pt x="1130906" y="665161"/>
                      <a:pt x="1126004" y="703780"/>
                      <a:pt x="1116825" y="741487"/>
                    </a:cubicBezTo>
                    <a:lnTo>
                      <a:pt x="1206789" y="796769"/>
                    </a:lnTo>
                    <a:cubicBezTo>
                      <a:pt x="1209814" y="798673"/>
                      <a:pt x="1210987" y="802506"/>
                      <a:pt x="1209527" y="805766"/>
                    </a:cubicBezTo>
                    <a:lnTo>
                      <a:pt x="1142380" y="949187"/>
                    </a:lnTo>
                    <a:cubicBezTo>
                      <a:pt x="1140855" y="952407"/>
                      <a:pt x="1137191" y="954024"/>
                      <a:pt x="1133775" y="952968"/>
                    </a:cubicBezTo>
                    <a:lnTo>
                      <a:pt x="1033510" y="919590"/>
                    </a:lnTo>
                    <a:cubicBezTo>
                      <a:pt x="1010745" y="951038"/>
                      <a:pt x="984499" y="979814"/>
                      <a:pt x="955281" y="1005382"/>
                    </a:cubicBezTo>
                    <a:lnTo>
                      <a:pt x="997133" y="1102126"/>
                    </a:lnTo>
                    <a:cubicBezTo>
                      <a:pt x="998555" y="1105386"/>
                      <a:pt x="997316" y="1109180"/>
                      <a:pt x="994265" y="1110992"/>
                    </a:cubicBezTo>
                    <a:lnTo>
                      <a:pt x="856581" y="1190395"/>
                    </a:lnTo>
                    <a:cubicBezTo>
                      <a:pt x="853517" y="1192234"/>
                      <a:pt x="849566" y="1191438"/>
                      <a:pt x="847454" y="1188570"/>
                    </a:cubicBezTo>
                    <a:lnTo>
                      <a:pt x="784349" y="1103560"/>
                    </a:lnTo>
                    <a:cubicBezTo>
                      <a:pt x="747633" y="1116012"/>
                      <a:pt x="709626" y="1124239"/>
                      <a:pt x="671046" y="1128072"/>
                    </a:cubicBezTo>
                    <a:lnTo>
                      <a:pt x="649663" y="1232379"/>
                    </a:lnTo>
                    <a:cubicBezTo>
                      <a:pt x="649129" y="1235951"/>
                      <a:pt x="645974" y="1238546"/>
                      <a:pt x="642362" y="1238376"/>
                    </a:cubicBezTo>
                    <a:close/>
                    <a:moveTo>
                      <a:pt x="490988" y="1210865"/>
                    </a:moveTo>
                    <a:lnTo>
                      <a:pt x="636756" y="1223904"/>
                    </a:lnTo>
                    <a:lnTo>
                      <a:pt x="657747" y="1120901"/>
                    </a:lnTo>
                    <a:cubicBezTo>
                      <a:pt x="658425" y="1117837"/>
                      <a:pt x="661007" y="1115568"/>
                      <a:pt x="664136" y="1115295"/>
                    </a:cubicBezTo>
                    <a:cubicBezTo>
                      <a:pt x="705089" y="1111605"/>
                      <a:pt x="745416" y="1102843"/>
                      <a:pt x="784218" y="1089218"/>
                    </a:cubicBezTo>
                    <a:cubicBezTo>
                      <a:pt x="787165" y="1088201"/>
                      <a:pt x="790438" y="1089205"/>
                      <a:pt x="792302" y="1091695"/>
                    </a:cubicBezTo>
                    <a:lnTo>
                      <a:pt x="854625" y="1175662"/>
                    </a:lnTo>
                    <a:lnTo>
                      <a:pt x="981357" y="1102517"/>
                    </a:lnTo>
                    <a:lnTo>
                      <a:pt x="939765" y="1006816"/>
                    </a:lnTo>
                    <a:cubicBezTo>
                      <a:pt x="938605" y="1003935"/>
                      <a:pt x="939387" y="1000649"/>
                      <a:pt x="941721" y="998602"/>
                    </a:cubicBezTo>
                    <a:cubicBezTo>
                      <a:pt x="973221" y="971795"/>
                      <a:pt x="1001202" y="941129"/>
                      <a:pt x="1025036" y="907334"/>
                    </a:cubicBezTo>
                    <a:cubicBezTo>
                      <a:pt x="1026913" y="904857"/>
                      <a:pt x="1030147" y="903814"/>
                      <a:pt x="1033119" y="904726"/>
                    </a:cubicBezTo>
                    <a:lnTo>
                      <a:pt x="1132210" y="937844"/>
                    </a:lnTo>
                    <a:lnTo>
                      <a:pt x="1194012" y="805244"/>
                    </a:lnTo>
                    <a:lnTo>
                      <a:pt x="1104960" y="750484"/>
                    </a:lnTo>
                    <a:cubicBezTo>
                      <a:pt x="1102339" y="748828"/>
                      <a:pt x="1101075" y="745672"/>
                      <a:pt x="1101831" y="742660"/>
                    </a:cubicBezTo>
                    <a:cubicBezTo>
                      <a:pt x="1112040" y="702829"/>
                      <a:pt x="1117255" y="661875"/>
                      <a:pt x="1117346" y="620753"/>
                    </a:cubicBezTo>
                    <a:cubicBezTo>
                      <a:pt x="1117360" y="617649"/>
                      <a:pt x="1119433" y="614924"/>
                      <a:pt x="1122432" y="614103"/>
                    </a:cubicBezTo>
                    <a:lnTo>
                      <a:pt x="1223348" y="583985"/>
                    </a:lnTo>
                    <a:lnTo>
                      <a:pt x="1197923" y="439912"/>
                    </a:lnTo>
                    <a:lnTo>
                      <a:pt x="1092052" y="446300"/>
                    </a:lnTo>
                    <a:cubicBezTo>
                      <a:pt x="1088949" y="446535"/>
                      <a:pt x="1086055" y="444671"/>
                      <a:pt x="1085012" y="441737"/>
                    </a:cubicBezTo>
                    <a:cubicBezTo>
                      <a:pt x="1070539" y="403756"/>
                      <a:pt x="1051490" y="367680"/>
                      <a:pt x="1028295" y="334302"/>
                    </a:cubicBezTo>
                    <a:cubicBezTo>
                      <a:pt x="1026431" y="331837"/>
                      <a:pt x="1026431" y="328421"/>
                      <a:pt x="1028295" y="325957"/>
                    </a:cubicBezTo>
                    <a:lnTo>
                      <a:pt x="1094790" y="241990"/>
                    </a:lnTo>
                    <a:lnTo>
                      <a:pt x="991136" y="139118"/>
                    </a:lnTo>
                    <a:lnTo>
                      <a:pt x="906387" y="206396"/>
                    </a:lnTo>
                    <a:cubicBezTo>
                      <a:pt x="903923" y="208260"/>
                      <a:pt x="900507" y="208260"/>
                      <a:pt x="898042" y="206396"/>
                    </a:cubicBezTo>
                    <a:cubicBezTo>
                      <a:pt x="840857" y="167529"/>
                      <a:pt x="776135" y="141139"/>
                      <a:pt x="708075" y="128949"/>
                    </a:cubicBezTo>
                    <a:cubicBezTo>
                      <a:pt x="705024" y="128388"/>
                      <a:pt x="702690" y="125911"/>
                      <a:pt x="702338" y="122821"/>
                    </a:cubicBezTo>
                    <a:lnTo>
                      <a:pt x="689300" y="13690"/>
                    </a:lnTo>
                    <a:lnTo>
                      <a:pt x="543923" y="13690"/>
                    </a:lnTo>
                    <a:lnTo>
                      <a:pt x="530885" y="123473"/>
                    </a:lnTo>
                    <a:cubicBezTo>
                      <a:pt x="530637" y="126549"/>
                      <a:pt x="528329" y="129079"/>
                      <a:pt x="525278" y="129601"/>
                    </a:cubicBezTo>
                    <a:cubicBezTo>
                      <a:pt x="486437" y="137019"/>
                      <a:pt x="448613" y="149054"/>
                      <a:pt x="412627" y="165456"/>
                    </a:cubicBezTo>
                    <a:cubicBezTo>
                      <a:pt x="409785" y="166681"/>
                      <a:pt x="406473" y="165951"/>
                      <a:pt x="404413" y="163630"/>
                    </a:cubicBezTo>
                    <a:lnTo>
                      <a:pt x="330747" y="80707"/>
                    </a:lnTo>
                    <a:lnTo>
                      <a:pt x="210925" y="164543"/>
                    </a:lnTo>
                    <a:lnTo>
                      <a:pt x="263861" y="262330"/>
                    </a:lnTo>
                    <a:cubicBezTo>
                      <a:pt x="265282" y="265081"/>
                      <a:pt x="264812" y="268419"/>
                      <a:pt x="262687" y="270675"/>
                    </a:cubicBezTo>
                    <a:cubicBezTo>
                      <a:pt x="235059" y="298811"/>
                      <a:pt x="210899" y="330155"/>
                      <a:pt x="190716" y="364029"/>
                    </a:cubicBezTo>
                    <a:cubicBezTo>
                      <a:pt x="189047" y="366636"/>
                      <a:pt x="185931" y="367940"/>
                      <a:pt x="182893" y="367288"/>
                    </a:cubicBezTo>
                    <a:lnTo>
                      <a:pt x="74805" y="341212"/>
                    </a:lnTo>
                    <a:lnTo>
                      <a:pt x="24869" y="478635"/>
                    </a:lnTo>
                    <a:lnTo>
                      <a:pt x="123699" y="528050"/>
                    </a:lnTo>
                    <a:cubicBezTo>
                      <a:pt x="126463" y="529485"/>
                      <a:pt x="128001" y="532536"/>
                      <a:pt x="127480" y="535613"/>
                    </a:cubicBezTo>
                    <a:cubicBezTo>
                      <a:pt x="122826" y="563097"/>
                      <a:pt x="120465" y="590921"/>
                      <a:pt x="120439" y="618797"/>
                    </a:cubicBezTo>
                    <a:cubicBezTo>
                      <a:pt x="120439" y="629358"/>
                      <a:pt x="120439" y="640571"/>
                      <a:pt x="121873" y="654000"/>
                    </a:cubicBezTo>
                    <a:cubicBezTo>
                      <a:pt x="122043" y="657051"/>
                      <a:pt x="120270" y="659880"/>
                      <a:pt x="117440" y="661041"/>
                    </a:cubicBezTo>
                    <a:lnTo>
                      <a:pt x="14960" y="701590"/>
                    </a:lnTo>
                    <a:lnTo>
                      <a:pt x="52771" y="842795"/>
                    </a:lnTo>
                    <a:lnTo>
                      <a:pt x="160337" y="826888"/>
                    </a:lnTo>
                    <a:cubicBezTo>
                      <a:pt x="163440" y="826431"/>
                      <a:pt x="166465" y="828074"/>
                      <a:pt x="167768" y="830930"/>
                    </a:cubicBezTo>
                    <a:cubicBezTo>
                      <a:pt x="184927" y="867215"/>
                      <a:pt x="206375" y="901310"/>
                      <a:pt x="231656" y="932498"/>
                    </a:cubicBezTo>
                    <a:cubicBezTo>
                      <a:pt x="233482" y="934975"/>
                      <a:pt x="233482" y="938365"/>
                      <a:pt x="231656" y="940842"/>
                    </a:cubicBezTo>
                    <a:lnTo>
                      <a:pt x="172071" y="1031198"/>
                    </a:lnTo>
                    <a:lnTo>
                      <a:pt x="284070" y="1125204"/>
                    </a:lnTo>
                    <a:lnTo>
                      <a:pt x="362299" y="1051798"/>
                    </a:lnTo>
                    <a:cubicBezTo>
                      <a:pt x="364529" y="1049608"/>
                      <a:pt x="367945" y="1049178"/>
                      <a:pt x="370644" y="1050755"/>
                    </a:cubicBezTo>
                    <a:cubicBezTo>
                      <a:pt x="405873" y="1071095"/>
                      <a:pt x="443502" y="1087002"/>
                      <a:pt x="482643" y="1098084"/>
                    </a:cubicBezTo>
                    <a:cubicBezTo>
                      <a:pt x="485616" y="1098879"/>
                      <a:pt x="487741" y="1101526"/>
                      <a:pt x="487858" y="1104603"/>
                    </a:cubicBezTo>
                    <a:close/>
                    <a:moveTo>
                      <a:pt x="619154" y="943320"/>
                    </a:moveTo>
                    <a:cubicBezTo>
                      <a:pt x="439995" y="943320"/>
                      <a:pt x="294761" y="798086"/>
                      <a:pt x="294761" y="618927"/>
                    </a:cubicBezTo>
                    <a:cubicBezTo>
                      <a:pt x="294761" y="439768"/>
                      <a:pt x="439995" y="294535"/>
                      <a:pt x="619154" y="294535"/>
                    </a:cubicBezTo>
                    <a:cubicBezTo>
                      <a:pt x="798313" y="294535"/>
                      <a:pt x="943546" y="439768"/>
                      <a:pt x="943546" y="618927"/>
                    </a:cubicBezTo>
                    <a:cubicBezTo>
                      <a:pt x="943546" y="798151"/>
                      <a:pt x="798378" y="943489"/>
                      <a:pt x="619154" y="943711"/>
                    </a:cubicBezTo>
                    <a:close/>
                    <a:moveTo>
                      <a:pt x="619154" y="308616"/>
                    </a:moveTo>
                    <a:cubicBezTo>
                      <a:pt x="447778" y="308538"/>
                      <a:pt x="308790" y="447422"/>
                      <a:pt x="308712" y="618797"/>
                    </a:cubicBezTo>
                    <a:cubicBezTo>
                      <a:pt x="308634" y="790172"/>
                      <a:pt x="447518" y="929160"/>
                      <a:pt x="618893" y="929238"/>
                    </a:cubicBezTo>
                    <a:cubicBezTo>
                      <a:pt x="790268" y="929317"/>
                      <a:pt x="929256" y="790433"/>
                      <a:pt x="929335" y="619058"/>
                    </a:cubicBezTo>
                    <a:cubicBezTo>
                      <a:pt x="929335" y="619018"/>
                      <a:pt x="929335" y="618966"/>
                      <a:pt x="929335" y="618927"/>
                    </a:cubicBezTo>
                    <a:cubicBezTo>
                      <a:pt x="928904" y="447839"/>
                      <a:pt x="790242" y="309294"/>
                      <a:pt x="619154" y="30900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72" name="Google Shape;1772;g3f3ba1429e3_0_2699"/>
              <p:cNvSpPr/>
              <p:nvPr/>
            </p:nvSpPr>
            <p:spPr>
              <a:xfrm>
                <a:off x="7694039" y="2627918"/>
                <a:ext cx="1244319" cy="1096398"/>
              </a:xfrm>
              <a:custGeom>
                <a:rect b="b" l="l" r="r" t="t"/>
                <a:pathLst>
                  <a:path extrusionOk="0" h="1096398" w="1244319">
                    <a:moveTo>
                      <a:pt x="487996" y="1096398"/>
                    </a:moveTo>
                    <a:cubicBezTo>
                      <a:pt x="312697" y="1095968"/>
                      <a:pt x="142964" y="1034832"/>
                      <a:pt x="7666" y="923380"/>
                    </a:cubicBezTo>
                    <a:cubicBezTo>
                      <a:pt x="-1330" y="915923"/>
                      <a:pt x="-2595" y="902584"/>
                      <a:pt x="4863" y="893588"/>
                    </a:cubicBezTo>
                    <a:cubicBezTo>
                      <a:pt x="12321" y="884591"/>
                      <a:pt x="25659" y="883327"/>
                      <a:pt x="34655" y="890785"/>
                    </a:cubicBezTo>
                    <a:cubicBezTo>
                      <a:pt x="338121" y="1141667"/>
                      <a:pt x="787512" y="1099045"/>
                      <a:pt x="1038395" y="795579"/>
                    </a:cubicBezTo>
                    <a:cubicBezTo>
                      <a:pt x="1215820" y="580969"/>
                      <a:pt x="1252066" y="282679"/>
                      <a:pt x="1131175" y="31823"/>
                    </a:cubicBezTo>
                    <a:cubicBezTo>
                      <a:pt x="1125334" y="21640"/>
                      <a:pt x="1128867" y="8654"/>
                      <a:pt x="1139050" y="2812"/>
                    </a:cubicBezTo>
                    <a:cubicBezTo>
                      <a:pt x="1149233" y="-3016"/>
                      <a:pt x="1162219" y="505"/>
                      <a:pt x="1168060" y="10688"/>
                    </a:cubicBezTo>
                    <a:cubicBezTo>
                      <a:pt x="1168556" y="11574"/>
                      <a:pt x="1168999" y="12487"/>
                      <a:pt x="1169377" y="13439"/>
                    </a:cubicBezTo>
                    <a:cubicBezTo>
                      <a:pt x="1350335" y="389293"/>
                      <a:pt x="1192338" y="840679"/>
                      <a:pt x="816496" y="1021624"/>
                    </a:cubicBezTo>
                    <a:cubicBezTo>
                      <a:pt x="714015" y="1070961"/>
                      <a:pt x="601729" y="1096529"/>
                      <a:pt x="487996" y="109639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73" name="Google Shape;1773;g3f3ba1429e3_0_2699"/>
              <p:cNvSpPr/>
              <p:nvPr/>
            </p:nvSpPr>
            <p:spPr>
              <a:xfrm>
                <a:off x="8772018" y="2530792"/>
                <a:ext cx="168585" cy="194400"/>
              </a:xfrm>
              <a:custGeom>
                <a:rect b="b" l="l" r="r" t="t"/>
                <a:pathLst>
                  <a:path extrusionOk="0" h="194400" w="168585">
                    <a:moveTo>
                      <a:pt x="652" y="194401"/>
                    </a:moveTo>
                    <a:lnTo>
                      <a:pt x="0" y="0"/>
                    </a:lnTo>
                    <a:lnTo>
                      <a:pt x="168585" y="96614"/>
                    </a:lnTo>
                    <a:lnTo>
                      <a:pt x="652" y="19440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1774" name="Google Shape;1774;g3f3ba1429e3_0_2699"/>
            <p:cNvGrpSpPr/>
            <p:nvPr/>
          </p:nvGrpSpPr>
          <p:grpSpPr>
            <a:xfrm>
              <a:off x="5716757" y="2701775"/>
              <a:ext cx="2100989" cy="2869805"/>
              <a:chOff x="5716757" y="2701775"/>
              <a:chExt cx="2100989" cy="2869805"/>
            </a:xfrm>
          </p:grpSpPr>
          <p:sp>
            <p:nvSpPr>
              <p:cNvPr id="1775" name="Google Shape;1775;g3f3ba1429e3_0_2699"/>
              <p:cNvSpPr/>
              <p:nvPr/>
            </p:nvSpPr>
            <p:spPr>
              <a:xfrm>
                <a:off x="5716757" y="5232585"/>
                <a:ext cx="1347376" cy="338995"/>
              </a:xfrm>
              <a:custGeom>
                <a:rect b="b" l="l" r="r" t="t"/>
                <a:pathLst>
                  <a:path extrusionOk="0" h="338995" w="1347376">
                    <a:moveTo>
                      <a:pt x="1347376" y="169497"/>
                    </a:moveTo>
                    <a:cubicBezTo>
                      <a:pt x="1347376" y="263108"/>
                      <a:pt x="1045756" y="338995"/>
                      <a:pt x="673688" y="338995"/>
                    </a:cubicBezTo>
                    <a:cubicBezTo>
                      <a:pt x="301620" y="338995"/>
                      <a:pt x="0" y="263108"/>
                      <a:pt x="0" y="169497"/>
                    </a:cubicBezTo>
                    <a:cubicBezTo>
                      <a:pt x="0" y="75887"/>
                      <a:pt x="301621" y="0"/>
                      <a:pt x="673688" y="0"/>
                    </a:cubicBezTo>
                    <a:cubicBezTo>
                      <a:pt x="1045756" y="0"/>
                      <a:pt x="1347376" y="75887"/>
                      <a:pt x="1347376" y="16949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76" name="Google Shape;1776;g3f3ba1429e3_0_2699"/>
              <p:cNvSpPr/>
              <p:nvPr/>
            </p:nvSpPr>
            <p:spPr>
              <a:xfrm>
                <a:off x="7044315" y="4907931"/>
                <a:ext cx="766259" cy="353076"/>
              </a:xfrm>
              <a:custGeom>
                <a:rect b="b" l="l" r="r" t="t"/>
                <a:pathLst>
                  <a:path extrusionOk="0" h="353076" w="766259">
                    <a:moveTo>
                      <a:pt x="765347" y="353077"/>
                    </a:moveTo>
                    <a:cubicBezTo>
                      <a:pt x="765347" y="345514"/>
                      <a:pt x="766260" y="337952"/>
                      <a:pt x="766260" y="330129"/>
                    </a:cubicBezTo>
                    <a:cubicBezTo>
                      <a:pt x="766260" y="147593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129"/>
                    </a:cubicBezTo>
                    <a:cubicBezTo>
                      <a:pt x="0" y="337952"/>
                      <a:pt x="0" y="345514"/>
                      <a:pt x="1043" y="3530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77" name="Google Shape;1777;g3f3ba1429e3_0_2699"/>
              <p:cNvSpPr/>
              <p:nvPr/>
            </p:nvSpPr>
            <p:spPr>
              <a:xfrm>
                <a:off x="7037275" y="4900891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8"/>
                    </a:moveTo>
                    <a:lnTo>
                      <a:pt x="8084" y="367288"/>
                    </a:lnTo>
                    <a:cubicBezTo>
                      <a:pt x="4394" y="367301"/>
                      <a:pt x="1317" y="364446"/>
                      <a:pt x="1043" y="360769"/>
                    </a:cubicBezTo>
                    <a:cubicBezTo>
                      <a:pt x="391" y="351903"/>
                      <a:pt x="0" y="344341"/>
                      <a:pt x="0" y="337170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170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20"/>
                      <a:pt x="776052" y="367236"/>
                      <a:pt x="772388" y="367288"/>
                    </a:cubicBezTo>
                    <a:close/>
                    <a:moveTo>
                      <a:pt x="14603" y="353468"/>
                    </a:moveTo>
                    <a:lnTo>
                      <a:pt x="765608" y="353468"/>
                    </a:lnTo>
                    <a:cubicBezTo>
                      <a:pt x="765608" y="347731"/>
                      <a:pt x="765608" y="342516"/>
                      <a:pt x="765608" y="337561"/>
                    </a:cubicBezTo>
                    <a:cubicBezTo>
                      <a:pt x="765608" y="159458"/>
                      <a:pt x="596893" y="14472"/>
                      <a:pt x="389584" y="14472"/>
                    </a:cubicBezTo>
                    <a:cubicBezTo>
                      <a:pt x="182275" y="14472"/>
                      <a:pt x="13429" y="159458"/>
                      <a:pt x="13429" y="337561"/>
                    </a:cubicBezTo>
                    <a:cubicBezTo>
                      <a:pt x="14081" y="342255"/>
                      <a:pt x="14342" y="347340"/>
                      <a:pt x="14603" y="35346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78" name="Google Shape;1778;g3f3ba1429e3_0_2699"/>
              <p:cNvSpPr/>
              <p:nvPr/>
            </p:nvSpPr>
            <p:spPr>
              <a:xfrm>
                <a:off x="7044315" y="4939354"/>
                <a:ext cx="766259" cy="353076"/>
              </a:xfrm>
              <a:custGeom>
                <a:rect b="b" l="l" r="r" t="t"/>
                <a:pathLst>
                  <a:path extrusionOk="0" h="353076" w="766259">
                    <a:moveTo>
                      <a:pt x="765347" y="353077"/>
                    </a:moveTo>
                    <a:cubicBezTo>
                      <a:pt x="765347" y="345514"/>
                      <a:pt x="766260" y="337822"/>
                      <a:pt x="766260" y="330129"/>
                    </a:cubicBezTo>
                    <a:cubicBezTo>
                      <a:pt x="766260" y="147593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129"/>
                    </a:cubicBezTo>
                    <a:cubicBezTo>
                      <a:pt x="0" y="337822"/>
                      <a:pt x="0" y="345514"/>
                      <a:pt x="1043" y="35307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79" name="Google Shape;1779;g3f3ba1429e3_0_2699"/>
              <p:cNvSpPr/>
              <p:nvPr/>
            </p:nvSpPr>
            <p:spPr>
              <a:xfrm>
                <a:off x="7037275" y="4932313"/>
                <a:ext cx="780471" cy="367158"/>
              </a:xfrm>
              <a:custGeom>
                <a:rect b="b" l="l" r="r" t="t"/>
                <a:pathLst>
                  <a:path extrusionOk="0" h="367158" w="780471">
                    <a:moveTo>
                      <a:pt x="772388" y="367158"/>
                    </a:moveTo>
                    <a:lnTo>
                      <a:pt x="8084" y="367158"/>
                    </a:lnTo>
                    <a:cubicBezTo>
                      <a:pt x="4433" y="367171"/>
                      <a:pt x="1382" y="364407"/>
                      <a:pt x="1043" y="360769"/>
                    </a:cubicBezTo>
                    <a:cubicBezTo>
                      <a:pt x="391" y="351773"/>
                      <a:pt x="0" y="344341"/>
                      <a:pt x="0" y="337170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170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07"/>
                      <a:pt x="776038" y="367171"/>
                      <a:pt x="772388" y="367158"/>
                    </a:cubicBezTo>
                    <a:close/>
                    <a:moveTo>
                      <a:pt x="14603" y="353077"/>
                    </a:moveTo>
                    <a:lnTo>
                      <a:pt x="765608" y="353077"/>
                    </a:lnTo>
                    <a:cubicBezTo>
                      <a:pt x="765608" y="347340"/>
                      <a:pt x="765608" y="342125"/>
                      <a:pt x="765608" y="337170"/>
                    </a:cubicBezTo>
                    <a:cubicBezTo>
                      <a:pt x="765608" y="159067"/>
                      <a:pt x="596893" y="14082"/>
                      <a:pt x="389584" y="14082"/>
                    </a:cubicBezTo>
                    <a:cubicBezTo>
                      <a:pt x="182275" y="14082"/>
                      <a:pt x="13429" y="159067"/>
                      <a:pt x="13429" y="337170"/>
                    </a:cubicBezTo>
                    <a:cubicBezTo>
                      <a:pt x="14081" y="342125"/>
                      <a:pt x="14342" y="347340"/>
                      <a:pt x="14603" y="35307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80" name="Google Shape;1780;g3f3ba1429e3_0_2699"/>
              <p:cNvSpPr/>
              <p:nvPr/>
            </p:nvSpPr>
            <p:spPr>
              <a:xfrm>
                <a:off x="6559174" y="3157334"/>
                <a:ext cx="615784" cy="645539"/>
              </a:xfrm>
              <a:custGeom>
                <a:rect b="b" l="l" r="r" t="t"/>
                <a:pathLst>
                  <a:path extrusionOk="0" h="645539" w="615784">
                    <a:moveTo>
                      <a:pt x="45099" y="5033"/>
                    </a:moveTo>
                    <a:lnTo>
                      <a:pt x="308603" y="421606"/>
                    </a:lnTo>
                    <a:lnTo>
                      <a:pt x="598183" y="258627"/>
                    </a:lnTo>
                    <a:lnTo>
                      <a:pt x="615785" y="399962"/>
                    </a:lnTo>
                    <a:cubicBezTo>
                      <a:pt x="615785" y="399962"/>
                      <a:pt x="336896" y="619397"/>
                      <a:pt x="298042" y="636737"/>
                    </a:cubicBezTo>
                    <a:cubicBezTo>
                      <a:pt x="259188" y="654078"/>
                      <a:pt x="188520" y="643908"/>
                      <a:pt x="170919" y="622656"/>
                    </a:cubicBezTo>
                    <a:cubicBezTo>
                      <a:pt x="153317" y="601404"/>
                      <a:pt x="5072" y="76091"/>
                      <a:pt x="5072" y="76091"/>
                    </a:cubicBezTo>
                    <a:cubicBezTo>
                      <a:pt x="5072" y="76091"/>
                      <a:pt x="-21005" y="-23130"/>
                      <a:pt x="45099" y="50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81" name="Google Shape;1781;g3f3ba1429e3_0_2699"/>
              <p:cNvSpPr/>
              <p:nvPr/>
            </p:nvSpPr>
            <p:spPr>
              <a:xfrm>
                <a:off x="6552042" y="3149579"/>
                <a:ext cx="630022" cy="660808"/>
              </a:xfrm>
              <a:custGeom>
                <a:rect b="b" l="l" r="r" t="t"/>
                <a:pathLst>
                  <a:path extrusionOk="0" h="660808" w="630022">
                    <a:moveTo>
                      <a:pt x="255498" y="660790"/>
                    </a:moveTo>
                    <a:cubicBezTo>
                      <a:pt x="221338" y="660790"/>
                      <a:pt x="186004" y="651402"/>
                      <a:pt x="172575" y="634714"/>
                    </a:cubicBezTo>
                    <a:cubicBezTo>
                      <a:pt x="154452" y="612939"/>
                      <a:pt x="20418" y="139259"/>
                      <a:pt x="5294" y="84759"/>
                    </a:cubicBezTo>
                    <a:cubicBezTo>
                      <a:pt x="3599" y="78631"/>
                      <a:pt x="-9309" y="25695"/>
                      <a:pt x="12725" y="6529"/>
                    </a:cubicBezTo>
                    <a:cubicBezTo>
                      <a:pt x="22504" y="-1816"/>
                      <a:pt x="36716" y="-2207"/>
                      <a:pt x="54969" y="5616"/>
                    </a:cubicBezTo>
                    <a:cubicBezTo>
                      <a:pt x="56286" y="6151"/>
                      <a:pt x="57395" y="7116"/>
                      <a:pt x="58099" y="8354"/>
                    </a:cubicBezTo>
                    <a:lnTo>
                      <a:pt x="318082" y="419321"/>
                    </a:lnTo>
                    <a:lnTo>
                      <a:pt x="601795" y="260124"/>
                    </a:lnTo>
                    <a:cubicBezTo>
                      <a:pt x="603868" y="259015"/>
                      <a:pt x="606371" y="259015"/>
                      <a:pt x="608444" y="260124"/>
                    </a:cubicBezTo>
                    <a:cubicBezTo>
                      <a:pt x="610544" y="261219"/>
                      <a:pt x="612004" y="263253"/>
                      <a:pt x="612356" y="265600"/>
                    </a:cubicBezTo>
                    <a:lnTo>
                      <a:pt x="629958" y="406804"/>
                    </a:lnTo>
                    <a:cubicBezTo>
                      <a:pt x="630297" y="409242"/>
                      <a:pt x="629293" y="411681"/>
                      <a:pt x="627350" y="413193"/>
                    </a:cubicBezTo>
                    <a:cubicBezTo>
                      <a:pt x="615876" y="422190"/>
                      <a:pt x="347157" y="632888"/>
                      <a:pt x="308043" y="650751"/>
                    </a:cubicBezTo>
                    <a:cubicBezTo>
                      <a:pt x="291406" y="657674"/>
                      <a:pt x="273517" y="661090"/>
                      <a:pt x="255498" y="660790"/>
                    </a:cubicBezTo>
                    <a:close/>
                    <a:moveTo>
                      <a:pt x="31631" y="14743"/>
                    </a:moveTo>
                    <a:cubicBezTo>
                      <a:pt x="28150" y="14600"/>
                      <a:pt x="24721" y="15708"/>
                      <a:pt x="21983" y="17872"/>
                    </a:cubicBezTo>
                    <a:cubicBezTo>
                      <a:pt x="10378" y="27912"/>
                      <a:pt x="13899" y="62333"/>
                      <a:pt x="18853" y="81630"/>
                    </a:cubicBezTo>
                    <a:cubicBezTo>
                      <a:pt x="77917" y="291024"/>
                      <a:pt x="170489" y="609159"/>
                      <a:pt x="183527" y="626239"/>
                    </a:cubicBezTo>
                    <a:cubicBezTo>
                      <a:pt x="198912" y="644623"/>
                      <a:pt x="266450" y="654662"/>
                      <a:pt x="302175" y="638364"/>
                    </a:cubicBezTo>
                    <a:cubicBezTo>
                      <a:pt x="337900" y="622066"/>
                      <a:pt x="584584" y="429752"/>
                      <a:pt x="615094" y="405110"/>
                    </a:cubicBezTo>
                    <a:lnTo>
                      <a:pt x="599187" y="278247"/>
                    </a:lnTo>
                    <a:lnTo>
                      <a:pt x="319125" y="435880"/>
                    </a:lnTo>
                    <a:cubicBezTo>
                      <a:pt x="315839" y="437692"/>
                      <a:pt x="311706" y="436597"/>
                      <a:pt x="309738" y="433402"/>
                    </a:cubicBezTo>
                    <a:lnTo>
                      <a:pt x="47407" y="18655"/>
                    </a:lnTo>
                    <a:cubicBezTo>
                      <a:pt x="42426" y="16425"/>
                      <a:pt x="37081" y="15095"/>
                      <a:pt x="31631" y="147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82" name="Google Shape;1782;g3f3ba1429e3_0_2699"/>
              <p:cNvSpPr/>
              <p:nvPr/>
            </p:nvSpPr>
            <p:spPr>
              <a:xfrm>
                <a:off x="6941965" y="3352986"/>
                <a:ext cx="275368" cy="377849"/>
              </a:xfrm>
              <a:custGeom>
                <a:rect b="b" l="l" r="r" t="t"/>
                <a:pathLst>
                  <a:path extrusionOk="0" h="377849" w="275368">
                    <a:moveTo>
                      <a:pt x="201311" y="42374"/>
                    </a:moveTo>
                    <a:lnTo>
                      <a:pt x="0" y="169498"/>
                    </a:lnTo>
                    <a:lnTo>
                      <a:pt x="107044" y="377849"/>
                    </a:lnTo>
                    <a:lnTo>
                      <a:pt x="275368" y="194271"/>
                    </a:lnTo>
                    <a:lnTo>
                      <a:pt x="257767" y="0"/>
                    </a:lnTo>
                    <a:lnTo>
                      <a:pt x="201311" y="42374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83" name="Google Shape;1783;g3f3ba1429e3_0_2699"/>
              <p:cNvSpPr/>
              <p:nvPr/>
            </p:nvSpPr>
            <p:spPr>
              <a:xfrm>
                <a:off x="6934890" y="3346286"/>
                <a:ext cx="289538" cy="391606"/>
              </a:xfrm>
              <a:custGeom>
                <a:rect b="b" l="l" r="r" t="t"/>
                <a:pathLst>
                  <a:path extrusionOk="0" h="391606" w="289538">
                    <a:moveTo>
                      <a:pt x="114119" y="391590"/>
                    </a:moveTo>
                    <a:lnTo>
                      <a:pt x="113206" y="391590"/>
                    </a:lnTo>
                    <a:cubicBezTo>
                      <a:pt x="110951" y="391186"/>
                      <a:pt x="108995" y="389804"/>
                      <a:pt x="107861" y="387809"/>
                    </a:cubicBezTo>
                    <a:lnTo>
                      <a:pt x="816" y="179196"/>
                    </a:lnTo>
                    <a:cubicBezTo>
                      <a:pt x="-905" y="175937"/>
                      <a:pt x="177" y="171895"/>
                      <a:pt x="3293" y="169939"/>
                    </a:cubicBezTo>
                    <a:lnTo>
                      <a:pt x="204344" y="43598"/>
                    </a:lnTo>
                    <a:lnTo>
                      <a:pt x="260539" y="1485"/>
                    </a:lnTo>
                    <a:cubicBezTo>
                      <a:pt x="263603" y="-901"/>
                      <a:pt x="268036" y="-354"/>
                      <a:pt x="270422" y="2710"/>
                    </a:cubicBezTo>
                    <a:cubicBezTo>
                      <a:pt x="271256" y="3780"/>
                      <a:pt x="271765" y="5083"/>
                      <a:pt x="271882" y="6439"/>
                    </a:cubicBezTo>
                    <a:lnTo>
                      <a:pt x="289484" y="200710"/>
                    </a:lnTo>
                    <a:cubicBezTo>
                      <a:pt x="289745" y="202678"/>
                      <a:pt x="289067" y="204660"/>
                      <a:pt x="287659" y="206055"/>
                    </a:cubicBezTo>
                    <a:lnTo>
                      <a:pt x="119334" y="389765"/>
                    </a:lnTo>
                    <a:cubicBezTo>
                      <a:pt x="117913" y="391055"/>
                      <a:pt x="116036" y="391721"/>
                      <a:pt x="114119" y="391590"/>
                    </a:cubicBezTo>
                    <a:close/>
                    <a:moveTo>
                      <a:pt x="16332" y="178675"/>
                    </a:moveTo>
                    <a:lnTo>
                      <a:pt x="115814" y="372293"/>
                    </a:lnTo>
                    <a:lnTo>
                      <a:pt x="275142" y="198493"/>
                    </a:lnTo>
                    <a:lnTo>
                      <a:pt x="258974" y="19999"/>
                    </a:lnTo>
                    <a:lnTo>
                      <a:pt x="212558" y="54681"/>
                    </a:lnTo>
                    <a:lnTo>
                      <a:pt x="212558" y="54681"/>
                    </a:lnTo>
                    <a:close/>
                    <a:moveTo>
                      <a:pt x="208386" y="49074"/>
                    </a:moveTo>
                    <a:lnTo>
                      <a:pt x="208386" y="49074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84" name="Google Shape;1784;g3f3ba1429e3_0_2699"/>
              <p:cNvSpPr/>
              <p:nvPr/>
            </p:nvSpPr>
            <p:spPr>
              <a:xfrm>
                <a:off x="6312607" y="3857958"/>
                <a:ext cx="720870" cy="1274753"/>
              </a:xfrm>
              <a:custGeom>
                <a:rect b="b" l="l" r="r" t="t"/>
                <a:pathLst>
                  <a:path extrusionOk="0" h="1274753" w="720870">
                    <a:moveTo>
                      <a:pt x="0" y="279280"/>
                    </a:moveTo>
                    <a:lnTo>
                      <a:pt x="491543" y="773301"/>
                    </a:lnTo>
                    <a:cubicBezTo>
                      <a:pt x="491543" y="773301"/>
                      <a:pt x="367940" y="889863"/>
                      <a:pt x="279671" y="988823"/>
                    </a:cubicBezTo>
                    <a:cubicBezTo>
                      <a:pt x="191402" y="1087784"/>
                      <a:pt x="46677" y="1214777"/>
                      <a:pt x="46677" y="1214777"/>
                    </a:cubicBezTo>
                    <a:lnTo>
                      <a:pt x="96092" y="1274753"/>
                    </a:lnTo>
                    <a:cubicBezTo>
                      <a:pt x="96092" y="1274753"/>
                      <a:pt x="668212" y="844490"/>
                      <a:pt x="695853" y="815675"/>
                    </a:cubicBezTo>
                    <a:cubicBezTo>
                      <a:pt x="723494" y="786860"/>
                      <a:pt x="724146" y="730926"/>
                      <a:pt x="717106" y="656869"/>
                    </a:cubicBezTo>
                    <a:cubicBezTo>
                      <a:pt x="710065" y="582811"/>
                      <a:pt x="501713" y="0"/>
                      <a:pt x="50171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85" name="Google Shape;1785;g3f3ba1429e3_0_2699"/>
              <p:cNvSpPr/>
              <p:nvPr/>
            </p:nvSpPr>
            <p:spPr>
              <a:xfrm>
                <a:off x="6305525" y="3851195"/>
                <a:ext cx="736305" cy="1288775"/>
              </a:xfrm>
              <a:custGeom>
                <a:rect b="b" l="l" r="r" t="t"/>
                <a:pathLst>
                  <a:path extrusionOk="0" h="1288775" w="736305">
                    <a:moveTo>
                      <a:pt x="103174" y="1288688"/>
                    </a:moveTo>
                    <a:cubicBezTo>
                      <a:pt x="101049" y="1288675"/>
                      <a:pt x="99054" y="1287723"/>
                      <a:pt x="97698" y="1286080"/>
                    </a:cubicBezTo>
                    <a:lnTo>
                      <a:pt x="48283" y="1225974"/>
                    </a:lnTo>
                    <a:cubicBezTo>
                      <a:pt x="45858" y="1223040"/>
                      <a:pt x="46197" y="1218711"/>
                      <a:pt x="49065" y="1216195"/>
                    </a:cubicBezTo>
                    <a:cubicBezTo>
                      <a:pt x="50500" y="1215021"/>
                      <a:pt x="194573" y="1088289"/>
                      <a:pt x="281538" y="990893"/>
                    </a:cubicBezTo>
                    <a:cubicBezTo>
                      <a:pt x="358725" y="904449"/>
                      <a:pt x="464074" y="803403"/>
                      <a:pt x="488586" y="779934"/>
                    </a:cubicBezTo>
                    <a:lnTo>
                      <a:pt x="2128" y="290998"/>
                    </a:lnTo>
                    <a:cubicBezTo>
                      <a:pt x="576" y="289460"/>
                      <a:pt x="-193" y="287308"/>
                      <a:pt x="42" y="285131"/>
                    </a:cubicBezTo>
                    <a:cubicBezTo>
                      <a:pt x="393" y="282928"/>
                      <a:pt x="1736" y="280998"/>
                      <a:pt x="3692" y="279916"/>
                    </a:cubicBezTo>
                    <a:lnTo>
                      <a:pt x="506448" y="636"/>
                    </a:lnTo>
                    <a:cubicBezTo>
                      <a:pt x="508365" y="-212"/>
                      <a:pt x="510529" y="-212"/>
                      <a:pt x="512446" y="636"/>
                    </a:cubicBezTo>
                    <a:cubicBezTo>
                      <a:pt x="514376" y="1431"/>
                      <a:pt x="515875" y="2996"/>
                      <a:pt x="516618" y="4938"/>
                    </a:cubicBezTo>
                    <a:cubicBezTo>
                      <a:pt x="525093" y="28668"/>
                      <a:pt x="725231" y="589314"/>
                      <a:pt x="732402" y="663372"/>
                    </a:cubicBezTo>
                    <a:cubicBezTo>
                      <a:pt x="739964" y="743166"/>
                      <a:pt x="738660" y="798448"/>
                      <a:pt x="709194" y="828045"/>
                    </a:cubicBezTo>
                    <a:cubicBezTo>
                      <a:pt x="679727" y="857642"/>
                      <a:pt x="131467" y="1270173"/>
                      <a:pt x="108129" y="1287775"/>
                    </a:cubicBezTo>
                    <a:cubicBezTo>
                      <a:pt x="106630" y="1288622"/>
                      <a:pt x="104882" y="1288948"/>
                      <a:pt x="103174" y="1288688"/>
                    </a:cubicBezTo>
                    <a:close/>
                    <a:moveTo>
                      <a:pt x="64060" y="1222323"/>
                    </a:moveTo>
                    <a:lnTo>
                      <a:pt x="104869" y="1271868"/>
                    </a:lnTo>
                    <a:cubicBezTo>
                      <a:pt x="163281" y="1227799"/>
                      <a:pt x="672947" y="843561"/>
                      <a:pt x="699024" y="817484"/>
                    </a:cubicBezTo>
                    <a:cubicBezTo>
                      <a:pt x="725100" y="791407"/>
                      <a:pt x="725100" y="737690"/>
                      <a:pt x="718190" y="664284"/>
                    </a:cubicBezTo>
                    <a:cubicBezTo>
                      <a:pt x="711671" y="596485"/>
                      <a:pt x="530830" y="86688"/>
                      <a:pt x="505927" y="16933"/>
                    </a:cubicBezTo>
                    <a:lnTo>
                      <a:pt x="19208" y="287739"/>
                    </a:lnTo>
                    <a:lnTo>
                      <a:pt x="504232" y="775110"/>
                    </a:lnTo>
                    <a:cubicBezTo>
                      <a:pt x="505536" y="776492"/>
                      <a:pt x="506279" y="778304"/>
                      <a:pt x="506318" y="780195"/>
                    </a:cubicBezTo>
                    <a:cubicBezTo>
                      <a:pt x="506214" y="782098"/>
                      <a:pt x="505431" y="783911"/>
                      <a:pt x="504102" y="785279"/>
                    </a:cubicBezTo>
                    <a:cubicBezTo>
                      <a:pt x="502798" y="786453"/>
                      <a:pt x="379716" y="902624"/>
                      <a:pt x="292621" y="1000281"/>
                    </a:cubicBezTo>
                    <a:cubicBezTo>
                      <a:pt x="213869" y="1087768"/>
                      <a:pt x="90136" y="1198724"/>
                      <a:pt x="63147" y="122232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86" name="Google Shape;1786;g3f3ba1429e3_0_2699"/>
              <p:cNvSpPr/>
              <p:nvPr/>
            </p:nvSpPr>
            <p:spPr>
              <a:xfrm>
                <a:off x="6248718" y="4779243"/>
                <a:ext cx="445910" cy="557386"/>
              </a:xfrm>
              <a:custGeom>
                <a:rect b="b" l="l" r="r" t="t"/>
                <a:pathLst>
                  <a:path extrusionOk="0" h="557386" w="445910">
                    <a:moveTo>
                      <a:pt x="326740" y="0"/>
                    </a:moveTo>
                    <a:lnTo>
                      <a:pt x="445910" y="207961"/>
                    </a:lnTo>
                    <a:lnTo>
                      <a:pt x="204441" y="334302"/>
                    </a:lnTo>
                    <a:cubicBezTo>
                      <a:pt x="195940" y="362138"/>
                      <a:pt x="195940" y="391865"/>
                      <a:pt x="204441" y="419702"/>
                    </a:cubicBezTo>
                    <a:cubicBezTo>
                      <a:pt x="219305" y="460643"/>
                      <a:pt x="256594" y="501452"/>
                      <a:pt x="260115" y="524009"/>
                    </a:cubicBezTo>
                    <a:cubicBezTo>
                      <a:pt x="263635" y="546565"/>
                      <a:pt x="267547" y="557387"/>
                      <a:pt x="219305" y="557387"/>
                    </a:cubicBezTo>
                    <a:cubicBezTo>
                      <a:pt x="171063" y="557387"/>
                      <a:pt x="119040" y="516577"/>
                      <a:pt x="92964" y="486849"/>
                    </a:cubicBezTo>
                    <a:cubicBezTo>
                      <a:pt x="66887" y="457122"/>
                      <a:pt x="63237" y="375372"/>
                      <a:pt x="40811" y="341994"/>
                    </a:cubicBezTo>
                    <a:cubicBezTo>
                      <a:pt x="18385" y="308616"/>
                      <a:pt x="-18644" y="260244"/>
                      <a:pt x="11083" y="215653"/>
                    </a:cubicBezTo>
                    <a:cubicBezTo>
                      <a:pt x="40811" y="171062"/>
                      <a:pt x="100135" y="163500"/>
                      <a:pt x="100135" y="163500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87" name="Google Shape;1787;g3f3ba1429e3_0_2699"/>
              <p:cNvSpPr/>
              <p:nvPr/>
            </p:nvSpPr>
            <p:spPr>
              <a:xfrm>
                <a:off x="6241498" y="4771893"/>
                <a:ext cx="460182" cy="571516"/>
              </a:xfrm>
              <a:custGeom>
                <a:rect b="b" l="l" r="r" t="t"/>
                <a:pathLst>
                  <a:path extrusionOk="0" h="571516" w="460182">
                    <a:moveTo>
                      <a:pt x="226264" y="571517"/>
                    </a:moveTo>
                    <a:cubicBezTo>
                      <a:pt x="172807" y="571517"/>
                      <a:pt x="118438" y="525752"/>
                      <a:pt x="94708" y="498633"/>
                    </a:cubicBezTo>
                    <a:cubicBezTo>
                      <a:pt x="79584" y="481422"/>
                      <a:pt x="71761" y="449478"/>
                      <a:pt x="64198" y="418578"/>
                    </a:cubicBezTo>
                    <a:cubicBezTo>
                      <a:pt x="60078" y="395891"/>
                      <a:pt x="52660" y="373921"/>
                      <a:pt x="42164" y="353386"/>
                    </a:cubicBezTo>
                    <a:lnTo>
                      <a:pt x="37340" y="346215"/>
                    </a:lnTo>
                    <a:cubicBezTo>
                      <a:pt x="14001" y="311794"/>
                      <a:pt x="-17943" y="264726"/>
                      <a:pt x="12436" y="219222"/>
                    </a:cubicBezTo>
                    <a:cubicBezTo>
                      <a:pt x="40860" y="176457"/>
                      <a:pt x="93926" y="166156"/>
                      <a:pt x="104617" y="164461"/>
                    </a:cubicBezTo>
                    <a:lnTo>
                      <a:pt x="329788" y="2004"/>
                    </a:lnTo>
                    <a:cubicBezTo>
                      <a:pt x="331405" y="505"/>
                      <a:pt x="333595" y="-199"/>
                      <a:pt x="335786" y="49"/>
                    </a:cubicBezTo>
                    <a:cubicBezTo>
                      <a:pt x="337729" y="453"/>
                      <a:pt x="339397" y="1692"/>
                      <a:pt x="340349" y="3439"/>
                    </a:cubicBezTo>
                    <a:lnTo>
                      <a:pt x="459258" y="212051"/>
                    </a:lnTo>
                    <a:cubicBezTo>
                      <a:pt x="460197" y="213720"/>
                      <a:pt x="460432" y="215689"/>
                      <a:pt x="459910" y="217527"/>
                    </a:cubicBezTo>
                    <a:cubicBezTo>
                      <a:pt x="459389" y="219353"/>
                      <a:pt x="458111" y="220878"/>
                      <a:pt x="456390" y="221700"/>
                    </a:cubicBezTo>
                    <a:lnTo>
                      <a:pt x="217528" y="346606"/>
                    </a:lnTo>
                    <a:cubicBezTo>
                      <a:pt x="210240" y="372214"/>
                      <a:pt x="210514" y="399385"/>
                      <a:pt x="218311" y="424836"/>
                    </a:cubicBezTo>
                    <a:cubicBezTo>
                      <a:pt x="226864" y="445384"/>
                      <a:pt x="237568" y="464968"/>
                      <a:pt x="250255" y="483247"/>
                    </a:cubicBezTo>
                    <a:cubicBezTo>
                      <a:pt x="260907" y="497355"/>
                      <a:pt x="269069" y="513196"/>
                      <a:pt x="274375" y="530055"/>
                    </a:cubicBezTo>
                    <a:lnTo>
                      <a:pt x="274375" y="532402"/>
                    </a:lnTo>
                    <a:cubicBezTo>
                      <a:pt x="276201" y="543615"/>
                      <a:pt x="277896" y="553263"/>
                      <a:pt x="271377" y="560956"/>
                    </a:cubicBezTo>
                    <a:cubicBezTo>
                      <a:pt x="264858" y="568648"/>
                      <a:pt x="252341" y="571517"/>
                      <a:pt x="226264" y="571517"/>
                    </a:cubicBezTo>
                    <a:close/>
                    <a:moveTo>
                      <a:pt x="331744" y="17651"/>
                    </a:moveTo>
                    <a:lnTo>
                      <a:pt x="111527" y="176457"/>
                    </a:lnTo>
                    <a:cubicBezTo>
                      <a:pt x="110602" y="177213"/>
                      <a:pt x="109454" y="177656"/>
                      <a:pt x="108268" y="177761"/>
                    </a:cubicBezTo>
                    <a:cubicBezTo>
                      <a:pt x="108268" y="177761"/>
                      <a:pt x="51682" y="185453"/>
                      <a:pt x="24171" y="226654"/>
                    </a:cubicBezTo>
                    <a:cubicBezTo>
                      <a:pt x="-863" y="264204"/>
                      <a:pt x="26779" y="304884"/>
                      <a:pt x="48944" y="337871"/>
                    </a:cubicBezTo>
                    <a:lnTo>
                      <a:pt x="53898" y="345172"/>
                    </a:lnTo>
                    <a:cubicBezTo>
                      <a:pt x="65476" y="367142"/>
                      <a:pt x="73612" y="390754"/>
                      <a:pt x="78019" y="415188"/>
                    </a:cubicBezTo>
                    <a:cubicBezTo>
                      <a:pt x="85060" y="444393"/>
                      <a:pt x="92491" y="474642"/>
                      <a:pt x="105269" y="489245"/>
                    </a:cubicBezTo>
                    <a:cubicBezTo>
                      <a:pt x="133953" y="522102"/>
                      <a:pt x="184151" y="557435"/>
                      <a:pt x="226264" y="557435"/>
                    </a:cubicBezTo>
                    <a:cubicBezTo>
                      <a:pt x="245952" y="557435"/>
                      <a:pt x="257556" y="555480"/>
                      <a:pt x="260685" y="551698"/>
                    </a:cubicBezTo>
                    <a:cubicBezTo>
                      <a:pt x="263814" y="547917"/>
                      <a:pt x="261859" y="542702"/>
                      <a:pt x="260685" y="534618"/>
                    </a:cubicBezTo>
                    <a:lnTo>
                      <a:pt x="260685" y="532272"/>
                    </a:lnTo>
                    <a:cubicBezTo>
                      <a:pt x="255522" y="517395"/>
                      <a:pt x="248090" y="503418"/>
                      <a:pt x="238651" y="490810"/>
                    </a:cubicBezTo>
                    <a:cubicBezTo>
                      <a:pt x="225352" y="471644"/>
                      <a:pt x="214152" y="451095"/>
                      <a:pt x="205273" y="429530"/>
                    </a:cubicBezTo>
                    <a:cubicBezTo>
                      <a:pt x="196159" y="400194"/>
                      <a:pt x="196159" y="368771"/>
                      <a:pt x="205273" y="339435"/>
                    </a:cubicBezTo>
                    <a:cubicBezTo>
                      <a:pt x="205755" y="337649"/>
                      <a:pt x="206994" y="336176"/>
                      <a:pt x="208663" y="335393"/>
                    </a:cubicBezTo>
                    <a:lnTo>
                      <a:pt x="443352" y="212442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88" name="Google Shape;1788;g3f3ba1429e3_0_2699"/>
              <p:cNvSpPr/>
              <p:nvPr/>
            </p:nvSpPr>
            <p:spPr>
              <a:xfrm>
                <a:off x="6248347" y="4972993"/>
                <a:ext cx="251749" cy="363261"/>
              </a:xfrm>
              <a:custGeom>
                <a:rect b="b" l="l" r="r" t="t"/>
                <a:pathLst>
                  <a:path extrusionOk="0" h="363261" w="251749">
                    <a:moveTo>
                      <a:pt x="251750" y="359596"/>
                    </a:moveTo>
                    <a:cubicBezTo>
                      <a:pt x="199597" y="344602"/>
                      <a:pt x="151225" y="302879"/>
                      <a:pt x="118108" y="257376"/>
                    </a:cubicBezTo>
                    <a:cubicBezTo>
                      <a:pt x="81079" y="206526"/>
                      <a:pt x="90336" y="118518"/>
                      <a:pt x="52916" y="86183"/>
                    </a:cubicBezTo>
                    <a:cubicBezTo>
                      <a:pt x="30230" y="66234"/>
                      <a:pt x="28404" y="27119"/>
                      <a:pt x="30360" y="0"/>
                    </a:cubicBezTo>
                    <a:cubicBezTo>
                      <a:pt x="22954" y="6180"/>
                      <a:pt x="16448" y="13377"/>
                      <a:pt x="11063" y="21383"/>
                    </a:cubicBezTo>
                    <a:cubicBezTo>
                      <a:pt x="-18664" y="65974"/>
                      <a:pt x="18495" y="114346"/>
                      <a:pt x="40790" y="147724"/>
                    </a:cubicBezTo>
                    <a:cubicBezTo>
                      <a:pt x="63086" y="181102"/>
                      <a:pt x="66867" y="262851"/>
                      <a:pt x="92944" y="292579"/>
                    </a:cubicBezTo>
                    <a:cubicBezTo>
                      <a:pt x="119020" y="322306"/>
                      <a:pt x="171173" y="363116"/>
                      <a:pt x="219285" y="363116"/>
                    </a:cubicBezTo>
                    <a:cubicBezTo>
                      <a:pt x="230224" y="363703"/>
                      <a:pt x="241189" y="362516"/>
                      <a:pt x="251750" y="35959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89" name="Google Shape;1789;g3f3ba1429e3_0_2699"/>
              <p:cNvSpPr/>
              <p:nvPr/>
            </p:nvSpPr>
            <p:spPr>
              <a:xfrm>
                <a:off x="6241498" y="4966533"/>
                <a:ext cx="266292" cy="377116"/>
              </a:xfrm>
              <a:custGeom>
                <a:rect b="b" l="l" r="r" t="t"/>
                <a:pathLst>
                  <a:path extrusionOk="0" h="377116" w="266292">
                    <a:moveTo>
                      <a:pt x="226264" y="376877"/>
                    </a:moveTo>
                    <a:cubicBezTo>
                      <a:pt x="172807" y="376877"/>
                      <a:pt x="118438" y="331113"/>
                      <a:pt x="94708" y="303993"/>
                    </a:cubicBezTo>
                    <a:cubicBezTo>
                      <a:pt x="79584" y="286783"/>
                      <a:pt x="71761" y="254839"/>
                      <a:pt x="64198" y="223938"/>
                    </a:cubicBezTo>
                    <a:cubicBezTo>
                      <a:pt x="60078" y="201251"/>
                      <a:pt x="52660" y="179282"/>
                      <a:pt x="42164" y="158747"/>
                    </a:cubicBezTo>
                    <a:lnTo>
                      <a:pt x="37340" y="151576"/>
                    </a:lnTo>
                    <a:cubicBezTo>
                      <a:pt x="14001" y="117155"/>
                      <a:pt x="-17943" y="70086"/>
                      <a:pt x="12436" y="24583"/>
                    </a:cubicBezTo>
                    <a:cubicBezTo>
                      <a:pt x="18199" y="15964"/>
                      <a:pt x="25188" y="8246"/>
                      <a:pt x="33167" y="1635"/>
                    </a:cubicBezTo>
                    <a:cubicBezTo>
                      <a:pt x="35332" y="-151"/>
                      <a:pt x="38343" y="-503"/>
                      <a:pt x="40860" y="723"/>
                    </a:cubicBezTo>
                    <a:cubicBezTo>
                      <a:pt x="43441" y="2014"/>
                      <a:pt x="44941" y="4765"/>
                      <a:pt x="44641" y="7633"/>
                    </a:cubicBezTo>
                    <a:cubicBezTo>
                      <a:pt x="43076" y="29668"/>
                      <a:pt x="43468" y="69304"/>
                      <a:pt x="64850" y="87949"/>
                    </a:cubicBezTo>
                    <a:cubicBezTo>
                      <a:pt x="86233" y="106594"/>
                      <a:pt x="92752" y="139059"/>
                      <a:pt x="100184" y="173871"/>
                    </a:cubicBezTo>
                    <a:cubicBezTo>
                      <a:pt x="106834" y="204902"/>
                      <a:pt x="113222" y="236977"/>
                      <a:pt x="130694" y="260315"/>
                    </a:cubicBezTo>
                    <a:cubicBezTo>
                      <a:pt x="167201" y="310512"/>
                      <a:pt x="214530" y="346759"/>
                      <a:pt x="261077" y="359927"/>
                    </a:cubicBezTo>
                    <a:cubicBezTo>
                      <a:pt x="264075" y="360684"/>
                      <a:pt x="266214" y="363357"/>
                      <a:pt x="266292" y="366447"/>
                    </a:cubicBezTo>
                    <a:cubicBezTo>
                      <a:pt x="266331" y="369511"/>
                      <a:pt x="264453" y="372262"/>
                      <a:pt x="261598" y="373357"/>
                    </a:cubicBezTo>
                    <a:cubicBezTo>
                      <a:pt x="250098" y="376486"/>
                      <a:pt x="238155" y="377672"/>
                      <a:pt x="226264" y="376877"/>
                    </a:cubicBezTo>
                    <a:close/>
                    <a:moveTo>
                      <a:pt x="30690" y="24843"/>
                    </a:moveTo>
                    <a:cubicBezTo>
                      <a:pt x="28539" y="27256"/>
                      <a:pt x="26583" y="29824"/>
                      <a:pt x="24823" y="32536"/>
                    </a:cubicBezTo>
                    <a:cubicBezTo>
                      <a:pt x="-211" y="70086"/>
                      <a:pt x="27431" y="110766"/>
                      <a:pt x="49596" y="143753"/>
                    </a:cubicBezTo>
                    <a:lnTo>
                      <a:pt x="54550" y="151054"/>
                    </a:lnTo>
                    <a:cubicBezTo>
                      <a:pt x="66128" y="173024"/>
                      <a:pt x="74264" y="196636"/>
                      <a:pt x="78671" y="221070"/>
                    </a:cubicBezTo>
                    <a:cubicBezTo>
                      <a:pt x="85712" y="250275"/>
                      <a:pt x="93143" y="280524"/>
                      <a:pt x="105921" y="295127"/>
                    </a:cubicBezTo>
                    <a:cubicBezTo>
                      <a:pt x="134605" y="327984"/>
                      <a:pt x="184802" y="363318"/>
                      <a:pt x="226916" y="363318"/>
                    </a:cubicBezTo>
                    <a:lnTo>
                      <a:pt x="229785" y="363318"/>
                    </a:lnTo>
                    <a:cubicBezTo>
                      <a:pt x="185819" y="341504"/>
                      <a:pt x="148021" y="309000"/>
                      <a:pt x="119872" y="268790"/>
                    </a:cubicBezTo>
                    <a:cubicBezTo>
                      <a:pt x="101097" y="242713"/>
                      <a:pt x="93795" y="209466"/>
                      <a:pt x="87015" y="177522"/>
                    </a:cubicBezTo>
                    <a:cubicBezTo>
                      <a:pt x="80235" y="145578"/>
                      <a:pt x="73977" y="114417"/>
                      <a:pt x="56115" y="99292"/>
                    </a:cubicBezTo>
                    <a:cubicBezTo>
                      <a:pt x="35905" y="80778"/>
                      <a:pt x="30168" y="50920"/>
                      <a:pt x="30038" y="2432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90" name="Google Shape;1790;g3f3ba1429e3_0_2699"/>
              <p:cNvSpPr/>
              <p:nvPr/>
            </p:nvSpPr>
            <p:spPr>
              <a:xfrm>
                <a:off x="6272188" y="4079218"/>
                <a:ext cx="669815" cy="1293658"/>
              </a:xfrm>
              <a:custGeom>
                <a:rect b="b" l="l" r="r" t="t"/>
                <a:pathLst>
                  <a:path extrusionOk="0" h="1293658" w="669815">
                    <a:moveTo>
                      <a:pt x="0" y="0"/>
                    </a:moveTo>
                    <a:cubicBezTo>
                      <a:pt x="0" y="0"/>
                      <a:pt x="95310" y="175495"/>
                      <a:pt x="169498" y="277846"/>
                    </a:cubicBezTo>
                    <a:cubicBezTo>
                      <a:pt x="268328" y="414357"/>
                      <a:pt x="447213" y="622709"/>
                      <a:pt x="447213" y="622709"/>
                    </a:cubicBezTo>
                    <a:lnTo>
                      <a:pt x="419050" y="1283097"/>
                    </a:lnTo>
                    <a:lnTo>
                      <a:pt x="507319" y="1293658"/>
                    </a:lnTo>
                    <a:cubicBezTo>
                      <a:pt x="507319" y="1293658"/>
                      <a:pt x="666256" y="643961"/>
                      <a:pt x="669777" y="590895"/>
                    </a:cubicBezTo>
                    <a:cubicBezTo>
                      <a:pt x="673297" y="537829"/>
                      <a:pt x="440172" y="40028"/>
                      <a:pt x="440172" y="40028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91" name="Google Shape;1791;g3f3ba1429e3_0_2699"/>
              <p:cNvSpPr/>
              <p:nvPr/>
            </p:nvSpPr>
            <p:spPr>
              <a:xfrm>
                <a:off x="6265620" y="4072179"/>
                <a:ext cx="683429" cy="1307737"/>
              </a:xfrm>
              <a:custGeom>
                <a:rect b="b" l="l" r="r" t="t"/>
                <a:pathLst>
                  <a:path extrusionOk="0" h="1307737" w="683429">
                    <a:moveTo>
                      <a:pt x="513888" y="1307738"/>
                    </a:moveTo>
                    <a:lnTo>
                      <a:pt x="512975" y="1307738"/>
                    </a:lnTo>
                    <a:lnTo>
                      <a:pt x="424706" y="1297177"/>
                    </a:lnTo>
                    <a:cubicBezTo>
                      <a:pt x="421029" y="1296707"/>
                      <a:pt x="418344" y="1293448"/>
                      <a:pt x="418578" y="1289745"/>
                    </a:cubicBezTo>
                    <a:lnTo>
                      <a:pt x="446611" y="632224"/>
                    </a:lnTo>
                    <a:cubicBezTo>
                      <a:pt x="427575" y="609799"/>
                      <a:pt x="262901" y="416832"/>
                      <a:pt x="170329" y="289057"/>
                    </a:cubicBezTo>
                    <a:cubicBezTo>
                      <a:pt x="96793" y="187488"/>
                      <a:pt x="832" y="12254"/>
                      <a:pt x="832" y="10429"/>
                    </a:cubicBezTo>
                    <a:cubicBezTo>
                      <a:pt x="-994" y="7013"/>
                      <a:pt x="284" y="2749"/>
                      <a:pt x="3700" y="911"/>
                    </a:cubicBezTo>
                    <a:cubicBezTo>
                      <a:pt x="7012" y="-980"/>
                      <a:pt x="11236" y="167"/>
                      <a:pt x="13127" y="3479"/>
                    </a:cubicBezTo>
                    <a:cubicBezTo>
                      <a:pt x="13153" y="3544"/>
                      <a:pt x="13192" y="3596"/>
                      <a:pt x="13218" y="3649"/>
                    </a:cubicBezTo>
                    <a:cubicBezTo>
                      <a:pt x="14261" y="5474"/>
                      <a:pt x="109310" y="179926"/>
                      <a:pt x="182716" y="280712"/>
                    </a:cubicBezTo>
                    <a:cubicBezTo>
                      <a:pt x="280242" y="415528"/>
                      <a:pt x="458345" y="623097"/>
                      <a:pt x="460170" y="625184"/>
                    </a:cubicBezTo>
                    <a:cubicBezTo>
                      <a:pt x="461240" y="626566"/>
                      <a:pt x="461839" y="628261"/>
                      <a:pt x="461865" y="630008"/>
                    </a:cubicBezTo>
                    <a:lnTo>
                      <a:pt x="432920" y="1283878"/>
                    </a:lnTo>
                    <a:lnTo>
                      <a:pt x="508542" y="1293005"/>
                    </a:lnTo>
                    <a:cubicBezTo>
                      <a:pt x="524580" y="1226770"/>
                      <a:pt x="666045" y="646567"/>
                      <a:pt x="669304" y="597543"/>
                    </a:cubicBezTo>
                    <a:cubicBezTo>
                      <a:pt x="672042" y="555559"/>
                      <a:pt x="505022" y="188141"/>
                      <a:pt x="440352" y="49935"/>
                    </a:cubicBezTo>
                    <a:cubicBezTo>
                      <a:pt x="438762" y="46401"/>
                      <a:pt x="440261" y="42242"/>
                      <a:pt x="443742" y="40547"/>
                    </a:cubicBezTo>
                    <a:cubicBezTo>
                      <a:pt x="447262" y="38891"/>
                      <a:pt x="451461" y="40391"/>
                      <a:pt x="453117" y="43911"/>
                    </a:cubicBezTo>
                    <a:cubicBezTo>
                      <a:pt x="453117" y="43911"/>
                      <a:pt x="453130" y="43924"/>
                      <a:pt x="453130" y="43937"/>
                    </a:cubicBezTo>
                    <a:cubicBezTo>
                      <a:pt x="477120" y="95047"/>
                      <a:pt x="686906" y="545129"/>
                      <a:pt x="683386" y="598325"/>
                    </a:cubicBezTo>
                    <a:cubicBezTo>
                      <a:pt x="679866" y="651521"/>
                      <a:pt x="526926" y="1275664"/>
                      <a:pt x="520668" y="1302392"/>
                    </a:cubicBezTo>
                    <a:cubicBezTo>
                      <a:pt x="519938" y="1305534"/>
                      <a:pt x="517122" y="1307764"/>
                      <a:pt x="513888" y="130773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92" name="Google Shape;1792;g3f3ba1429e3_0_2699"/>
              <p:cNvSpPr/>
              <p:nvPr/>
            </p:nvSpPr>
            <p:spPr>
              <a:xfrm>
                <a:off x="6756658" y="4074009"/>
                <a:ext cx="191564" cy="632741"/>
              </a:xfrm>
              <a:custGeom>
                <a:rect b="b" l="l" r="r" t="t"/>
                <a:pathLst>
                  <a:path extrusionOk="0" h="632741" w="191564">
                    <a:moveTo>
                      <a:pt x="183742" y="632741"/>
                    </a:moveTo>
                    <a:cubicBezTo>
                      <a:pt x="179831" y="632741"/>
                      <a:pt x="176636" y="629612"/>
                      <a:pt x="176571" y="625700"/>
                    </a:cubicBezTo>
                    <a:cubicBezTo>
                      <a:pt x="175789" y="439514"/>
                      <a:pt x="98341" y="291138"/>
                      <a:pt x="15939" y="134027"/>
                    </a:cubicBezTo>
                    <a:lnTo>
                      <a:pt x="684" y="104821"/>
                    </a:lnTo>
                    <a:cubicBezTo>
                      <a:pt x="-228" y="102878"/>
                      <a:pt x="-228" y="100636"/>
                      <a:pt x="684" y="98693"/>
                    </a:cubicBezTo>
                    <a:lnTo>
                      <a:pt x="42277" y="4296"/>
                    </a:lnTo>
                    <a:cubicBezTo>
                      <a:pt x="43828" y="697"/>
                      <a:pt x="48000" y="-972"/>
                      <a:pt x="51599" y="580"/>
                    </a:cubicBezTo>
                    <a:cubicBezTo>
                      <a:pt x="55197" y="2132"/>
                      <a:pt x="56866" y="6304"/>
                      <a:pt x="55315" y="9903"/>
                    </a:cubicBezTo>
                    <a:lnTo>
                      <a:pt x="16200" y="101171"/>
                    </a:lnTo>
                    <a:lnTo>
                      <a:pt x="29238" y="127247"/>
                    </a:lnTo>
                    <a:cubicBezTo>
                      <a:pt x="112292" y="285923"/>
                      <a:pt x="190652" y="435733"/>
                      <a:pt x="191565" y="625309"/>
                    </a:cubicBezTo>
                    <a:cubicBezTo>
                      <a:pt x="191565" y="629221"/>
                      <a:pt x="188436" y="632415"/>
                      <a:pt x="184524" y="63248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93" name="Google Shape;1793;g3f3ba1429e3_0_2699"/>
              <p:cNvSpPr/>
              <p:nvPr/>
            </p:nvSpPr>
            <p:spPr>
              <a:xfrm>
                <a:off x="6762524" y="4950762"/>
                <a:ext cx="18874" cy="55869"/>
              </a:xfrm>
              <a:custGeom>
                <a:rect b="b" l="l" r="r" t="t"/>
                <a:pathLst>
                  <a:path extrusionOk="0" h="55869" w="18874">
                    <a:moveTo>
                      <a:pt x="7075" y="55869"/>
                    </a:moveTo>
                    <a:lnTo>
                      <a:pt x="6293" y="55869"/>
                    </a:lnTo>
                    <a:cubicBezTo>
                      <a:pt x="2446" y="55452"/>
                      <a:pt x="-344" y="52023"/>
                      <a:pt x="34" y="48177"/>
                    </a:cubicBezTo>
                    <a:cubicBezTo>
                      <a:pt x="34" y="48177"/>
                      <a:pt x="1729" y="30836"/>
                      <a:pt x="4858" y="6193"/>
                    </a:cubicBezTo>
                    <a:cubicBezTo>
                      <a:pt x="5250" y="2399"/>
                      <a:pt x="8653" y="-365"/>
                      <a:pt x="12447" y="39"/>
                    </a:cubicBezTo>
                    <a:cubicBezTo>
                      <a:pt x="12525" y="39"/>
                      <a:pt x="12603" y="52"/>
                      <a:pt x="12681" y="65"/>
                    </a:cubicBezTo>
                    <a:cubicBezTo>
                      <a:pt x="16475" y="457"/>
                      <a:pt x="19240" y="3859"/>
                      <a:pt x="18835" y="7654"/>
                    </a:cubicBezTo>
                    <a:cubicBezTo>
                      <a:pt x="18835" y="7732"/>
                      <a:pt x="18822" y="7810"/>
                      <a:pt x="18809" y="7889"/>
                    </a:cubicBezTo>
                    <a:cubicBezTo>
                      <a:pt x="15811" y="32401"/>
                      <a:pt x="14115" y="49481"/>
                      <a:pt x="14115" y="49611"/>
                    </a:cubicBezTo>
                    <a:cubicBezTo>
                      <a:pt x="13659" y="53157"/>
                      <a:pt x="10660" y="55830"/>
                      <a:pt x="7075" y="5586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94" name="Google Shape;1794;g3f3ba1429e3_0_2699"/>
              <p:cNvSpPr/>
              <p:nvPr/>
            </p:nvSpPr>
            <p:spPr>
              <a:xfrm>
                <a:off x="6433155" y="4186452"/>
                <a:ext cx="404505" cy="730606"/>
              </a:xfrm>
              <a:custGeom>
                <a:rect b="b" l="l" r="r" t="t"/>
                <a:pathLst>
                  <a:path extrusionOk="0" h="730606" w="404505">
                    <a:moveTo>
                      <a:pt x="347396" y="730606"/>
                    </a:moveTo>
                    <a:lnTo>
                      <a:pt x="346484" y="730606"/>
                    </a:lnTo>
                    <a:cubicBezTo>
                      <a:pt x="342690" y="730150"/>
                      <a:pt x="339991" y="726708"/>
                      <a:pt x="340447" y="722914"/>
                    </a:cubicBezTo>
                    <a:cubicBezTo>
                      <a:pt x="340460" y="722835"/>
                      <a:pt x="340473" y="722744"/>
                      <a:pt x="340486" y="722653"/>
                    </a:cubicBezTo>
                    <a:cubicBezTo>
                      <a:pt x="349352" y="659417"/>
                      <a:pt x="357697" y="619520"/>
                      <a:pt x="365389" y="604135"/>
                    </a:cubicBezTo>
                    <a:cubicBezTo>
                      <a:pt x="370044" y="597355"/>
                      <a:pt x="371647" y="588945"/>
                      <a:pt x="369822" y="580927"/>
                    </a:cubicBezTo>
                    <a:cubicBezTo>
                      <a:pt x="366302" y="573495"/>
                      <a:pt x="353263" y="570235"/>
                      <a:pt x="340616" y="567106"/>
                    </a:cubicBezTo>
                    <a:cubicBezTo>
                      <a:pt x="335623" y="566363"/>
                      <a:pt x="331516" y="562804"/>
                      <a:pt x="330055" y="557980"/>
                    </a:cubicBezTo>
                    <a:cubicBezTo>
                      <a:pt x="327448" y="547809"/>
                      <a:pt x="339182" y="537118"/>
                      <a:pt x="356132" y="520950"/>
                    </a:cubicBezTo>
                    <a:cubicBezTo>
                      <a:pt x="368427" y="510676"/>
                      <a:pt x="379379" y="498890"/>
                      <a:pt x="388728" y="485877"/>
                    </a:cubicBezTo>
                    <a:cubicBezTo>
                      <a:pt x="390683" y="482618"/>
                      <a:pt x="390162" y="481053"/>
                      <a:pt x="389901" y="480532"/>
                    </a:cubicBezTo>
                    <a:cubicBezTo>
                      <a:pt x="387554" y="473361"/>
                      <a:pt x="368779" y="465538"/>
                      <a:pt x="350786" y="458106"/>
                    </a:cubicBezTo>
                    <a:cubicBezTo>
                      <a:pt x="324736" y="448797"/>
                      <a:pt x="300354" y="435367"/>
                      <a:pt x="278554" y="418339"/>
                    </a:cubicBezTo>
                    <a:cubicBezTo>
                      <a:pt x="240743" y="385222"/>
                      <a:pt x="71897" y="122370"/>
                      <a:pt x="1099" y="10893"/>
                    </a:cubicBezTo>
                    <a:cubicBezTo>
                      <a:pt x="-961" y="7607"/>
                      <a:pt x="-48" y="3266"/>
                      <a:pt x="3186" y="1114"/>
                    </a:cubicBezTo>
                    <a:cubicBezTo>
                      <a:pt x="6458" y="-985"/>
                      <a:pt x="10813" y="-33"/>
                      <a:pt x="12912" y="3252"/>
                    </a:cubicBezTo>
                    <a:cubicBezTo>
                      <a:pt x="12925" y="3279"/>
                      <a:pt x="12951" y="3305"/>
                      <a:pt x="12964" y="3331"/>
                    </a:cubicBezTo>
                    <a:cubicBezTo>
                      <a:pt x="159775" y="234369"/>
                      <a:pt x="262517" y="385613"/>
                      <a:pt x="287811" y="407518"/>
                    </a:cubicBezTo>
                    <a:cubicBezTo>
                      <a:pt x="308412" y="423568"/>
                      <a:pt x="331490" y="436163"/>
                      <a:pt x="356132" y="444807"/>
                    </a:cubicBezTo>
                    <a:cubicBezTo>
                      <a:pt x="381165" y="455238"/>
                      <a:pt x="399289" y="462669"/>
                      <a:pt x="403591" y="475969"/>
                    </a:cubicBezTo>
                    <a:cubicBezTo>
                      <a:pt x="405404" y="481744"/>
                      <a:pt x="404491" y="488029"/>
                      <a:pt x="401114" y="493049"/>
                    </a:cubicBezTo>
                    <a:cubicBezTo>
                      <a:pt x="391140" y="507221"/>
                      <a:pt x="379353" y="520025"/>
                      <a:pt x="366041" y="531120"/>
                    </a:cubicBezTo>
                    <a:cubicBezTo>
                      <a:pt x="358114" y="537822"/>
                      <a:pt x="350865" y="545293"/>
                      <a:pt x="344397" y="553416"/>
                    </a:cubicBezTo>
                    <a:cubicBezTo>
                      <a:pt x="360043" y="557327"/>
                      <a:pt x="376211" y="561500"/>
                      <a:pt x="382339" y="574929"/>
                    </a:cubicBezTo>
                    <a:cubicBezTo>
                      <a:pt x="386368" y="586820"/>
                      <a:pt x="384686" y="599910"/>
                      <a:pt x="377775" y="610393"/>
                    </a:cubicBezTo>
                    <a:cubicBezTo>
                      <a:pt x="372951" y="619911"/>
                      <a:pt x="364737" y="647552"/>
                      <a:pt x="354176" y="724478"/>
                    </a:cubicBezTo>
                    <a:cubicBezTo>
                      <a:pt x="353681" y="727881"/>
                      <a:pt x="350838" y="730450"/>
                      <a:pt x="347396" y="73060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95" name="Google Shape;1795;g3f3ba1429e3_0_2699"/>
              <p:cNvSpPr/>
              <p:nvPr/>
            </p:nvSpPr>
            <p:spPr>
              <a:xfrm>
                <a:off x="6403136" y="4138039"/>
                <a:ext cx="30439" cy="40531"/>
              </a:xfrm>
              <a:custGeom>
                <a:rect b="b" l="l" r="r" t="t"/>
                <a:pathLst>
                  <a:path extrusionOk="0" h="40531" w="30439">
                    <a:moveTo>
                      <a:pt x="23425" y="40531"/>
                    </a:moveTo>
                    <a:cubicBezTo>
                      <a:pt x="20961" y="40544"/>
                      <a:pt x="18679" y="39253"/>
                      <a:pt x="17427" y="37141"/>
                    </a:cubicBezTo>
                    <a:lnTo>
                      <a:pt x="1260" y="11065"/>
                    </a:lnTo>
                    <a:cubicBezTo>
                      <a:pt x="-956" y="7870"/>
                      <a:pt x="-174" y="3489"/>
                      <a:pt x="3020" y="1260"/>
                    </a:cubicBezTo>
                    <a:cubicBezTo>
                      <a:pt x="6214" y="-956"/>
                      <a:pt x="10595" y="-174"/>
                      <a:pt x="12825" y="3020"/>
                    </a:cubicBezTo>
                    <a:cubicBezTo>
                      <a:pt x="12929" y="3177"/>
                      <a:pt x="13034" y="3333"/>
                      <a:pt x="13125" y="3502"/>
                    </a:cubicBezTo>
                    <a:lnTo>
                      <a:pt x="29292" y="29579"/>
                    </a:lnTo>
                    <a:cubicBezTo>
                      <a:pt x="31417" y="32839"/>
                      <a:pt x="30505" y="37194"/>
                      <a:pt x="27258" y="39332"/>
                    </a:cubicBezTo>
                    <a:cubicBezTo>
                      <a:pt x="27245" y="39332"/>
                      <a:pt x="27219" y="39345"/>
                      <a:pt x="27206" y="39358"/>
                    </a:cubicBezTo>
                    <a:cubicBezTo>
                      <a:pt x="26085" y="40114"/>
                      <a:pt x="24768" y="40531"/>
                      <a:pt x="23425" y="405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96" name="Google Shape;1796;g3f3ba1429e3_0_2699"/>
              <p:cNvSpPr/>
              <p:nvPr/>
            </p:nvSpPr>
            <p:spPr>
              <a:xfrm>
                <a:off x="6615678" y="5014715"/>
                <a:ext cx="416120" cy="539502"/>
              </a:xfrm>
              <a:custGeom>
                <a:rect b="b" l="l" r="r" t="t"/>
                <a:pathLst>
                  <a:path extrusionOk="0" h="539502" w="416120">
                    <a:moveTo>
                      <a:pt x="62914" y="0"/>
                    </a:moveTo>
                    <a:lnTo>
                      <a:pt x="294473" y="19557"/>
                    </a:lnTo>
                    <a:lnTo>
                      <a:pt x="231629" y="345514"/>
                    </a:lnTo>
                    <a:cubicBezTo>
                      <a:pt x="249257" y="383247"/>
                      <a:pt x="282113" y="411697"/>
                      <a:pt x="321984" y="423744"/>
                    </a:cubicBezTo>
                    <a:cubicBezTo>
                      <a:pt x="388610" y="443302"/>
                      <a:pt x="416121" y="455036"/>
                      <a:pt x="416121" y="486458"/>
                    </a:cubicBezTo>
                    <a:cubicBezTo>
                      <a:pt x="416121" y="517881"/>
                      <a:pt x="388610" y="525573"/>
                      <a:pt x="278828" y="537438"/>
                    </a:cubicBezTo>
                    <a:cubicBezTo>
                      <a:pt x="169045" y="549303"/>
                      <a:pt x="55091" y="506146"/>
                      <a:pt x="55091" y="506146"/>
                    </a:cubicBezTo>
                    <a:cubicBezTo>
                      <a:pt x="55091" y="506146"/>
                      <a:pt x="4111" y="498193"/>
                      <a:pt x="200" y="462990"/>
                    </a:cubicBezTo>
                    <a:cubicBezTo>
                      <a:pt x="-3712" y="427786"/>
                      <a:pt x="51179" y="329478"/>
                      <a:pt x="51179" y="329478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97" name="Google Shape;1797;g3f3ba1429e3_0_2699"/>
              <p:cNvSpPr/>
              <p:nvPr/>
            </p:nvSpPr>
            <p:spPr>
              <a:xfrm>
                <a:off x="6608211" y="5008164"/>
                <a:ext cx="430627" cy="553115"/>
              </a:xfrm>
              <a:custGeom>
                <a:rect b="b" l="l" r="r" t="t"/>
                <a:pathLst>
                  <a:path extrusionOk="0" h="553115" w="430627">
                    <a:moveTo>
                      <a:pt x="246266" y="553116"/>
                    </a:moveTo>
                    <a:cubicBezTo>
                      <a:pt x="182913" y="552190"/>
                      <a:pt x="120121" y="541003"/>
                      <a:pt x="60341" y="519998"/>
                    </a:cubicBezTo>
                    <a:cubicBezTo>
                      <a:pt x="53300" y="518825"/>
                      <a:pt x="4537" y="508916"/>
                      <a:pt x="234" y="470844"/>
                    </a:cubicBezTo>
                    <a:cubicBezTo>
                      <a:pt x="-3677" y="435641"/>
                      <a:pt x="42608" y="350240"/>
                      <a:pt x="51214" y="334725"/>
                    </a:cubicBezTo>
                    <a:lnTo>
                      <a:pt x="62948" y="6812"/>
                    </a:lnTo>
                    <a:cubicBezTo>
                      <a:pt x="63026" y="4843"/>
                      <a:pt x="63926" y="3004"/>
                      <a:pt x="65425" y="1727"/>
                    </a:cubicBezTo>
                    <a:cubicBezTo>
                      <a:pt x="66860" y="462"/>
                      <a:pt x="68737" y="-151"/>
                      <a:pt x="70641" y="32"/>
                    </a:cubicBezTo>
                    <a:lnTo>
                      <a:pt x="302201" y="19589"/>
                    </a:lnTo>
                    <a:cubicBezTo>
                      <a:pt x="304170" y="19733"/>
                      <a:pt x="305982" y="20737"/>
                      <a:pt x="307155" y="22327"/>
                    </a:cubicBezTo>
                    <a:cubicBezTo>
                      <a:pt x="308342" y="23944"/>
                      <a:pt x="308811" y="25965"/>
                      <a:pt x="308459" y="27934"/>
                    </a:cubicBezTo>
                    <a:lnTo>
                      <a:pt x="246527" y="350501"/>
                    </a:lnTo>
                    <a:cubicBezTo>
                      <a:pt x="263568" y="385391"/>
                      <a:pt x="294300" y="411676"/>
                      <a:pt x="331406" y="423124"/>
                    </a:cubicBezTo>
                    <a:cubicBezTo>
                      <a:pt x="394772" y="441769"/>
                      <a:pt x="430628" y="454155"/>
                      <a:pt x="430628" y="492618"/>
                    </a:cubicBezTo>
                    <a:cubicBezTo>
                      <a:pt x="430628" y="531081"/>
                      <a:pt x="393338" y="539295"/>
                      <a:pt x="287207" y="550638"/>
                    </a:cubicBezTo>
                    <a:cubicBezTo>
                      <a:pt x="273608" y="552190"/>
                      <a:pt x="259944" y="553012"/>
                      <a:pt x="246266" y="553116"/>
                    </a:cubicBezTo>
                    <a:close/>
                    <a:moveTo>
                      <a:pt x="76769" y="14113"/>
                    </a:moveTo>
                    <a:lnTo>
                      <a:pt x="65165" y="336289"/>
                    </a:lnTo>
                    <a:cubicBezTo>
                      <a:pt x="65191" y="337436"/>
                      <a:pt x="64865" y="338571"/>
                      <a:pt x="64252" y="339549"/>
                    </a:cubicBezTo>
                    <a:cubicBezTo>
                      <a:pt x="49388" y="365625"/>
                      <a:pt x="11186" y="441638"/>
                      <a:pt x="14185" y="468758"/>
                    </a:cubicBezTo>
                    <a:cubicBezTo>
                      <a:pt x="17445" y="498224"/>
                      <a:pt x="62687" y="505656"/>
                      <a:pt x="63209" y="505656"/>
                    </a:cubicBezTo>
                    <a:lnTo>
                      <a:pt x="64513" y="505656"/>
                    </a:lnTo>
                    <a:cubicBezTo>
                      <a:pt x="65686" y="505656"/>
                      <a:pt x="178076" y="548031"/>
                      <a:pt x="284990" y="536557"/>
                    </a:cubicBezTo>
                    <a:cubicBezTo>
                      <a:pt x="393990" y="524953"/>
                      <a:pt x="415373" y="517521"/>
                      <a:pt x="415373" y="492618"/>
                    </a:cubicBezTo>
                    <a:cubicBezTo>
                      <a:pt x="415373" y="467715"/>
                      <a:pt x="393078" y="456372"/>
                      <a:pt x="326191" y="436684"/>
                    </a:cubicBezTo>
                    <a:cubicBezTo>
                      <a:pt x="284182" y="424037"/>
                      <a:pt x="249643" y="393918"/>
                      <a:pt x="231403" y="354021"/>
                    </a:cubicBezTo>
                    <a:cubicBezTo>
                      <a:pt x="231025" y="352743"/>
                      <a:pt x="231025" y="351387"/>
                      <a:pt x="231403" y="350110"/>
                    </a:cubicBezTo>
                    <a:lnTo>
                      <a:pt x="292683" y="32106"/>
                    </a:lnTo>
                    <a:close/>
                    <a:moveTo>
                      <a:pt x="58124" y="336028"/>
                    </a:moveTo>
                    <a:lnTo>
                      <a:pt x="58124" y="336028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98" name="Google Shape;1798;g3f3ba1429e3_0_2699"/>
              <p:cNvSpPr/>
              <p:nvPr/>
            </p:nvSpPr>
            <p:spPr>
              <a:xfrm>
                <a:off x="6615772" y="5452410"/>
                <a:ext cx="415765" cy="101806"/>
              </a:xfrm>
              <a:custGeom>
                <a:rect b="b" l="l" r="r" t="t"/>
                <a:pathLst>
                  <a:path extrusionOk="0" h="101806" w="415765">
                    <a:moveTo>
                      <a:pt x="278733" y="99743"/>
                    </a:moveTo>
                    <a:cubicBezTo>
                      <a:pt x="383039" y="88660"/>
                      <a:pt x="413027" y="80968"/>
                      <a:pt x="415765" y="53196"/>
                    </a:cubicBezTo>
                    <a:cubicBezTo>
                      <a:pt x="352504" y="67851"/>
                      <a:pt x="287260" y="71906"/>
                      <a:pt x="222668" y="65191"/>
                    </a:cubicBezTo>
                    <a:cubicBezTo>
                      <a:pt x="146486" y="55661"/>
                      <a:pt x="72389" y="33626"/>
                      <a:pt x="3365" y="0"/>
                    </a:cubicBezTo>
                    <a:cubicBezTo>
                      <a:pt x="744" y="8162"/>
                      <a:pt x="-365" y="16741"/>
                      <a:pt x="105" y="25294"/>
                    </a:cubicBezTo>
                    <a:cubicBezTo>
                      <a:pt x="4016" y="60497"/>
                      <a:pt x="54996" y="68451"/>
                      <a:pt x="54996" y="68451"/>
                    </a:cubicBezTo>
                    <a:cubicBezTo>
                      <a:pt x="54996" y="68451"/>
                      <a:pt x="168820" y="111608"/>
                      <a:pt x="278733" y="997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799" name="Google Shape;1799;g3f3ba1429e3_0_2699"/>
              <p:cNvSpPr/>
              <p:nvPr/>
            </p:nvSpPr>
            <p:spPr>
              <a:xfrm>
                <a:off x="6608328" y="5445809"/>
                <a:ext cx="429883" cy="115488"/>
              </a:xfrm>
              <a:custGeom>
                <a:rect b="b" l="l" r="r" t="t"/>
                <a:pathLst>
                  <a:path extrusionOk="0" h="115488" w="429883">
                    <a:moveTo>
                      <a:pt x="246150" y="115470"/>
                    </a:moveTo>
                    <a:cubicBezTo>
                      <a:pt x="182797" y="114544"/>
                      <a:pt x="120004" y="103358"/>
                      <a:pt x="60224" y="82353"/>
                    </a:cubicBezTo>
                    <a:cubicBezTo>
                      <a:pt x="53183" y="81180"/>
                      <a:pt x="4420" y="71270"/>
                      <a:pt x="117" y="33199"/>
                    </a:cubicBezTo>
                    <a:cubicBezTo>
                      <a:pt x="-391" y="23772"/>
                      <a:pt x="756" y="14332"/>
                      <a:pt x="3507" y="5297"/>
                    </a:cubicBezTo>
                    <a:cubicBezTo>
                      <a:pt x="4081" y="3276"/>
                      <a:pt x="5515" y="1607"/>
                      <a:pt x="7419" y="733"/>
                    </a:cubicBezTo>
                    <a:cubicBezTo>
                      <a:pt x="9349" y="-244"/>
                      <a:pt x="11617" y="-244"/>
                      <a:pt x="13547" y="733"/>
                    </a:cubicBezTo>
                    <a:cubicBezTo>
                      <a:pt x="81906" y="33929"/>
                      <a:pt x="155234" y="55690"/>
                      <a:pt x="230634" y="65142"/>
                    </a:cubicBezTo>
                    <a:cubicBezTo>
                      <a:pt x="294391" y="71987"/>
                      <a:pt x="358840" y="67985"/>
                      <a:pt x="421254" y="53277"/>
                    </a:cubicBezTo>
                    <a:cubicBezTo>
                      <a:pt x="423496" y="52769"/>
                      <a:pt x="425843" y="53408"/>
                      <a:pt x="427512" y="54973"/>
                    </a:cubicBezTo>
                    <a:cubicBezTo>
                      <a:pt x="429181" y="56446"/>
                      <a:pt x="430042" y="58623"/>
                      <a:pt x="429859" y="60840"/>
                    </a:cubicBezTo>
                    <a:cubicBezTo>
                      <a:pt x="426469" y="95522"/>
                      <a:pt x="387876" y="102953"/>
                      <a:pt x="286438" y="113775"/>
                    </a:cubicBezTo>
                    <a:cubicBezTo>
                      <a:pt x="273048" y="115040"/>
                      <a:pt x="259605" y="115600"/>
                      <a:pt x="246150" y="115470"/>
                    </a:cubicBezTo>
                    <a:close/>
                    <a:moveTo>
                      <a:pt x="15633" y="17162"/>
                    </a:moveTo>
                    <a:cubicBezTo>
                      <a:pt x="14577" y="21816"/>
                      <a:pt x="14225" y="26614"/>
                      <a:pt x="14590" y="31373"/>
                    </a:cubicBezTo>
                    <a:cubicBezTo>
                      <a:pt x="17849" y="60840"/>
                      <a:pt x="63092" y="68272"/>
                      <a:pt x="63614" y="68272"/>
                    </a:cubicBezTo>
                    <a:lnTo>
                      <a:pt x="64918" y="68272"/>
                    </a:lnTo>
                    <a:cubicBezTo>
                      <a:pt x="66091" y="68272"/>
                      <a:pt x="178481" y="110646"/>
                      <a:pt x="285395" y="99172"/>
                    </a:cubicBezTo>
                    <a:lnTo>
                      <a:pt x="285395" y="99172"/>
                    </a:lnTo>
                    <a:cubicBezTo>
                      <a:pt x="371448" y="90046"/>
                      <a:pt x="402740" y="83266"/>
                      <a:pt x="412779" y="69054"/>
                    </a:cubicBezTo>
                    <a:cubicBezTo>
                      <a:pt x="352516" y="82183"/>
                      <a:pt x="290506" y="85391"/>
                      <a:pt x="229200" y="78572"/>
                    </a:cubicBezTo>
                    <a:cubicBezTo>
                      <a:pt x="155208" y="69523"/>
                      <a:pt x="83132" y="48792"/>
                      <a:pt x="15633" y="1716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00" name="Google Shape;1800;g3f3ba1429e3_0_2699"/>
              <p:cNvSpPr/>
              <p:nvPr/>
            </p:nvSpPr>
            <p:spPr>
              <a:xfrm>
                <a:off x="5909685" y="3155683"/>
                <a:ext cx="922758" cy="985080"/>
              </a:xfrm>
              <a:custGeom>
                <a:rect b="b" l="l" r="r" t="t"/>
                <a:pathLst>
                  <a:path extrusionOk="0" h="985080" w="922758">
                    <a:moveTo>
                      <a:pt x="359635" y="92475"/>
                    </a:moveTo>
                    <a:cubicBezTo>
                      <a:pt x="359635" y="92475"/>
                      <a:pt x="91699" y="229117"/>
                      <a:pt x="30028" y="296133"/>
                    </a:cubicBezTo>
                    <a:cubicBezTo>
                      <a:pt x="-31644" y="363150"/>
                      <a:pt x="16989" y="424691"/>
                      <a:pt x="40719" y="494315"/>
                    </a:cubicBezTo>
                    <a:cubicBezTo>
                      <a:pt x="64449" y="563940"/>
                      <a:pt x="378802" y="962781"/>
                      <a:pt x="402922" y="981556"/>
                    </a:cubicBezTo>
                    <a:cubicBezTo>
                      <a:pt x="427043" y="1000331"/>
                      <a:pt x="550255" y="941398"/>
                      <a:pt x="716493" y="869035"/>
                    </a:cubicBezTo>
                    <a:cubicBezTo>
                      <a:pt x="882731" y="796673"/>
                      <a:pt x="922759" y="767207"/>
                      <a:pt x="922759" y="727048"/>
                    </a:cubicBezTo>
                    <a:cubicBezTo>
                      <a:pt x="922759" y="686891"/>
                      <a:pt x="707888" y="36020"/>
                      <a:pt x="694589" y="6683"/>
                    </a:cubicBezTo>
                    <a:cubicBezTo>
                      <a:pt x="681290" y="-22653"/>
                      <a:pt x="429260" y="51665"/>
                      <a:pt x="359635" y="9247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01" name="Google Shape;1801;g3f3ba1429e3_0_2699"/>
              <p:cNvSpPr/>
              <p:nvPr/>
            </p:nvSpPr>
            <p:spPr>
              <a:xfrm>
                <a:off x="5902152" y="3148608"/>
                <a:ext cx="936810" cy="999252"/>
              </a:xfrm>
              <a:custGeom>
                <a:rect b="b" l="l" r="r" t="t"/>
                <a:pathLst>
                  <a:path extrusionOk="0" h="999252" w="936810">
                    <a:moveTo>
                      <a:pt x="424406" y="999192"/>
                    </a:moveTo>
                    <a:cubicBezTo>
                      <a:pt x="417939" y="999609"/>
                      <a:pt x="411524" y="997862"/>
                      <a:pt x="406152" y="994237"/>
                    </a:cubicBezTo>
                    <a:cubicBezTo>
                      <a:pt x="387247" y="979504"/>
                      <a:pt x="67157" y="577012"/>
                      <a:pt x="41080" y="503737"/>
                    </a:cubicBezTo>
                    <a:cubicBezTo>
                      <a:pt x="36386" y="490699"/>
                      <a:pt x="30650" y="476878"/>
                      <a:pt x="25173" y="463840"/>
                    </a:cubicBezTo>
                    <a:cubicBezTo>
                      <a:pt x="2617" y="410643"/>
                      <a:pt x="-20721" y="355492"/>
                      <a:pt x="31823" y="298384"/>
                    </a:cubicBezTo>
                    <a:cubicBezTo>
                      <a:pt x="93364" y="231498"/>
                      <a:pt x="350088" y="99941"/>
                      <a:pt x="363256" y="93292"/>
                    </a:cubicBezTo>
                    <a:cubicBezTo>
                      <a:pt x="429230" y="55350"/>
                      <a:pt x="650881" y="-12579"/>
                      <a:pt x="697036" y="2024"/>
                    </a:cubicBezTo>
                    <a:cubicBezTo>
                      <a:pt x="701795" y="3171"/>
                      <a:pt x="705811" y="6366"/>
                      <a:pt x="707988" y="10760"/>
                    </a:cubicBezTo>
                    <a:cubicBezTo>
                      <a:pt x="722852" y="43355"/>
                      <a:pt x="936810" y="693444"/>
                      <a:pt x="936810" y="733993"/>
                    </a:cubicBezTo>
                    <a:cubicBezTo>
                      <a:pt x="936810" y="779105"/>
                      <a:pt x="893523" y="809615"/>
                      <a:pt x="726242" y="882499"/>
                    </a:cubicBezTo>
                    <a:cubicBezTo>
                      <a:pt x="703295" y="892408"/>
                      <a:pt x="681130" y="902187"/>
                      <a:pt x="660007" y="911574"/>
                    </a:cubicBezTo>
                    <a:cubicBezTo>
                      <a:pt x="533536" y="967509"/>
                      <a:pt x="459739" y="999061"/>
                      <a:pt x="424406" y="999192"/>
                    </a:cubicBezTo>
                    <a:close/>
                    <a:moveTo>
                      <a:pt x="680999" y="13367"/>
                    </a:moveTo>
                    <a:cubicBezTo>
                      <a:pt x="625586" y="13367"/>
                      <a:pt x="436922" y="67346"/>
                      <a:pt x="370688" y="105678"/>
                    </a:cubicBezTo>
                    <a:lnTo>
                      <a:pt x="370688" y="105678"/>
                    </a:lnTo>
                    <a:cubicBezTo>
                      <a:pt x="368080" y="106982"/>
                      <a:pt x="103142" y="242450"/>
                      <a:pt x="43166" y="307772"/>
                    </a:cubicBezTo>
                    <a:cubicBezTo>
                      <a:pt x="-3250" y="358230"/>
                      <a:pt x="16307" y="404515"/>
                      <a:pt x="39124" y="458234"/>
                    </a:cubicBezTo>
                    <a:cubicBezTo>
                      <a:pt x="44731" y="471272"/>
                      <a:pt x="50468" y="485092"/>
                      <a:pt x="55292" y="499043"/>
                    </a:cubicBezTo>
                    <a:cubicBezTo>
                      <a:pt x="80456" y="571797"/>
                      <a:pt x="396504" y="968421"/>
                      <a:pt x="415148" y="982894"/>
                    </a:cubicBezTo>
                    <a:cubicBezTo>
                      <a:pt x="433793" y="997366"/>
                      <a:pt x="540707" y="948994"/>
                      <a:pt x="655183" y="898536"/>
                    </a:cubicBezTo>
                    <a:lnTo>
                      <a:pt x="721548" y="869461"/>
                    </a:lnTo>
                    <a:cubicBezTo>
                      <a:pt x="878007" y="801271"/>
                      <a:pt x="923641" y="770761"/>
                      <a:pt x="923641" y="733993"/>
                    </a:cubicBezTo>
                    <a:cubicBezTo>
                      <a:pt x="923641" y="699572"/>
                      <a:pt x="713856" y="56002"/>
                      <a:pt x="695993" y="16887"/>
                    </a:cubicBezTo>
                    <a:cubicBezTo>
                      <a:pt x="693776" y="14410"/>
                      <a:pt x="688170" y="13367"/>
                      <a:pt x="680999" y="13367"/>
                    </a:cubicBezTo>
                    <a:close/>
                    <a:moveTo>
                      <a:pt x="367168" y="99550"/>
                    </a:moveTo>
                    <a:lnTo>
                      <a:pt x="367168" y="9955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1802" name="Google Shape;1802;g3f3ba1429e3_0_2699"/>
              <p:cNvGrpSpPr/>
              <p:nvPr/>
            </p:nvGrpSpPr>
            <p:grpSpPr>
              <a:xfrm>
                <a:off x="5909424" y="3227297"/>
                <a:ext cx="721708" cy="913466"/>
                <a:chOff x="5909424" y="3227297"/>
                <a:chExt cx="721708" cy="913466"/>
              </a:xfrm>
            </p:grpSpPr>
            <p:sp>
              <p:nvSpPr>
                <p:cNvPr id="1803" name="Google Shape;1803;g3f3ba1429e3_0_2699"/>
                <p:cNvSpPr/>
                <p:nvPr/>
              </p:nvSpPr>
              <p:spPr>
                <a:xfrm>
                  <a:off x="5909424" y="3227297"/>
                  <a:ext cx="721708" cy="913466"/>
                </a:xfrm>
                <a:custGeom>
                  <a:rect b="b" l="l" r="r" t="t"/>
                  <a:pathLst>
                    <a:path extrusionOk="0" h="913466" w="721708">
                      <a:moveTo>
                        <a:pt x="286230" y="553736"/>
                      </a:moveTo>
                      <a:lnTo>
                        <a:pt x="465767" y="560907"/>
                      </a:lnTo>
                      <a:lnTo>
                        <a:pt x="224559" y="513708"/>
                      </a:lnTo>
                      <a:cubicBezTo>
                        <a:pt x="224559" y="513708"/>
                        <a:pt x="55713" y="438217"/>
                        <a:pt x="55713" y="348383"/>
                      </a:cubicBezTo>
                      <a:cubicBezTo>
                        <a:pt x="55713" y="258549"/>
                        <a:pt x="160019" y="226345"/>
                        <a:pt x="160019" y="226345"/>
                      </a:cubicBezTo>
                      <a:lnTo>
                        <a:pt x="415178" y="158024"/>
                      </a:lnTo>
                      <a:lnTo>
                        <a:pt x="433171" y="0"/>
                      </a:lnTo>
                      <a:cubicBezTo>
                        <a:pt x="429129" y="0"/>
                        <a:pt x="417525" y="0"/>
                        <a:pt x="401358" y="1043"/>
                      </a:cubicBezTo>
                      <a:cubicBezTo>
                        <a:pt x="387055" y="6767"/>
                        <a:pt x="373117" y="13390"/>
                        <a:pt x="359635" y="20861"/>
                      </a:cubicBezTo>
                      <a:cubicBezTo>
                        <a:pt x="359635" y="20861"/>
                        <a:pt x="91698" y="157502"/>
                        <a:pt x="30027" y="224519"/>
                      </a:cubicBezTo>
                      <a:cubicBezTo>
                        <a:pt x="-31644" y="291536"/>
                        <a:pt x="16989" y="353077"/>
                        <a:pt x="40719" y="422701"/>
                      </a:cubicBezTo>
                      <a:cubicBezTo>
                        <a:pt x="64448" y="492326"/>
                        <a:pt x="378801" y="891167"/>
                        <a:pt x="402922" y="909942"/>
                      </a:cubicBezTo>
                      <a:cubicBezTo>
                        <a:pt x="427043" y="928717"/>
                        <a:pt x="550255" y="869784"/>
                        <a:pt x="716493" y="797421"/>
                      </a:cubicBezTo>
                      <a:lnTo>
                        <a:pt x="721708" y="795075"/>
                      </a:lnTo>
                      <a:cubicBezTo>
                        <a:pt x="673988" y="804723"/>
                        <a:pt x="520788" y="842273"/>
                        <a:pt x="472677" y="801072"/>
                      </a:cubicBezTo>
                      <a:cubicBezTo>
                        <a:pt x="422480" y="757915"/>
                        <a:pt x="318304" y="650219"/>
                        <a:pt x="318304" y="650219"/>
                      </a:cubicBezTo>
                      <a:lnTo>
                        <a:pt x="706193" y="653740"/>
                      </a:ln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804" name="Google Shape;1804;g3f3ba1429e3_0_2699"/>
                <p:cNvSpPr/>
                <p:nvPr/>
              </p:nvSpPr>
              <p:spPr>
                <a:xfrm>
                  <a:off x="5909424" y="3227297"/>
                  <a:ext cx="721708" cy="913466"/>
                </a:xfrm>
                <a:custGeom>
                  <a:rect b="b" l="l" r="r" t="t"/>
                  <a:pathLst>
                    <a:path extrusionOk="0" h="913466" w="721708">
                      <a:moveTo>
                        <a:pt x="286230" y="553736"/>
                      </a:moveTo>
                      <a:lnTo>
                        <a:pt x="465767" y="560907"/>
                      </a:lnTo>
                      <a:lnTo>
                        <a:pt x="224559" y="513708"/>
                      </a:lnTo>
                      <a:cubicBezTo>
                        <a:pt x="224559" y="513708"/>
                        <a:pt x="55713" y="438217"/>
                        <a:pt x="55713" y="348383"/>
                      </a:cubicBezTo>
                      <a:cubicBezTo>
                        <a:pt x="55713" y="258549"/>
                        <a:pt x="160019" y="226345"/>
                        <a:pt x="160019" y="226345"/>
                      </a:cubicBezTo>
                      <a:lnTo>
                        <a:pt x="415178" y="158024"/>
                      </a:lnTo>
                      <a:lnTo>
                        <a:pt x="433171" y="0"/>
                      </a:lnTo>
                      <a:cubicBezTo>
                        <a:pt x="429129" y="0"/>
                        <a:pt x="417525" y="0"/>
                        <a:pt x="401358" y="1043"/>
                      </a:cubicBezTo>
                      <a:cubicBezTo>
                        <a:pt x="387055" y="6767"/>
                        <a:pt x="373117" y="13390"/>
                        <a:pt x="359635" y="20861"/>
                      </a:cubicBezTo>
                      <a:cubicBezTo>
                        <a:pt x="359635" y="20861"/>
                        <a:pt x="91698" y="157502"/>
                        <a:pt x="30027" y="224519"/>
                      </a:cubicBezTo>
                      <a:cubicBezTo>
                        <a:pt x="-31644" y="291536"/>
                        <a:pt x="16989" y="353077"/>
                        <a:pt x="40719" y="422701"/>
                      </a:cubicBezTo>
                      <a:cubicBezTo>
                        <a:pt x="64448" y="492326"/>
                        <a:pt x="378801" y="891167"/>
                        <a:pt x="402922" y="909942"/>
                      </a:cubicBezTo>
                      <a:cubicBezTo>
                        <a:pt x="427043" y="928717"/>
                        <a:pt x="550255" y="869784"/>
                        <a:pt x="716493" y="797421"/>
                      </a:cubicBezTo>
                      <a:lnTo>
                        <a:pt x="721708" y="795075"/>
                      </a:lnTo>
                      <a:cubicBezTo>
                        <a:pt x="673988" y="804723"/>
                        <a:pt x="520788" y="842273"/>
                        <a:pt x="472677" y="801072"/>
                      </a:cubicBezTo>
                      <a:cubicBezTo>
                        <a:pt x="422480" y="757915"/>
                        <a:pt x="318304" y="650219"/>
                        <a:pt x="318304" y="650219"/>
                      </a:cubicBezTo>
                      <a:lnTo>
                        <a:pt x="706193" y="653740"/>
                      </a:lnTo>
                      <a:close/>
                    </a:path>
                  </a:pathLst>
                </a:custGeom>
                <a:solidFill>
                  <a:srgbClr val="FFFFFF">
                    <a:alpha val="48627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1805" name="Google Shape;1805;g3f3ba1429e3_0_2699"/>
              <p:cNvSpPr/>
              <p:nvPr/>
            </p:nvSpPr>
            <p:spPr>
              <a:xfrm>
                <a:off x="6194350" y="3178664"/>
                <a:ext cx="302407" cy="265486"/>
              </a:xfrm>
              <a:custGeom>
                <a:rect b="b" l="l" r="r" t="t"/>
                <a:pathLst>
                  <a:path extrusionOk="0" h="265486" w="302407">
                    <a:moveTo>
                      <a:pt x="0" y="109130"/>
                    </a:moveTo>
                    <a:cubicBezTo>
                      <a:pt x="32374" y="157489"/>
                      <a:pt x="74305" y="198716"/>
                      <a:pt x="123212" y="230256"/>
                    </a:cubicBezTo>
                    <a:cubicBezTo>
                      <a:pt x="208873" y="283843"/>
                      <a:pt x="265199" y="273152"/>
                      <a:pt x="294665" y="219434"/>
                    </a:cubicBezTo>
                    <a:cubicBezTo>
                      <a:pt x="318786" y="175626"/>
                      <a:pt x="280193" y="45764"/>
                      <a:pt x="265329" y="0"/>
                    </a:cubicBezTo>
                    <a:cubicBezTo>
                      <a:pt x="191402" y="20079"/>
                      <a:pt x="110043" y="49154"/>
                      <a:pt x="74970" y="69494"/>
                    </a:cubicBezTo>
                    <a:cubicBezTo>
                      <a:pt x="74970" y="69494"/>
                      <a:pt x="43939" y="85401"/>
                      <a:pt x="0" y="10913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06" name="Google Shape;1806;g3f3ba1429e3_0_2699"/>
              <p:cNvSpPr/>
              <p:nvPr/>
            </p:nvSpPr>
            <p:spPr>
              <a:xfrm>
                <a:off x="6187227" y="3171522"/>
                <a:ext cx="316442" cy="279644"/>
              </a:xfrm>
              <a:custGeom>
                <a:rect b="b" l="l" r="r" t="t"/>
                <a:pathLst>
                  <a:path extrusionOk="0" h="279644" w="316442">
                    <a:moveTo>
                      <a:pt x="228513" y="279642"/>
                    </a:moveTo>
                    <a:cubicBezTo>
                      <a:pt x="199307" y="279642"/>
                      <a:pt x="165147" y="267517"/>
                      <a:pt x="126554" y="243396"/>
                    </a:cubicBezTo>
                    <a:cubicBezTo>
                      <a:pt x="76904" y="211191"/>
                      <a:pt x="34295" y="169273"/>
                      <a:pt x="1256" y="120184"/>
                    </a:cubicBezTo>
                    <a:cubicBezTo>
                      <a:pt x="96" y="118554"/>
                      <a:pt x="-283" y="116507"/>
                      <a:pt x="213" y="114577"/>
                    </a:cubicBezTo>
                    <a:cubicBezTo>
                      <a:pt x="708" y="112635"/>
                      <a:pt x="1986" y="110992"/>
                      <a:pt x="3733" y="110014"/>
                    </a:cubicBezTo>
                    <a:cubicBezTo>
                      <a:pt x="47020" y="86545"/>
                      <a:pt x="78573" y="70899"/>
                      <a:pt x="78834" y="70247"/>
                    </a:cubicBezTo>
                    <a:cubicBezTo>
                      <a:pt x="112994" y="50560"/>
                      <a:pt x="192006" y="21745"/>
                      <a:pt x="270496" y="232"/>
                    </a:cubicBezTo>
                    <a:cubicBezTo>
                      <a:pt x="274147" y="-720"/>
                      <a:pt x="277915" y="1340"/>
                      <a:pt x="279102" y="4926"/>
                    </a:cubicBezTo>
                    <a:cubicBezTo>
                      <a:pt x="296182" y="57079"/>
                      <a:pt x="333080" y="184463"/>
                      <a:pt x="307916" y="230097"/>
                    </a:cubicBezTo>
                    <a:cubicBezTo>
                      <a:pt x="296703" y="252901"/>
                      <a:pt x="276312" y="269877"/>
                      <a:pt x="251852" y="276774"/>
                    </a:cubicBezTo>
                    <a:cubicBezTo>
                      <a:pt x="244224" y="278730"/>
                      <a:pt x="236388" y="279694"/>
                      <a:pt x="228513" y="279642"/>
                    </a:cubicBezTo>
                    <a:close/>
                    <a:moveTo>
                      <a:pt x="17293" y="118750"/>
                    </a:moveTo>
                    <a:cubicBezTo>
                      <a:pt x="48767" y="163523"/>
                      <a:pt x="88612" y="201777"/>
                      <a:pt x="134638" y="231401"/>
                    </a:cubicBezTo>
                    <a:cubicBezTo>
                      <a:pt x="180793" y="260215"/>
                      <a:pt x="219256" y="270515"/>
                      <a:pt x="248983" y="263083"/>
                    </a:cubicBezTo>
                    <a:cubicBezTo>
                      <a:pt x="269662" y="257086"/>
                      <a:pt x="286820" y="242574"/>
                      <a:pt x="296182" y="223186"/>
                    </a:cubicBezTo>
                    <a:cubicBezTo>
                      <a:pt x="318217" y="183420"/>
                      <a:pt x="283144" y="61642"/>
                      <a:pt x="268410" y="15747"/>
                    </a:cubicBezTo>
                    <a:cubicBezTo>
                      <a:pt x="194092" y="36348"/>
                      <a:pt x="118340" y="64119"/>
                      <a:pt x="85874" y="82764"/>
                    </a:cubicBezTo>
                    <a:cubicBezTo>
                      <a:pt x="84962" y="83025"/>
                      <a:pt x="56799" y="97367"/>
                      <a:pt x="17293" y="11875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07" name="Google Shape;1807;g3f3ba1429e3_0_2699"/>
              <p:cNvSpPr/>
              <p:nvPr/>
            </p:nvSpPr>
            <p:spPr>
              <a:xfrm>
                <a:off x="6175444" y="3103042"/>
                <a:ext cx="276215" cy="290553"/>
              </a:xfrm>
              <a:custGeom>
                <a:rect b="b" l="l" r="r" t="t"/>
                <a:pathLst>
                  <a:path extrusionOk="0" h="290553" w="276215">
                    <a:moveTo>
                      <a:pt x="262591" y="43287"/>
                    </a:moveTo>
                    <a:cubicBezTo>
                      <a:pt x="250439" y="57290"/>
                      <a:pt x="244637" y="75700"/>
                      <a:pt x="246554" y="94136"/>
                    </a:cubicBezTo>
                    <a:cubicBezTo>
                      <a:pt x="251900" y="120995"/>
                      <a:pt x="278759" y="225432"/>
                      <a:pt x="276021" y="260244"/>
                    </a:cubicBezTo>
                    <a:cubicBezTo>
                      <a:pt x="273282" y="295056"/>
                      <a:pt x="241208" y="300532"/>
                      <a:pt x="174191" y="273282"/>
                    </a:cubicBezTo>
                    <a:cubicBezTo>
                      <a:pt x="107175" y="246032"/>
                      <a:pt x="64409" y="168976"/>
                      <a:pt x="53587" y="150071"/>
                    </a:cubicBezTo>
                    <a:cubicBezTo>
                      <a:pt x="42766" y="131165"/>
                      <a:pt x="0" y="18775"/>
                      <a:pt x="0" y="18775"/>
                    </a:cubicBezTo>
                    <a:lnTo>
                      <a:pt x="29467" y="0"/>
                    </a:lnTo>
                    <a:cubicBezTo>
                      <a:pt x="29467" y="0"/>
                      <a:pt x="59064" y="45504"/>
                      <a:pt x="131296" y="45504"/>
                    </a:cubicBezTo>
                    <a:cubicBezTo>
                      <a:pt x="203528" y="45504"/>
                      <a:pt x="254638" y="7953"/>
                      <a:pt x="262591" y="24121"/>
                    </a:cubicBezTo>
                    <a:cubicBezTo>
                      <a:pt x="270544" y="40288"/>
                      <a:pt x="262591" y="43287"/>
                      <a:pt x="262591" y="4328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08" name="Google Shape;1808;g3f3ba1429e3_0_2699"/>
              <p:cNvSpPr/>
              <p:nvPr/>
            </p:nvSpPr>
            <p:spPr>
              <a:xfrm>
                <a:off x="6168474" y="3096336"/>
                <a:ext cx="289997" cy="304531"/>
              </a:xfrm>
              <a:custGeom>
                <a:rect b="b" l="l" r="r" t="t"/>
                <a:pathLst>
                  <a:path extrusionOk="0" h="304531" w="289997">
                    <a:moveTo>
                      <a:pt x="247918" y="304500"/>
                    </a:moveTo>
                    <a:cubicBezTo>
                      <a:pt x="223928" y="302844"/>
                      <a:pt x="200433" y="296886"/>
                      <a:pt x="178554" y="286899"/>
                    </a:cubicBezTo>
                    <a:cubicBezTo>
                      <a:pt x="133703" y="269036"/>
                      <a:pt x="92371" y="227053"/>
                      <a:pt x="55343" y="162253"/>
                    </a:cubicBezTo>
                    <a:lnTo>
                      <a:pt x="54430" y="160688"/>
                    </a:lnTo>
                    <a:cubicBezTo>
                      <a:pt x="43608" y="141652"/>
                      <a:pt x="2277" y="32913"/>
                      <a:pt x="451" y="28350"/>
                    </a:cubicBezTo>
                    <a:cubicBezTo>
                      <a:pt x="-709" y="25233"/>
                      <a:pt x="425" y="21726"/>
                      <a:pt x="3190" y="19875"/>
                    </a:cubicBezTo>
                    <a:lnTo>
                      <a:pt x="32656" y="1100"/>
                    </a:lnTo>
                    <a:cubicBezTo>
                      <a:pt x="35942" y="-961"/>
                      <a:pt x="40283" y="-48"/>
                      <a:pt x="42435" y="3186"/>
                    </a:cubicBezTo>
                    <a:cubicBezTo>
                      <a:pt x="43608" y="4881"/>
                      <a:pt x="70989" y="45560"/>
                      <a:pt x="138266" y="45560"/>
                    </a:cubicBezTo>
                    <a:cubicBezTo>
                      <a:pt x="169441" y="44660"/>
                      <a:pt x="200263" y="38715"/>
                      <a:pt x="229534" y="27958"/>
                    </a:cubicBezTo>
                    <a:cubicBezTo>
                      <a:pt x="252481" y="20396"/>
                      <a:pt x="268649" y="14920"/>
                      <a:pt x="275690" y="27958"/>
                    </a:cubicBezTo>
                    <a:cubicBezTo>
                      <a:pt x="279771" y="34295"/>
                      <a:pt x="280918" y="42092"/>
                      <a:pt x="278819" y="49341"/>
                    </a:cubicBezTo>
                    <a:cubicBezTo>
                      <a:pt x="277854" y="51779"/>
                      <a:pt x="276172" y="53865"/>
                      <a:pt x="273995" y="55339"/>
                    </a:cubicBezTo>
                    <a:cubicBezTo>
                      <a:pt x="263603" y="67490"/>
                      <a:pt x="258609" y="83358"/>
                      <a:pt x="260174" y="99278"/>
                    </a:cubicBezTo>
                    <a:cubicBezTo>
                      <a:pt x="261348" y="105014"/>
                      <a:pt x="263434" y="114141"/>
                      <a:pt x="266041" y="125354"/>
                    </a:cubicBezTo>
                    <a:cubicBezTo>
                      <a:pt x="275690" y="167859"/>
                      <a:pt x="292118" y="238918"/>
                      <a:pt x="289771" y="267341"/>
                    </a:cubicBezTo>
                    <a:cubicBezTo>
                      <a:pt x="289797" y="279662"/>
                      <a:pt x="283630" y="291188"/>
                      <a:pt x="273343" y="297981"/>
                    </a:cubicBezTo>
                    <a:cubicBezTo>
                      <a:pt x="265676" y="302558"/>
                      <a:pt x="256849" y="304826"/>
                      <a:pt x="247918" y="304500"/>
                    </a:cubicBezTo>
                    <a:close/>
                    <a:moveTo>
                      <a:pt x="15706" y="28741"/>
                    </a:moveTo>
                    <a:cubicBezTo>
                      <a:pt x="24312" y="51297"/>
                      <a:pt x="57690" y="137871"/>
                      <a:pt x="66686" y="153647"/>
                    </a:cubicBezTo>
                    <a:lnTo>
                      <a:pt x="67599" y="155212"/>
                    </a:lnTo>
                    <a:cubicBezTo>
                      <a:pt x="102932" y="217274"/>
                      <a:pt x="142047" y="257171"/>
                      <a:pt x="183770" y="273860"/>
                    </a:cubicBezTo>
                    <a:cubicBezTo>
                      <a:pt x="235271" y="294330"/>
                      <a:pt x="256915" y="291853"/>
                      <a:pt x="266172" y="286116"/>
                    </a:cubicBezTo>
                    <a:cubicBezTo>
                      <a:pt x="272547" y="281631"/>
                      <a:pt x="276224" y="274225"/>
                      <a:pt x="275950" y="266428"/>
                    </a:cubicBezTo>
                    <a:cubicBezTo>
                      <a:pt x="278037" y="240352"/>
                      <a:pt x="261348" y="167598"/>
                      <a:pt x="252481" y="128614"/>
                    </a:cubicBezTo>
                    <a:cubicBezTo>
                      <a:pt x="249874" y="117270"/>
                      <a:pt x="247788" y="108013"/>
                      <a:pt x="246614" y="102537"/>
                    </a:cubicBezTo>
                    <a:cubicBezTo>
                      <a:pt x="244202" y="81898"/>
                      <a:pt x="250643" y="61193"/>
                      <a:pt x="264346" y="45560"/>
                    </a:cubicBezTo>
                    <a:cubicBezTo>
                      <a:pt x="264816" y="44973"/>
                      <a:pt x="265389" y="44491"/>
                      <a:pt x="266041" y="44126"/>
                    </a:cubicBezTo>
                    <a:cubicBezTo>
                      <a:pt x="266106" y="40749"/>
                      <a:pt x="265155" y="37437"/>
                      <a:pt x="263303" y="34608"/>
                    </a:cubicBezTo>
                    <a:cubicBezTo>
                      <a:pt x="253238" y="35312"/>
                      <a:pt x="243368" y="37685"/>
                      <a:pt x="234098" y="41648"/>
                    </a:cubicBezTo>
                    <a:cubicBezTo>
                      <a:pt x="203353" y="52888"/>
                      <a:pt x="170992" y="59055"/>
                      <a:pt x="138266" y="59902"/>
                    </a:cubicBezTo>
                    <a:cubicBezTo>
                      <a:pt x="99086" y="61701"/>
                      <a:pt x="61145" y="45873"/>
                      <a:pt x="34873" y="1674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1809" name="Google Shape;1809;g3f3ba1429e3_0_2699"/>
              <p:cNvGrpSpPr/>
              <p:nvPr/>
            </p:nvGrpSpPr>
            <p:grpSpPr>
              <a:xfrm>
                <a:off x="6175444" y="3103172"/>
                <a:ext cx="262591" cy="280323"/>
                <a:chOff x="6175444" y="3103172"/>
                <a:chExt cx="262591" cy="280323"/>
              </a:xfrm>
            </p:grpSpPr>
            <p:sp>
              <p:nvSpPr>
                <p:cNvPr id="1810" name="Google Shape;1810;g3f3ba1429e3_0_2699"/>
                <p:cNvSpPr/>
                <p:nvPr/>
              </p:nvSpPr>
              <p:spPr>
                <a:xfrm>
                  <a:off x="6175444" y="3103172"/>
                  <a:ext cx="262591" cy="280323"/>
                </a:xfrm>
                <a:custGeom>
                  <a:rect b="b" l="l" r="r" t="t"/>
                  <a:pathLst>
                    <a:path extrusionOk="0" h="280323" w="262591">
                      <a:moveTo>
                        <a:pt x="139249" y="160241"/>
                      </a:moveTo>
                      <a:lnTo>
                        <a:pt x="262591" y="42896"/>
                      </a:lnTo>
                      <a:lnTo>
                        <a:pt x="258680" y="20861"/>
                      </a:lnTo>
                      <a:cubicBezTo>
                        <a:pt x="243816" y="15516"/>
                        <a:pt x="196226" y="45504"/>
                        <a:pt x="131296" y="45504"/>
                      </a:cubicBezTo>
                      <a:cubicBezTo>
                        <a:pt x="59064" y="45504"/>
                        <a:pt x="29467" y="0"/>
                        <a:pt x="29467" y="0"/>
                      </a:cubicBezTo>
                      <a:lnTo>
                        <a:pt x="0" y="18775"/>
                      </a:lnTo>
                      <a:cubicBezTo>
                        <a:pt x="0" y="18775"/>
                        <a:pt x="42896" y="131296"/>
                        <a:pt x="53587" y="150071"/>
                      </a:cubicBezTo>
                      <a:cubicBezTo>
                        <a:pt x="64279" y="168846"/>
                        <a:pt x="107175" y="246554"/>
                        <a:pt x="174191" y="273282"/>
                      </a:cubicBezTo>
                      <a:cubicBezTo>
                        <a:pt x="180971" y="276020"/>
                        <a:pt x="187230" y="278367"/>
                        <a:pt x="193488" y="280323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811" name="Google Shape;1811;g3f3ba1429e3_0_2699"/>
                <p:cNvSpPr/>
                <p:nvPr/>
              </p:nvSpPr>
              <p:spPr>
                <a:xfrm>
                  <a:off x="6175444" y="3103172"/>
                  <a:ext cx="262591" cy="280323"/>
                </a:xfrm>
                <a:custGeom>
                  <a:rect b="b" l="l" r="r" t="t"/>
                  <a:pathLst>
                    <a:path extrusionOk="0" h="280323" w="262591">
                      <a:moveTo>
                        <a:pt x="139249" y="160241"/>
                      </a:moveTo>
                      <a:lnTo>
                        <a:pt x="262591" y="42896"/>
                      </a:lnTo>
                      <a:lnTo>
                        <a:pt x="258680" y="20861"/>
                      </a:lnTo>
                      <a:cubicBezTo>
                        <a:pt x="243816" y="15516"/>
                        <a:pt x="196226" y="45504"/>
                        <a:pt x="131296" y="45504"/>
                      </a:cubicBezTo>
                      <a:cubicBezTo>
                        <a:pt x="59064" y="45504"/>
                        <a:pt x="29467" y="0"/>
                        <a:pt x="29467" y="0"/>
                      </a:cubicBezTo>
                      <a:lnTo>
                        <a:pt x="0" y="18775"/>
                      </a:lnTo>
                      <a:cubicBezTo>
                        <a:pt x="0" y="18775"/>
                        <a:pt x="42896" y="131296"/>
                        <a:pt x="53587" y="150071"/>
                      </a:cubicBezTo>
                      <a:cubicBezTo>
                        <a:pt x="64279" y="168846"/>
                        <a:pt x="107175" y="246554"/>
                        <a:pt x="174191" y="273282"/>
                      </a:cubicBezTo>
                      <a:cubicBezTo>
                        <a:pt x="180971" y="276020"/>
                        <a:pt x="187230" y="278367"/>
                        <a:pt x="193488" y="280323"/>
                      </a:cubicBezTo>
                      <a:close/>
                    </a:path>
                  </a:pathLst>
                </a:custGeom>
                <a:solidFill>
                  <a:srgbClr val="FFFFFF">
                    <a:alpha val="48627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1812" name="Google Shape;1812;g3f3ba1429e3_0_2699"/>
              <p:cNvSpPr/>
              <p:nvPr/>
            </p:nvSpPr>
            <p:spPr>
              <a:xfrm>
                <a:off x="6065662" y="2977483"/>
                <a:ext cx="128557" cy="128557"/>
              </a:xfrm>
              <a:custGeom>
                <a:rect b="b" l="l" r="r" t="t"/>
                <a:pathLst>
                  <a:path extrusionOk="0" h="128557" w="128557">
                    <a:moveTo>
                      <a:pt x="0" y="56195"/>
                    </a:moveTo>
                    <a:lnTo>
                      <a:pt x="56195" y="128557"/>
                    </a:lnTo>
                    <a:lnTo>
                      <a:pt x="128557" y="99091"/>
                    </a:lnTo>
                    <a:lnTo>
                      <a:pt x="74970" y="0"/>
                    </a:lnTo>
                    <a:lnTo>
                      <a:pt x="0" y="56195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13" name="Google Shape;1813;g3f3ba1429e3_0_2699"/>
              <p:cNvSpPr/>
              <p:nvPr/>
            </p:nvSpPr>
            <p:spPr>
              <a:xfrm>
                <a:off x="6058555" y="2970151"/>
                <a:ext cx="142499" cy="142930"/>
              </a:xfrm>
              <a:custGeom>
                <a:rect b="b" l="l" r="r" t="t"/>
                <a:pathLst>
                  <a:path extrusionOk="0" h="142930" w="142499">
                    <a:moveTo>
                      <a:pt x="63302" y="142930"/>
                    </a:moveTo>
                    <a:cubicBezTo>
                      <a:pt x="61176" y="142957"/>
                      <a:pt x="59155" y="141992"/>
                      <a:pt x="57825" y="140323"/>
                    </a:cubicBezTo>
                    <a:lnTo>
                      <a:pt x="1500" y="67700"/>
                    </a:lnTo>
                    <a:cubicBezTo>
                      <a:pt x="327" y="66187"/>
                      <a:pt x="-195" y="64257"/>
                      <a:pt x="66" y="62354"/>
                    </a:cubicBezTo>
                    <a:cubicBezTo>
                      <a:pt x="366" y="60502"/>
                      <a:pt x="1343" y="58834"/>
                      <a:pt x="2804" y="57660"/>
                    </a:cubicBezTo>
                    <a:lnTo>
                      <a:pt x="77904" y="1465"/>
                    </a:lnTo>
                    <a:cubicBezTo>
                      <a:pt x="79521" y="200"/>
                      <a:pt x="81633" y="-282"/>
                      <a:pt x="83641" y="161"/>
                    </a:cubicBezTo>
                    <a:cubicBezTo>
                      <a:pt x="85649" y="591"/>
                      <a:pt x="87357" y="1882"/>
                      <a:pt x="88335" y="3682"/>
                    </a:cubicBezTo>
                    <a:lnTo>
                      <a:pt x="141922" y="102773"/>
                    </a:lnTo>
                    <a:cubicBezTo>
                      <a:pt x="142692" y="104650"/>
                      <a:pt x="142692" y="106762"/>
                      <a:pt x="141922" y="108640"/>
                    </a:cubicBezTo>
                    <a:cubicBezTo>
                      <a:pt x="141283" y="110504"/>
                      <a:pt x="139849" y="111977"/>
                      <a:pt x="138011" y="112682"/>
                    </a:cubicBezTo>
                    <a:lnTo>
                      <a:pt x="65648" y="142148"/>
                    </a:lnTo>
                    <a:cubicBezTo>
                      <a:pt x="64918" y="142552"/>
                      <a:pt x="64123" y="142813"/>
                      <a:pt x="63302" y="142930"/>
                    </a:cubicBezTo>
                    <a:close/>
                    <a:moveTo>
                      <a:pt x="17016" y="64701"/>
                    </a:moveTo>
                    <a:lnTo>
                      <a:pt x="65648" y="127154"/>
                    </a:lnTo>
                    <a:lnTo>
                      <a:pt x="125755" y="102642"/>
                    </a:lnTo>
                    <a:lnTo>
                      <a:pt x="79730" y="17633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14" name="Google Shape;1814;g3f3ba1429e3_0_2699"/>
              <p:cNvSpPr/>
              <p:nvPr/>
            </p:nvSpPr>
            <p:spPr>
              <a:xfrm>
                <a:off x="6083871" y="2778266"/>
                <a:ext cx="421712" cy="401488"/>
              </a:xfrm>
              <a:custGeom>
                <a:rect b="b" l="l" r="r" t="t"/>
                <a:pathLst>
                  <a:path extrusionOk="0" h="401488" w="421712">
                    <a:moveTo>
                      <a:pt x="78275" y="285662"/>
                    </a:moveTo>
                    <a:cubicBezTo>
                      <a:pt x="78275" y="285662"/>
                      <a:pt x="-2172" y="178357"/>
                      <a:pt x="45" y="146282"/>
                    </a:cubicBezTo>
                    <a:cubicBezTo>
                      <a:pt x="2261" y="114208"/>
                      <a:pt x="170195" y="-7700"/>
                      <a:pt x="215829" y="384"/>
                    </a:cubicBezTo>
                    <a:cubicBezTo>
                      <a:pt x="261463" y="8468"/>
                      <a:pt x="333173" y="144848"/>
                      <a:pt x="333173" y="144848"/>
                    </a:cubicBezTo>
                    <a:lnTo>
                      <a:pt x="373461" y="185136"/>
                    </a:lnTo>
                    <a:lnTo>
                      <a:pt x="360423" y="222687"/>
                    </a:lnTo>
                    <a:cubicBezTo>
                      <a:pt x="360423" y="222687"/>
                      <a:pt x="429135" y="317736"/>
                      <a:pt x="421051" y="331165"/>
                    </a:cubicBezTo>
                    <a:cubicBezTo>
                      <a:pt x="412967" y="344595"/>
                      <a:pt x="351427" y="382014"/>
                      <a:pt x="276326" y="398182"/>
                    </a:cubicBezTo>
                    <a:cubicBezTo>
                      <a:pt x="201226" y="414349"/>
                      <a:pt x="128994" y="365977"/>
                      <a:pt x="128994" y="365977"/>
                    </a:cubicBezTo>
                    <a:cubicBezTo>
                      <a:pt x="128994" y="365977"/>
                      <a:pt x="78144" y="387360"/>
                      <a:pt x="56631" y="374061"/>
                    </a:cubicBezTo>
                    <a:cubicBezTo>
                      <a:pt x="35118" y="360762"/>
                      <a:pt x="5782" y="312390"/>
                      <a:pt x="11127" y="301699"/>
                    </a:cubicBezTo>
                    <a:cubicBezTo>
                      <a:pt x="16473" y="291007"/>
                      <a:pt x="78275" y="285662"/>
                      <a:pt x="78275" y="28566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15" name="Google Shape;1815;g3f3ba1429e3_0_2699"/>
              <p:cNvSpPr/>
              <p:nvPr/>
            </p:nvSpPr>
            <p:spPr>
              <a:xfrm>
                <a:off x="6077313" y="2770815"/>
                <a:ext cx="435145" cy="415280"/>
              </a:xfrm>
              <a:custGeom>
                <a:rect b="b" l="l" r="r" t="t"/>
                <a:pathLst>
                  <a:path extrusionOk="0" h="415280" w="435145">
                    <a:moveTo>
                      <a:pt x="251070" y="415280"/>
                    </a:moveTo>
                    <a:cubicBezTo>
                      <a:pt x="210065" y="413951"/>
                      <a:pt x="170090" y="402047"/>
                      <a:pt x="135030" y="380729"/>
                    </a:cubicBezTo>
                    <a:cubicBezTo>
                      <a:pt x="121991" y="385684"/>
                      <a:pt x="80790" y="400026"/>
                      <a:pt x="59668" y="386857"/>
                    </a:cubicBezTo>
                    <a:cubicBezTo>
                      <a:pt x="38546" y="373688"/>
                      <a:pt x="3082" y="321666"/>
                      <a:pt x="11427" y="305368"/>
                    </a:cubicBezTo>
                    <a:cubicBezTo>
                      <a:pt x="16512" y="295068"/>
                      <a:pt x="44805" y="289591"/>
                      <a:pt x="71794" y="286593"/>
                    </a:cubicBezTo>
                    <a:cubicBezTo>
                      <a:pt x="50933" y="257909"/>
                      <a:pt x="-2394" y="181374"/>
                      <a:pt x="83" y="152429"/>
                    </a:cubicBezTo>
                    <a:cubicBezTo>
                      <a:pt x="1648" y="132871"/>
                      <a:pt x="43501" y="97929"/>
                      <a:pt x="68274" y="78762"/>
                    </a:cubicBezTo>
                    <a:cubicBezTo>
                      <a:pt x="107388" y="48905"/>
                      <a:pt x="189399" y="-5986"/>
                      <a:pt x="224733" y="533"/>
                    </a:cubicBezTo>
                    <a:cubicBezTo>
                      <a:pt x="271410" y="8747"/>
                      <a:pt x="336993" y="129612"/>
                      <a:pt x="346511" y="147735"/>
                    </a:cubicBezTo>
                    <a:lnTo>
                      <a:pt x="385625" y="186850"/>
                    </a:lnTo>
                    <a:cubicBezTo>
                      <a:pt x="387620" y="188780"/>
                      <a:pt x="388233" y="191713"/>
                      <a:pt x="387190" y="194282"/>
                    </a:cubicBezTo>
                    <a:lnTo>
                      <a:pt x="375064" y="228312"/>
                    </a:lnTo>
                    <a:cubicBezTo>
                      <a:pt x="420959" y="292069"/>
                      <a:pt x="440256" y="330141"/>
                      <a:pt x="433997" y="341484"/>
                    </a:cubicBezTo>
                    <a:cubicBezTo>
                      <a:pt x="424610" y="356999"/>
                      <a:pt x="360983" y="395332"/>
                      <a:pt x="284709" y="411760"/>
                    </a:cubicBezTo>
                    <a:cubicBezTo>
                      <a:pt x="273653" y="414081"/>
                      <a:pt x="262374" y="415268"/>
                      <a:pt x="251070" y="415280"/>
                    </a:cubicBezTo>
                    <a:close/>
                    <a:moveTo>
                      <a:pt x="135682" y="365735"/>
                    </a:moveTo>
                    <a:cubicBezTo>
                      <a:pt x="137077" y="365722"/>
                      <a:pt x="138433" y="366126"/>
                      <a:pt x="139593" y="366909"/>
                    </a:cubicBezTo>
                    <a:cubicBezTo>
                      <a:pt x="140375" y="366909"/>
                      <a:pt x="210391" y="413325"/>
                      <a:pt x="281580" y="398070"/>
                    </a:cubicBezTo>
                    <a:cubicBezTo>
                      <a:pt x="358375" y="381642"/>
                      <a:pt x="415744" y="344222"/>
                      <a:pt x="421741" y="334313"/>
                    </a:cubicBezTo>
                    <a:cubicBezTo>
                      <a:pt x="422654" y="325447"/>
                      <a:pt x="391232" y="274858"/>
                      <a:pt x="361374" y="233657"/>
                    </a:cubicBezTo>
                    <a:cubicBezTo>
                      <a:pt x="359992" y="231780"/>
                      <a:pt x="359640" y="229329"/>
                      <a:pt x="360462" y="227138"/>
                    </a:cubicBezTo>
                    <a:lnTo>
                      <a:pt x="372326" y="193760"/>
                    </a:lnTo>
                    <a:lnTo>
                      <a:pt x="335167" y="156731"/>
                    </a:lnTo>
                    <a:cubicBezTo>
                      <a:pt x="334659" y="156184"/>
                      <a:pt x="334228" y="155571"/>
                      <a:pt x="333863" y="154906"/>
                    </a:cubicBezTo>
                    <a:cubicBezTo>
                      <a:pt x="314436" y="117877"/>
                      <a:pt x="255634" y="20221"/>
                      <a:pt x="221604" y="14093"/>
                    </a:cubicBezTo>
                    <a:cubicBezTo>
                      <a:pt x="200482" y="10442"/>
                      <a:pt x="136855" y="43689"/>
                      <a:pt x="76879" y="89975"/>
                    </a:cubicBezTo>
                    <a:cubicBezTo>
                      <a:pt x="34635" y="122441"/>
                      <a:pt x="14817" y="145779"/>
                      <a:pt x="14165" y="153602"/>
                    </a:cubicBezTo>
                    <a:cubicBezTo>
                      <a:pt x="12339" y="175115"/>
                      <a:pt x="59929" y="247608"/>
                      <a:pt x="90439" y="288157"/>
                    </a:cubicBezTo>
                    <a:cubicBezTo>
                      <a:pt x="91964" y="290230"/>
                      <a:pt x="92264" y="292968"/>
                      <a:pt x="91221" y="295328"/>
                    </a:cubicBezTo>
                    <a:cubicBezTo>
                      <a:pt x="90191" y="297675"/>
                      <a:pt x="87922" y="299240"/>
                      <a:pt x="85354" y="299370"/>
                    </a:cubicBezTo>
                    <a:cubicBezTo>
                      <a:pt x="56018" y="301978"/>
                      <a:pt x="27725" y="307715"/>
                      <a:pt x="23813" y="312408"/>
                    </a:cubicBezTo>
                    <a:cubicBezTo>
                      <a:pt x="22509" y="319971"/>
                      <a:pt x="46630" y="362476"/>
                      <a:pt x="67100" y="375253"/>
                    </a:cubicBezTo>
                    <a:cubicBezTo>
                      <a:pt x="82094" y="384641"/>
                      <a:pt x="120688" y="371863"/>
                      <a:pt x="132292" y="366648"/>
                    </a:cubicBezTo>
                    <a:cubicBezTo>
                      <a:pt x="133322" y="366048"/>
                      <a:pt x="134495" y="365735"/>
                      <a:pt x="135682" y="3657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1816" name="Google Shape;1816;g3f3ba1429e3_0_2699"/>
              <p:cNvGrpSpPr/>
              <p:nvPr/>
            </p:nvGrpSpPr>
            <p:grpSpPr>
              <a:xfrm>
                <a:off x="6084245" y="2777613"/>
                <a:ext cx="361352" cy="401447"/>
                <a:chOff x="6084245" y="2777613"/>
                <a:chExt cx="361352" cy="401447"/>
              </a:xfrm>
            </p:grpSpPr>
            <p:sp>
              <p:nvSpPr>
                <p:cNvPr id="1817" name="Google Shape;1817;g3f3ba1429e3_0_2699"/>
                <p:cNvSpPr/>
                <p:nvPr/>
              </p:nvSpPr>
              <p:spPr>
                <a:xfrm>
                  <a:off x="6084245" y="2777613"/>
                  <a:ext cx="361352" cy="401447"/>
                </a:xfrm>
                <a:custGeom>
                  <a:rect b="b" l="l" r="r" t="t"/>
                  <a:pathLst>
                    <a:path extrusionOk="0" h="401447" w="361352">
                      <a:moveTo>
                        <a:pt x="276082" y="398182"/>
                      </a:moveTo>
                      <a:cubicBezTo>
                        <a:pt x="305458" y="391728"/>
                        <a:pt x="334050" y="382119"/>
                        <a:pt x="361352" y="369498"/>
                      </a:cubicBezTo>
                      <a:cubicBezTo>
                        <a:pt x="358823" y="369381"/>
                        <a:pt x="356294" y="369120"/>
                        <a:pt x="353790" y="368716"/>
                      </a:cubicBezTo>
                      <a:cubicBezTo>
                        <a:pt x="322107" y="362327"/>
                        <a:pt x="230448" y="341726"/>
                        <a:pt x="194984" y="297396"/>
                      </a:cubicBezTo>
                      <a:cubicBezTo>
                        <a:pt x="179351" y="276313"/>
                        <a:pt x="161515" y="256952"/>
                        <a:pt x="141788" y="239637"/>
                      </a:cubicBezTo>
                      <a:lnTo>
                        <a:pt x="340231" y="151889"/>
                      </a:lnTo>
                      <a:lnTo>
                        <a:pt x="333190" y="144848"/>
                      </a:lnTo>
                      <a:cubicBezTo>
                        <a:pt x="333190" y="144848"/>
                        <a:pt x="261479" y="8468"/>
                        <a:pt x="215845" y="384"/>
                      </a:cubicBezTo>
                      <a:cubicBezTo>
                        <a:pt x="170211" y="-7700"/>
                        <a:pt x="2669" y="114078"/>
                        <a:pt x="62" y="146283"/>
                      </a:cubicBezTo>
                      <a:cubicBezTo>
                        <a:pt x="-2546" y="178487"/>
                        <a:pt x="78291" y="285531"/>
                        <a:pt x="78291" y="285531"/>
                      </a:cubicBezTo>
                      <a:cubicBezTo>
                        <a:pt x="78291" y="285531"/>
                        <a:pt x="16620" y="291008"/>
                        <a:pt x="11275" y="301699"/>
                      </a:cubicBezTo>
                      <a:cubicBezTo>
                        <a:pt x="5929" y="312390"/>
                        <a:pt x="35395" y="360632"/>
                        <a:pt x="56778" y="374061"/>
                      </a:cubicBezTo>
                      <a:cubicBezTo>
                        <a:pt x="78161" y="387491"/>
                        <a:pt x="129141" y="365978"/>
                        <a:pt x="129141" y="365978"/>
                      </a:cubicBezTo>
                      <a:cubicBezTo>
                        <a:pt x="129141" y="365978"/>
                        <a:pt x="201112" y="414219"/>
                        <a:pt x="276082" y="398182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818" name="Google Shape;1818;g3f3ba1429e3_0_2699"/>
                <p:cNvSpPr/>
                <p:nvPr/>
              </p:nvSpPr>
              <p:spPr>
                <a:xfrm>
                  <a:off x="6084245" y="2777613"/>
                  <a:ext cx="361352" cy="401447"/>
                </a:xfrm>
                <a:custGeom>
                  <a:rect b="b" l="l" r="r" t="t"/>
                  <a:pathLst>
                    <a:path extrusionOk="0" h="401447" w="361352">
                      <a:moveTo>
                        <a:pt x="276082" y="398182"/>
                      </a:moveTo>
                      <a:cubicBezTo>
                        <a:pt x="305458" y="391728"/>
                        <a:pt x="334050" y="382119"/>
                        <a:pt x="361352" y="369498"/>
                      </a:cubicBezTo>
                      <a:cubicBezTo>
                        <a:pt x="358823" y="369381"/>
                        <a:pt x="356294" y="369120"/>
                        <a:pt x="353790" y="368716"/>
                      </a:cubicBezTo>
                      <a:cubicBezTo>
                        <a:pt x="322107" y="362327"/>
                        <a:pt x="230448" y="341726"/>
                        <a:pt x="194984" y="297396"/>
                      </a:cubicBezTo>
                      <a:cubicBezTo>
                        <a:pt x="179351" y="276313"/>
                        <a:pt x="161515" y="256952"/>
                        <a:pt x="141788" y="239637"/>
                      </a:cubicBezTo>
                      <a:lnTo>
                        <a:pt x="340231" y="151889"/>
                      </a:lnTo>
                      <a:lnTo>
                        <a:pt x="333190" y="144848"/>
                      </a:lnTo>
                      <a:cubicBezTo>
                        <a:pt x="333190" y="144848"/>
                        <a:pt x="261479" y="8468"/>
                        <a:pt x="215845" y="384"/>
                      </a:cubicBezTo>
                      <a:cubicBezTo>
                        <a:pt x="170211" y="-7700"/>
                        <a:pt x="2669" y="114078"/>
                        <a:pt x="62" y="146283"/>
                      </a:cubicBezTo>
                      <a:cubicBezTo>
                        <a:pt x="-2546" y="178487"/>
                        <a:pt x="78291" y="285531"/>
                        <a:pt x="78291" y="285531"/>
                      </a:cubicBezTo>
                      <a:cubicBezTo>
                        <a:pt x="78291" y="285531"/>
                        <a:pt x="16620" y="291008"/>
                        <a:pt x="11275" y="301699"/>
                      </a:cubicBezTo>
                      <a:cubicBezTo>
                        <a:pt x="5929" y="312390"/>
                        <a:pt x="35395" y="360632"/>
                        <a:pt x="56778" y="374061"/>
                      </a:cubicBezTo>
                      <a:cubicBezTo>
                        <a:pt x="78161" y="387491"/>
                        <a:pt x="129141" y="365978"/>
                        <a:pt x="129141" y="365978"/>
                      </a:cubicBezTo>
                      <a:cubicBezTo>
                        <a:pt x="129141" y="365978"/>
                        <a:pt x="201112" y="414219"/>
                        <a:pt x="276082" y="398182"/>
                      </a:cubicBezTo>
                      <a:close/>
                    </a:path>
                  </a:pathLst>
                </a:custGeom>
                <a:solidFill>
                  <a:srgbClr val="FFFFFF">
                    <a:alpha val="48627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1819" name="Google Shape;1819;g3f3ba1429e3_0_2699"/>
              <p:cNvSpPr/>
              <p:nvPr/>
            </p:nvSpPr>
            <p:spPr>
              <a:xfrm>
                <a:off x="7083821" y="3078912"/>
                <a:ext cx="334953" cy="1959141"/>
              </a:xfrm>
              <a:custGeom>
                <a:rect b="b" l="l" r="r" t="t"/>
                <a:pathLst>
                  <a:path extrusionOk="0" h="1959141" w="334953">
                    <a:moveTo>
                      <a:pt x="0" y="5746"/>
                    </a:moveTo>
                    <a:lnTo>
                      <a:pt x="297534" y="1959141"/>
                    </a:lnTo>
                    <a:lnTo>
                      <a:pt x="334953" y="1953795"/>
                    </a:lnTo>
                    <a:lnTo>
                      <a:pt x="48111" y="3008"/>
                    </a:lnTo>
                    <a:cubicBezTo>
                      <a:pt x="32257" y="-1791"/>
                      <a:pt x="15216" y="-826"/>
                      <a:pt x="0" y="574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20" name="Google Shape;1820;g3f3ba1429e3_0_2699"/>
              <p:cNvSpPr/>
              <p:nvPr/>
            </p:nvSpPr>
            <p:spPr>
              <a:xfrm>
                <a:off x="7076844" y="3071818"/>
                <a:ext cx="349190" cy="1973928"/>
              </a:xfrm>
              <a:custGeom>
                <a:rect b="b" l="l" r="r" t="t"/>
                <a:pathLst>
                  <a:path extrusionOk="0" h="1973928" w="349190">
                    <a:moveTo>
                      <a:pt x="304511" y="1973928"/>
                    </a:moveTo>
                    <a:cubicBezTo>
                      <a:pt x="300991" y="1973967"/>
                      <a:pt x="297992" y="1971411"/>
                      <a:pt x="297471" y="1967930"/>
                    </a:cubicBezTo>
                    <a:lnTo>
                      <a:pt x="68" y="13883"/>
                    </a:lnTo>
                    <a:cubicBezTo>
                      <a:pt x="-389" y="10571"/>
                      <a:pt x="1502" y="7377"/>
                      <a:pt x="4631" y="6190"/>
                    </a:cubicBezTo>
                    <a:cubicBezTo>
                      <a:pt x="21555" y="-1098"/>
                      <a:pt x="40564" y="-1985"/>
                      <a:pt x="58088" y="3713"/>
                    </a:cubicBezTo>
                    <a:cubicBezTo>
                      <a:pt x="60343" y="4691"/>
                      <a:pt x="61921" y="6764"/>
                      <a:pt x="62260" y="9189"/>
                    </a:cubicBezTo>
                    <a:lnTo>
                      <a:pt x="349102" y="1959846"/>
                    </a:lnTo>
                    <a:cubicBezTo>
                      <a:pt x="349402" y="1961737"/>
                      <a:pt x="348933" y="1963654"/>
                      <a:pt x="347799" y="1965192"/>
                    </a:cubicBezTo>
                    <a:cubicBezTo>
                      <a:pt x="346625" y="1966652"/>
                      <a:pt x="344956" y="1967630"/>
                      <a:pt x="343105" y="1967930"/>
                    </a:cubicBezTo>
                    <a:lnTo>
                      <a:pt x="305554" y="1973276"/>
                    </a:lnTo>
                    <a:close/>
                    <a:moveTo>
                      <a:pt x="14931" y="18185"/>
                    </a:moveTo>
                    <a:lnTo>
                      <a:pt x="310379" y="1958282"/>
                    </a:lnTo>
                    <a:lnTo>
                      <a:pt x="333978" y="1954892"/>
                    </a:lnTo>
                    <a:lnTo>
                      <a:pt x="48961" y="15578"/>
                    </a:lnTo>
                    <a:cubicBezTo>
                      <a:pt x="37579" y="13465"/>
                      <a:pt x="25857" y="14365"/>
                      <a:pt x="14931" y="1818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21" name="Google Shape;1821;g3f3ba1429e3_0_2699"/>
              <p:cNvSpPr/>
              <p:nvPr/>
            </p:nvSpPr>
            <p:spPr>
              <a:xfrm>
                <a:off x="7032378" y="3323444"/>
                <a:ext cx="68639" cy="137851"/>
              </a:xfrm>
              <a:custGeom>
                <a:rect b="b" l="l" r="r" t="t"/>
                <a:pathLst>
                  <a:path extrusionOk="0" h="137851" w="68639">
                    <a:moveTo>
                      <a:pt x="59527" y="2422"/>
                    </a:moveTo>
                    <a:cubicBezTo>
                      <a:pt x="59527" y="2422"/>
                      <a:pt x="594" y="-10616"/>
                      <a:pt x="594" y="23805"/>
                    </a:cubicBezTo>
                    <a:cubicBezTo>
                      <a:pt x="594" y="58226"/>
                      <a:pt x="-4752" y="117550"/>
                      <a:pt x="16631" y="130980"/>
                    </a:cubicBezTo>
                    <a:cubicBezTo>
                      <a:pt x="38014" y="144409"/>
                      <a:pt x="64873" y="139064"/>
                      <a:pt x="67611" y="106859"/>
                    </a:cubicBezTo>
                    <a:cubicBezTo>
                      <a:pt x="70349" y="74655"/>
                      <a:pt x="67611" y="-5661"/>
                      <a:pt x="59527" y="2422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22" name="Google Shape;1822;g3f3ba1429e3_0_2699"/>
              <p:cNvSpPr/>
              <p:nvPr/>
            </p:nvSpPr>
            <p:spPr>
              <a:xfrm>
                <a:off x="7025042" y="3315838"/>
                <a:ext cx="82255" cy="152276"/>
              </a:xfrm>
              <a:custGeom>
                <a:rect b="b" l="l" r="r" t="t"/>
                <a:pathLst>
                  <a:path extrusionOk="0" h="152276" w="82255">
                    <a:moveTo>
                      <a:pt x="46133" y="152276"/>
                    </a:moveTo>
                    <a:cubicBezTo>
                      <a:pt x="36862" y="152133"/>
                      <a:pt x="27827" y="149369"/>
                      <a:pt x="20056" y="144323"/>
                    </a:cubicBezTo>
                    <a:cubicBezTo>
                      <a:pt x="-1457" y="131285"/>
                      <a:pt x="-544" y="87346"/>
                      <a:pt x="368" y="49013"/>
                    </a:cubicBezTo>
                    <a:cubicBezTo>
                      <a:pt x="368" y="42624"/>
                      <a:pt x="368" y="36627"/>
                      <a:pt x="368" y="31151"/>
                    </a:cubicBezTo>
                    <a:cubicBezTo>
                      <a:pt x="55" y="22532"/>
                      <a:pt x="3823" y="14266"/>
                      <a:pt x="10538" y="8855"/>
                    </a:cubicBezTo>
                    <a:cubicBezTo>
                      <a:pt x="26575" y="-4183"/>
                      <a:pt x="56303" y="511"/>
                      <a:pt x="65560" y="2336"/>
                    </a:cubicBezTo>
                    <a:cubicBezTo>
                      <a:pt x="67294" y="1762"/>
                      <a:pt x="69171" y="1762"/>
                      <a:pt x="70905" y="2336"/>
                    </a:cubicBezTo>
                    <a:cubicBezTo>
                      <a:pt x="86551" y="9507"/>
                      <a:pt x="81466" y="113292"/>
                      <a:pt x="81466" y="114335"/>
                    </a:cubicBezTo>
                    <a:cubicBezTo>
                      <a:pt x="81349" y="128351"/>
                      <a:pt x="73735" y="141233"/>
                      <a:pt x="61518" y="148104"/>
                    </a:cubicBezTo>
                    <a:cubicBezTo>
                      <a:pt x="56785" y="150660"/>
                      <a:pt x="51517" y="152094"/>
                      <a:pt x="46133" y="152276"/>
                    </a:cubicBezTo>
                    <a:close/>
                    <a:moveTo>
                      <a:pt x="43134" y="14201"/>
                    </a:moveTo>
                    <a:cubicBezTo>
                      <a:pt x="34959" y="13575"/>
                      <a:pt x="26797" y="15544"/>
                      <a:pt x="19795" y="19807"/>
                    </a:cubicBezTo>
                    <a:cubicBezTo>
                      <a:pt x="16392" y="22545"/>
                      <a:pt x="14580" y="26796"/>
                      <a:pt x="14971" y="31151"/>
                    </a:cubicBezTo>
                    <a:cubicBezTo>
                      <a:pt x="14971" y="36627"/>
                      <a:pt x="14971" y="42885"/>
                      <a:pt x="14971" y="49274"/>
                    </a:cubicBezTo>
                    <a:cubicBezTo>
                      <a:pt x="14319" y="78740"/>
                      <a:pt x="13406" y="123201"/>
                      <a:pt x="28009" y="132328"/>
                    </a:cubicBezTo>
                    <a:cubicBezTo>
                      <a:pt x="36119" y="138234"/>
                      <a:pt x="46680" y="139616"/>
                      <a:pt x="56042" y="135978"/>
                    </a:cubicBezTo>
                    <a:cubicBezTo>
                      <a:pt x="63786" y="131258"/>
                      <a:pt x="68415" y="122757"/>
                      <a:pt x="68167" y="113683"/>
                    </a:cubicBezTo>
                    <a:cubicBezTo>
                      <a:pt x="70384" y="81231"/>
                      <a:pt x="69210" y="48622"/>
                      <a:pt x="64647" y="16417"/>
                    </a:cubicBezTo>
                    <a:cubicBezTo>
                      <a:pt x="57567" y="15035"/>
                      <a:pt x="50357" y="14383"/>
                      <a:pt x="43134" y="1446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23" name="Google Shape;1823;g3f3ba1429e3_0_2699"/>
              <p:cNvSpPr/>
              <p:nvPr/>
            </p:nvSpPr>
            <p:spPr>
              <a:xfrm>
                <a:off x="7126215" y="3460018"/>
                <a:ext cx="128490" cy="59009"/>
              </a:xfrm>
              <a:custGeom>
                <a:rect b="b" l="l" r="r" t="t"/>
                <a:pathLst>
                  <a:path extrusionOk="0" h="59009" w="128490">
                    <a:moveTo>
                      <a:pt x="242" y="11617"/>
                    </a:moveTo>
                    <a:cubicBezTo>
                      <a:pt x="242" y="11617"/>
                      <a:pt x="-1844" y="53730"/>
                      <a:pt x="6239" y="57903"/>
                    </a:cubicBezTo>
                    <a:cubicBezTo>
                      <a:pt x="14323" y="62075"/>
                      <a:pt x="122411" y="53730"/>
                      <a:pt x="126452" y="44864"/>
                    </a:cubicBezTo>
                    <a:cubicBezTo>
                      <a:pt x="130494" y="35998"/>
                      <a:pt x="128539" y="2750"/>
                      <a:pt x="120455" y="664"/>
                    </a:cubicBezTo>
                    <a:cubicBezTo>
                      <a:pt x="112371" y="-1422"/>
                      <a:pt x="10281" y="1186"/>
                      <a:pt x="242" y="1161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24" name="Google Shape;1824;g3f3ba1429e3_0_2699"/>
              <p:cNvSpPr/>
              <p:nvPr/>
            </p:nvSpPr>
            <p:spPr>
              <a:xfrm>
                <a:off x="7119044" y="3453381"/>
                <a:ext cx="142681" cy="72881"/>
              </a:xfrm>
              <a:custGeom>
                <a:rect b="b" l="l" r="r" t="t"/>
                <a:pathLst>
                  <a:path extrusionOk="0" h="72881" w="142681">
                    <a:moveTo>
                      <a:pt x="28795" y="72753"/>
                    </a:moveTo>
                    <a:cubicBezTo>
                      <a:pt x="22511" y="73183"/>
                      <a:pt x="16201" y="72531"/>
                      <a:pt x="10151" y="70797"/>
                    </a:cubicBezTo>
                    <a:cubicBezTo>
                      <a:pt x="2197" y="66625"/>
                      <a:pt x="-1192" y="48893"/>
                      <a:pt x="372" y="17992"/>
                    </a:cubicBezTo>
                    <a:cubicBezTo>
                      <a:pt x="385" y="16297"/>
                      <a:pt x="1037" y="14667"/>
                      <a:pt x="2197" y="13429"/>
                    </a:cubicBezTo>
                    <a:cubicBezTo>
                      <a:pt x="16018" y="-1044"/>
                      <a:pt x="123845" y="-522"/>
                      <a:pt x="129451" y="390"/>
                    </a:cubicBezTo>
                    <a:cubicBezTo>
                      <a:pt x="133441" y="1720"/>
                      <a:pt x="136609" y="4784"/>
                      <a:pt x="138056" y="8735"/>
                    </a:cubicBezTo>
                    <a:cubicBezTo>
                      <a:pt x="143467" y="23416"/>
                      <a:pt x="144145" y="39414"/>
                      <a:pt x="140012" y="54499"/>
                    </a:cubicBezTo>
                    <a:cubicBezTo>
                      <a:pt x="137939" y="57759"/>
                      <a:pt x="134653" y="60066"/>
                      <a:pt x="130885" y="60888"/>
                    </a:cubicBezTo>
                    <a:cubicBezTo>
                      <a:pt x="97351" y="68307"/>
                      <a:pt x="63138" y="72283"/>
                      <a:pt x="28795" y="72753"/>
                    </a:cubicBezTo>
                    <a:close/>
                    <a:moveTo>
                      <a:pt x="17191" y="58280"/>
                    </a:moveTo>
                    <a:cubicBezTo>
                      <a:pt x="54325" y="58893"/>
                      <a:pt x="91405" y="55347"/>
                      <a:pt x="127756" y="47719"/>
                    </a:cubicBezTo>
                    <a:cubicBezTo>
                      <a:pt x="129568" y="36572"/>
                      <a:pt x="128591" y="25150"/>
                      <a:pt x="124888" y="14472"/>
                    </a:cubicBezTo>
                    <a:cubicBezTo>
                      <a:pt x="111849" y="12777"/>
                      <a:pt x="30490" y="15776"/>
                      <a:pt x="14323" y="22295"/>
                    </a:cubicBezTo>
                    <a:cubicBezTo>
                      <a:pt x="13358" y="34368"/>
                      <a:pt x="14323" y="46520"/>
                      <a:pt x="17191" y="5828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25" name="Google Shape;1825;g3f3ba1429e3_0_2699"/>
              <p:cNvSpPr/>
              <p:nvPr/>
            </p:nvSpPr>
            <p:spPr>
              <a:xfrm>
                <a:off x="7094343" y="3402669"/>
                <a:ext cx="163717" cy="74559"/>
              </a:xfrm>
              <a:custGeom>
                <a:rect b="b" l="l" r="r" t="t"/>
                <a:pathLst>
                  <a:path extrusionOk="0" h="74559" w="163717">
                    <a:moveTo>
                      <a:pt x="300" y="14205"/>
                    </a:moveTo>
                    <a:cubicBezTo>
                      <a:pt x="300" y="14205"/>
                      <a:pt x="-2308" y="67792"/>
                      <a:pt x="7862" y="73138"/>
                    </a:cubicBezTo>
                    <a:cubicBezTo>
                      <a:pt x="18032" y="78483"/>
                      <a:pt x="156107" y="67792"/>
                      <a:pt x="161192" y="57101"/>
                    </a:cubicBezTo>
                    <a:cubicBezTo>
                      <a:pt x="166277" y="46409"/>
                      <a:pt x="163669" y="3513"/>
                      <a:pt x="153499" y="906"/>
                    </a:cubicBezTo>
                    <a:cubicBezTo>
                      <a:pt x="143330" y="-1702"/>
                      <a:pt x="13077" y="906"/>
                      <a:pt x="300" y="14205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26" name="Google Shape;1826;g3f3ba1429e3_0_2699"/>
              <p:cNvSpPr/>
              <p:nvPr/>
            </p:nvSpPr>
            <p:spPr>
              <a:xfrm>
                <a:off x="7086936" y="3396120"/>
                <a:ext cx="178088" cy="88334"/>
              </a:xfrm>
              <a:custGeom>
                <a:rect b="b" l="l" r="r" t="t"/>
                <a:pathLst>
                  <a:path extrusionOk="0" h="88334" w="178088">
                    <a:moveTo>
                      <a:pt x="34045" y="88161"/>
                    </a:moveTo>
                    <a:cubicBezTo>
                      <a:pt x="26626" y="88709"/>
                      <a:pt x="19168" y="87953"/>
                      <a:pt x="12010" y="85945"/>
                    </a:cubicBezTo>
                    <a:cubicBezTo>
                      <a:pt x="276" y="79817"/>
                      <a:pt x="-1028" y="46830"/>
                      <a:pt x="536" y="20753"/>
                    </a:cubicBezTo>
                    <a:cubicBezTo>
                      <a:pt x="641" y="19045"/>
                      <a:pt x="1332" y="17442"/>
                      <a:pt x="2492" y="16190"/>
                    </a:cubicBezTo>
                    <a:cubicBezTo>
                      <a:pt x="19051" y="-1151"/>
                      <a:pt x="155692" y="-1021"/>
                      <a:pt x="162733" y="805"/>
                    </a:cubicBezTo>
                    <a:cubicBezTo>
                      <a:pt x="167244" y="2317"/>
                      <a:pt x="170816" y="5825"/>
                      <a:pt x="172381" y="10323"/>
                    </a:cubicBezTo>
                    <a:cubicBezTo>
                      <a:pt x="178965" y="28485"/>
                      <a:pt x="179878" y="48212"/>
                      <a:pt x="174988" y="66909"/>
                    </a:cubicBezTo>
                    <a:cubicBezTo>
                      <a:pt x="172576" y="70638"/>
                      <a:pt x="168769" y="73272"/>
                      <a:pt x="164427" y="74210"/>
                    </a:cubicBezTo>
                    <a:cubicBezTo>
                      <a:pt x="121518" y="83089"/>
                      <a:pt x="77853" y="87770"/>
                      <a:pt x="34045" y="88161"/>
                    </a:cubicBezTo>
                    <a:close/>
                    <a:moveTo>
                      <a:pt x="14618" y="24534"/>
                    </a:moveTo>
                    <a:cubicBezTo>
                      <a:pt x="12883" y="41093"/>
                      <a:pt x="14383" y="57834"/>
                      <a:pt x="19051" y="73819"/>
                    </a:cubicBezTo>
                    <a:cubicBezTo>
                      <a:pt x="30655" y="77209"/>
                      <a:pt x="147347" y="68082"/>
                      <a:pt x="162472" y="59607"/>
                    </a:cubicBezTo>
                    <a:cubicBezTo>
                      <a:pt x="165992" y="49568"/>
                      <a:pt x="163124" y="18276"/>
                      <a:pt x="158169" y="13843"/>
                    </a:cubicBezTo>
                    <a:cubicBezTo>
                      <a:pt x="145652" y="11235"/>
                      <a:pt x="33523" y="15408"/>
                      <a:pt x="14618" y="2453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27" name="Google Shape;1827;g3f3ba1429e3_0_2699"/>
              <p:cNvSpPr/>
              <p:nvPr/>
            </p:nvSpPr>
            <p:spPr>
              <a:xfrm>
                <a:off x="7088983" y="3343554"/>
                <a:ext cx="171719" cy="74741"/>
              </a:xfrm>
              <a:custGeom>
                <a:rect b="b" l="l" r="r" t="t"/>
                <a:pathLst>
                  <a:path extrusionOk="0" h="74741" w="171719">
                    <a:moveTo>
                      <a:pt x="314" y="14387"/>
                    </a:moveTo>
                    <a:cubicBezTo>
                      <a:pt x="314" y="14387"/>
                      <a:pt x="-2424" y="67974"/>
                      <a:pt x="8267" y="73320"/>
                    </a:cubicBezTo>
                    <a:cubicBezTo>
                      <a:pt x="18959" y="78665"/>
                      <a:pt x="163684" y="67974"/>
                      <a:pt x="169030" y="57282"/>
                    </a:cubicBezTo>
                    <a:cubicBezTo>
                      <a:pt x="174375" y="46591"/>
                      <a:pt x="171767" y="3695"/>
                      <a:pt x="161076" y="957"/>
                    </a:cubicBezTo>
                    <a:cubicBezTo>
                      <a:pt x="150385" y="-1781"/>
                      <a:pt x="13613" y="957"/>
                      <a:pt x="314" y="1438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28" name="Google Shape;1828;g3f3ba1429e3_0_2699"/>
              <p:cNvSpPr/>
              <p:nvPr/>
            </p:nvSpPr>
            <p:spPr>
              <a:xfrm>
                <a:off x="7081796" y="3337297"/>
                <a:ext cx="185946" cy="87537"/>
              </a:xfrm>
              <a:custGeom>
                <a:rect b="b" l="l" r="r" t="t"/>
                <a:pathLst>
                  <a:path extrusionOk="0" h="87537" w="185946">
                    <a:moveTo>
                      <a:pt x="34882" y="87399"/>
                    </a:moveTo>
                    <a:cubicBezTo>
                      <a:pt x="27333" y="87804"/>
                      <a:pt x="19758" y="87321"/>
                      <a:pt x="12326" y="85965"/>
                    </a:cubicBezTo>
                    <a:cubicBezTo>
                      <a:pt x="70" y="79837"/>
                      <a:pt x="-712" y="46850"/>
                      <a:pt x="331" y="20774"/>
                    </a:cubicBezTo>
                    <a:cubicBezTo>
                      <a:pt x="448" y="19014"/>
                      <a:pt x="1191" y="17345"/>
                      <a:pt x="2417" y="16080"/>
                    </a:cubicBezTo>
                    <a:cubicBezTo>
                      <a:pt x="19758" y="-1261"/>
                      <a:pt x="162657" y="-1000"/>
                      <a:pt x="169959" y="825"/>
                    </a:cubicBezTo>
                    <a:cubicBezTo>
                      <a:pt x="174770" y="2377"/>
                      <a:pt x="178590" y="6093"/>
                      <a:pt x="180259" y="10865"/>
                    </a:cubicBezTo>
                    <a:cubicBezTo>
                      <a:pt x="186935" y="28884"/>
                      <a:pt x="187756" y="48545"/>
                      <a:pt x="182606" y="67060"/>
                    </a:cubicBezTo>
                    <a:cubicBezTo>
                      <a:pt x="175696" y="80620"/>
                      <a:pt x="79864" y="87399"/>
                      <a:pt x="34882" y="87399"/>
                    </a:cubicBezTo>
                    <a:close/>
                    <a:moveTo>
                      <a:pt x="14282" y="24555"/>
                    </a:moveTo>
                    <a:cubicBezTo>
                      <a:pt x="13499" y="47633"/>
                      <a:pt x="15585" y="70059"/>
                      <a:pt x="19106" y="73579"/>
                    </a:cubicBezTo>
                    <a:cubicBezTo>
                      <a:pt x="30710" y="77099"/>
                      <a:pt x="154834" y="67712"/>
                      <a:pt x="170350" y="59367"/>
                    </a:cubicBezTo>
                    <a:cubicBezTo>
                      <a:pt x="173870" y="49589"/>
                      <a:pt x="171002" y="17905"/>
                      <a:pt x="165787" y="13864"/>
                    </a:cubicBezTo>
                    <a:cubicBezTo>
                      <a:pt x="154704" y="11517"/>
                      <a:pt x="34361" y="15167"/>
                      <a:pt x="14282" y="2455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29" name="Google Shape;1829;g3f3ba1429e3_0_2699"/>
              <p:cNvSpPr/>
              <p:nvPr/>
            </p:nvSpPr>
            <p:spPr>
              <a:xfrm>
                <a:off x="7080905" y="3284274"/>
                <a:ext cx="171810" cy="74696"/>
              </a:xfrm>
              <a:custGeom>
                <a:rect b="b" l="l" r="r" t="t"/>
                <a:pathLst>
                  <a:path extrusionOk="0" h="74696" w="171810">
                    <a:moveTo>
                      <a:pt x="309" y="14342"/>
                    </a:moveTo>
                    <a:cubicBezTo>
                      <a:pt x="309" y="14342"/>
                      <a:pt x="-2429" y="67929"/>
                      <a:pt x="8393" y="73275"/>
                    </a:cubicBezTo>
                    <a:cubicBezTo>
                      <a:pt x="19215" y="78620"/>
                      <a:pt x="163809" y="67929"/>
                      <a:pt x="169155" y="57238"/>
                    </a:cubicBezTo>
                    <a:cubicBezTo>
                      <a:pt x="174501" y="46546"/>
                      <a:pt x="171763" y="3650"/>
                      <a:pt x="161071" y="912"/>
                    </a:cubicBezTo>
                    <a:cubicBezTo>
                      <a:pt x="150380" y="-1826"/>
                      <a:pt x="13738" y="1303"/>
                      <a:pt x="309" y="14342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30" name="Google Shape;1830;g3f3ba1429e3_0_2699"/>
              <p:cNvSpPr/>
              <p:nvPr/>
            </p:nvSpPr>
            <p:spPr>
              <a:xfrm>
                <a:off x="7073519" y="3277973"/>
                <a:ext cx="185878" cy="87837"/>
              </a:xfrm>
              <a:custGeom>
                <a:rect b="b" l="l" r="r" t="t"/>
                <a:pathLst>
                  <a:path extrusionOk="0" h="87837" w="185878">
                    <a:moveTo>
                      <a:pt x="35075" y="87791"/>
                    </a:moveTo>
                    <a:cubicBezTo>
                      <a:pt x="27422" y="88025"/>
                      <a:pt x="19768" y="87373"/>
                      <a:pt x="12258" y="85835"/>
                    </a:cubicBezTo>
                    <a:cubicBezTo>
                      <a:pt x="2" y="79707"/>
                      <a:pt x="-780" y="46720"/>
                      <a:pt x="393" y="20644"/>
                    </a:cubicBezTo>
                    <a:cubicBezTo>
                      <a:pt x="485" y="18909"/>
                      <a:pt x="1228" y="17280"/>
                      <a:pt x="2479" y="16080"/>
                    </a:cubicBezTo>
                    <a:cubicBezTo>
                      <a:pt x="19690" y="-1261"/>
                      <a:pt x="162590" y="-1000"/>
                      <a:pt x="169891" y="825"/>
                    </a:cubicBezTo>
                    <a:cubicBezTo>
                      <a:pt x="174702" y="2377"/>
                      <a:pt x="178522" y="6093"/>
                      <a:pt x="180191" y="10865"/>
                    </a:cubicBezTo>
                    <a:cubicBezTo>
                      <a:pt x="186867" y="28884"/>
                      <a:pt x="187688" y="48545"/>
                      <a:pt x="182538" y="67060"/>
                    </a:cubicBezTo>
                    <a:cubicBezTo>
                      <a:pt x="175889" y="80880"/>
                      <a:pt x="80057" y="87791"/>
                      <a:pt x="35075" y="87791"/>
                    </a:cubicBezTo>
                    <a:close/>
                    <a:moveTo>
                      <a:pt x="14605" y="24946"/>
                    </a:moveTo>
                    <a:cubicBezTo>
                      <a:pt x="12832" y="41440"/>
                      <a:pt x="14422" y="58115"/>
                      <a:pt x="19299" y="73970"/>
                    </a:cubicBezTo>
                    <a:cubicBezTo>
                      <a:pt x="31033" y="77490"/>
                      <a:pt x="155158" y="67973"/>
                      <a:pt x="170673" y="59758"/>
                    </a:cubicBezTo>
                    <a:cubicBezTo>
                      <a:pt x="174194" y="49980"/>
                      <a:pt x="170673" y="18297"/>
                      <a:pt x="166110" y="14255"/>
                    </a:cubicBezTo>
                    <a:cubicBezTo>
                      <a:pt x="155679" y="11908"/>
                      <a:pt x="34684" y="15428"/>
                      <a:pt x="14605" y="2494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31" name="Google Shape;1831;g3f3ba1429e3_0_2699"/>
              <p:cNvSpPr/>
              <p:nvPr/>
            </p:nvSpPr>
            <p:spPr>
              <a:xfrm>
                <a:off x="5914287" y="3433562"/>
                <a:ext cx="962877" cy="299112"/>
              </a:xfrm>
              <a:custGeom>
                <a:rect b="b" l="l" r="r" t="t"/>
                <a:pathLst>
                  <a:path extrusionOk="0" h="299112" w="962877">
                    <a:moveTo>
                      <a:pt x="0" y="113694"/>
                    </a:moveTo>
                    <a:cubicBezTo>
                      <a:pt x="3651" y="194531"/>
                      <a:pt x="73666" y="252030"/>
                      <a:pt x="117345" y="280062"/>
                    </a:cubicBezTo>
                    <a:cubicBezTo>
                      <a:pt x="137189" y="292840"/>
                      <a:pt x="160371" y="299463"/>
                      <a:pt x="183970" y="299098"/>
                    </a:cubicBezTo>
                    <a:lnTo>
                      <a:pt x="962877" y="288798"/>
                    </a:lnTo>
                    <a:lnTo>
                      <a:pt x="962877" y="117345"/>
                    </a:lnTo>
                    <a:lnTo>
                      <a:pt x="121517" y="0"/>
                    </a:lnTo>
                    <a:cubicBezTo>
                      <a:pt x="121517" y="0"/>
                      <a:pt x="54630" y="2608"/>
                      <a:pt x="36638" y="5293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32" name="Google Shape;1832;g3f3ba1429e3_0_2699"/>
              <p:cNvSpPr/>
              <p:nvPr/>
            </p:nvSpPr>
            <p:spPr>
              <a:xfrm>
                <a:off x="5907242" y="3425739"/>
                <a:ext cx="977354" cy="313962"/>
              </a:xfrm>
              <a:custGeom>
                <a:rect b="b" l="l" r="r" t="t"/>
                <a:pathLst>
                  <a:path extrusionOk="0" h="313962" w="977354">
                    <a:moveTo>
                      <a:pt x="189190" y="313962"/>
                    </a:moveTo>
                    <a:cubicBezTo>
                      <a:pt x="164770" y="314040"/>
                      <a:pt x="140857" y="307012"/>
                      <a:pt x="120348" y="293752"/>
                    </a:cubicBezTo>
                    <a:cubicBezTo>
                      <a:pt x="77061" y="265851"/>
                      <a:pt x="3916" y="206396"/>
                      <a:pt x="5" y="121778"/>
                    </a:cubicBezTo>
                    <a:cubicBezTo>
                      <a:pt x="-139" y="117866"/>
                      <a:pt x="2873" y="114554"/>
                      <a:pt x="6785" y="114346"/>
                    </a:cubicBezTo>
                    <a:cubicBezTo>
                      <a:pt x="10592" y="114124"/>
                      <a:pt x="13865" y="117045"/>
                      <a:pt x="14073" y="120852"/>
                    </a:cubicBezTo>
                    <a:cubicBezTo>
                      <a:pt x="14086" y="120943"/>
                      <a:pt x="14086" y="121034"/>
                      <a:pt x="14086" y="121126"/>
                    </a:cubicBezTo>
                    <a:cubicBezTo>
                      <a:pt x="17737" y="199355"/>
                      <a:pt x="86970" y="255550"/>
                      <a:pt x="128041" y="281888"/>
                    </a:cubicBezTo>
                    <a:cubicBezTo>
                      <a:pt x="146633" y="294130"/>
                      <a:pt x="168512" y="300402"/>
                      <a:pt x="190755" y="299881"/>
                    </a:cubicBezTo>
                    <a:lnTo>
                      <a:pt x="963273" y="289711"/>
                    </a:lnTo>
                    <a:lnTo>
                      <a:pt x="963273" y="131296"/>
                    </a:lnTo>
                    <a:lnTo>
                      <a:pt x="127910" y="13951"/>
                    </a:lnTo>
                    <a:cubicBezTo>
                      <a:pt x="128562" y="13951"/>
                      <a:pt x="66891" y="17211"/>
                      <a:pt x="50724" y="62323"/>
                    </a:cubicBezTo>
                    <a:cubicBezTo>
                      <a:pt x="49433" y="65987"/>
                      <a:pt x="45417" y="67916"/>
                      <a:pt x="41753" y="66639"/>
                    </a:cubicBezTo>
                    <a:cubicBezTo>
                      <a:pt x="41741" y="66626"/>
                      <a:pt x="41741" y="66626"/>
                      <a:pt x="41727" y="66626"/>
                    </a:cubicBezTo>
                    <a:cubicBezTo>
                      <a:pt x="38090" y="65217"/>
                      <a:pt x="36186" y="61202"/>
                      <a:pt x="37425" y="57499"/>
                    </a:cubicBezTo>
                    <a:cubicBezTo>
                      <a:pt x="56722" y="3390"/>
                      <a:pt x="125694" y="0"/>
                      <a:pt x="128693" y="0"/>
                    </a:cubicBezTo>
                    <a:lnTo>
                      <a:pt x="971227" y="117345"/>
                    </a:lnTo>
                    <a:cubicBezTo>
                      <a:pt x="974721" y="117853"/>
                      <a:pt x="977328" y="120852"/>
                      <a:pt x="977355" y="124385"/>
                    </a:cubicBezTo>
                    <a:lnTo>
                      <a:pt x="977355" y="296621"/>
                    </a:lnTo>
                    <a:cubicBezTo>
                      <a:pt x="977355" y="300454"/>
                      <a:pt x="974278" y="303596"/>
                      <a:pt x="970444" y="303662"/>
                    </a:cubicBezTo>
                    <a:lnTo>
                      <a:pt x="190885" y="313962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1833" name="Google Shape;1833;g3f3ba1429e3_0_2699"/>
              <p:cNvGrpSpPr/>
              <p:nvPr/>
            </p:nvGrpSpPr>
            <p:grpSpPr>
              <a:xfrm>
                <a:off x="5914287" y="3433041"/>
                <a:ext cx="962877" cy="299634"/>
                <a:chOff x="5914287" y="3433041"/>
                <a:chExt cx="962877" cy="299634"/>
              </a:xfrm>
            </p:grpSpPr>
            <p:sp>
              <p:nvSpPr>
                <p:cNvPr id="1834" name="Google Shape;1834;g3f3ba1429e3_0_2699"/>
                <p:cNvSpPr/>
                <p:nvPr/>
              </p:nvSpPr>
              <p:spPr>
                <a:xfrm>
                  <a:off x="5914287" y="3433041"/>
                  <a:ext cx="962877" cy="299634"/>
                </a:xfrm>
                <a:custGeom>
                  <a:rect b="b" l="l" r="r" t="t"/>
                  <a:pathLst>
                    <a:path extrusionOk="0" h="299634" w="962877">
                      <a:moveTo>
                        <a:pt x="121908" y="0"/>
                      </a:moveTo>
                      <a:cubicBezTo>
                        <a:pt x="121908" y="0"/>
                        <a:pt x="55022" y="2608"/>
                        <a:pt x="37029" y="52935"/>
                      </a:cubicBezTo>
                      <a:lnTo>
                        <a:pt x="0" y="114215"/>
                      </a:lnTo>
                      <a:cubicBezTo>
                        <a:pt x="3651" y="195053"/>
                        <a:pt x="73666" y="252551"/>
                        <a:pt x="117345" y="280584"/>
                      </a:cubicBezTo>
                      <a:cubicBezTo>
                        <a:pt x="137189" y="293361"/>
                        <a:pt x="160371" y="299985"/>
                        <a:pt x="183970" y="299620"/>
                      </a:cubicBezTo>
                      <a:lnTo>
                        <a:pt x="962877" y="289320"/>
                      </a:lnTo>
                      <a:lnTo>
                        <a:pt x="962877" y="158937"/>
                      </a:lnTo>
                      <a:cubicBezTo>
                        <a:pt x="946710" y="140422"/>
                        <a:pt x="931325" y="123473"/>
                        <a:pt x="920764" y="111869"/>
                      </a:cubicBezTo>
                      <a:lnTo>
                        <a:pt x="902901" y="109261"/>
                      </a:lnTo>
                      <a:lnTo>
                        <a:pt x="862874" y="246684"/>
                      </a:lnTo>
                      <a:cubicBezTo>
                        <a:pt x="862874" y="246684"/>
                        <a:pt x="395842" y="235993"/>
                        <a:pt x="255811" y="210829"/>
                      </a:cubicBezTo>
                      <a:cubicBezTo>
                        <a:pt x="115780" y="185665"/>
                        <a:pt x="72623" y="156981"/>
                        <a:pt x="68973" y="92311"/>
                      </a:cubicBezTo>
                      <a:cubicBezTo>
                        <a:pt x="67460" y="53939"/>
                        <a:pt x="88022" y="18071"/>
                        <a:pt x="121908" y="0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835" name="Google Shape;1835;g3f3ba1429e3_0_2699"/>
                <p:cNvSpPr/>
                <p:nvPr/>
              </p:nvSpPr>
              <p:spPr>
                <a:xfrm>
                  <a:off x="5914287" y="3433041"/>
                  <a:ext cx="962877" cy="299634"/>
                </a:xfrm>
                <a:custGeom>
                  <a:rect b="b" l="l" r="r" t="t"/>
                  <a:pathLst>
                    <a:path extrusionOk="0" h="299634" w="962877">
                      <a:moveTo>
                        <a:pt x="121908" y="0"/>
                      </a:moveTo>
                      <a:cubicBezTo>
                        <a:pt x="121908" y="0"/>
                        <a:pt x="55022" y="2608"/>
                        <a:pt x="37029" y="52935"/>
                      </a:cubicBezTo>
                      <a:lnTo>
                        <a:pt x="0" y="114215"/>
                      </a:lnTo>
                      <a:cubicBezTo>
                        <a:pt x="3651" y="195053"/>
                        <a:pt x="73666" y="252551"/>
                        <a:pt x="117345" y="280584"/>
                      </a:cubicBezTo>
                      <a:cubicBezTo>
                        <a:pt x="137189" y="293361"/>
                        <a:pt x="160371" y="299985"/>
                        <a:pt x="183970" y="299620"/>
                      </a:cubicBezTo>
                      <a:lnTo>
                        <a:pt x="962877" y="289320"/>
                      </a:lnTo>
                      <a:lnTo>
                        <a:pt x="962877" y="158937"/>
                      </a:lnTo>
                      <a:cubicBezTo>
                        <a:pt x="946710" y="140422"/>
                        <a:pt x="931325" y="123473"/>
                        <a:pt x="920764" y="111869"/>
                      </a:cubicBezTo>
                      <a:lnTo>
                        <a:pt x="902901" y="109261"/>
                      </a:lnTo>
                      <a:lnTo>
                        <a:pt x="862874" y="246684"/>
                      </a:lnTo>
                      <a:cubicBezTo>
                        <a:pt x="862874" y="246684"/>
                        <a:pt x="395842" y="235993"/>
                        <a:pt x="255811" y="210829"/>
                      </a:cubicBezTo>
                      <a:cubicBezTo>
                        <a:pt x="115780" y="185665"/>
                        <a:pt x="72623" y="156981"/>
                        <a:pt x="68973" y="92311"/>
                      </a:cubicBezTo>
                      <a:cubicBezTo>
                        <a:pt x="67460" y="53939"/>
                        <a:pt x="88022" y="18071"/>
                        <a:pt x="121908" y="0"/>
                      </a:cubicBezTo>
                      <a:close/>
                    </a:path>
                  </a:pathLst>
                </a:custGeom>
                <a:solidFill>
                  <a:srgbClr val="FFFFFF">
                    <a:alpha val="48627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1836" name="Google Shape;1836;g3f3ba1429e3_0_2699"/>
              <p:cNvSpPr/>
              <p:nvPr/>
            </p:nvSpPr>
            <p:spPr>
              <a:xfrm>
                <a:off x="6815885" y="3528007"/>
                <a:ext cx="489979" cy="253025"/>
              </a:xfrm>
              <a:custGeom>
                <a:rect b="b" l="l" r="r" t="t"/>
                <a:pathLst>
                  <a:path extrusionOk="0" h="253025" w="489979">
                    <a:moveTo>
                      <a:pt x="5346" y="1517"/>
                    </a:moveTo>
                    <a:lnTo>
                      <a:pt x="0" y="253025"/>
                    </a:lnTo>
                    <a:lnTo>
                      <a:pt x="256854" y="199829"/>
                    </a:lnTo>
                    <a:cubicBezTo>
                      <a:pt x="256854" y="199829"/>
                      <a:pt x="388150" y="210521"/>
                      <a:pt x="417616" y="207913"/>
                    </a:cubicBezTo>
                    <a:cubicBezTo>
                      <a:pt x="447083" y="205305"/>
                      <a:pt x="471204" y="162279"/>
                      <a:pt x="471204" y="140896"/>
                    </a:cubicBezTo>
                    <a:lnTo>
                      <a:pt x="471204" y="92655"/>
                    </a:lnTo>
                    <a:cubicBezTo>
                      <a:pt x="483094" y="83841"/>
                      <a:pt x="490057" y="69903"/>
                      <a:pt x="489979" y="55104"/>
                    </a:cubicBezTo>
                    <a:cubicBezTo>
                      <a:pt x="487371" y="33721"/>
                      <a:pt x="444475" y="20292"/>
                      <a:pt x="444475" y="20292"/>
                    </a:cubicBezTo>
                    <a:cubicBezTo>
                      <a:pt x="444475" y="20292"/>
                      <a:pt x="321263" y="-6567"/>
                      <a:pt x="286321" y="1517"/>
                    </a:cubicBezTo>
                    <a:cubicBezTo>
                      <a:pt x="251378" y="9601"/>
                      <a:pt x="5346" y="1517"/>
                      <a:pt x="5346" y="151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37" name="Google Shape;1837;g3f3ba1429e3_0_2699"/>
              <p:cNvSpPr/>
              <p:nvPr/>
            </p:nvSpPr>
            <p:spPr>
              <a:xfrm>
                <a:off x="6808844" y="3520839"/>
                <a:ext cx="504530" cy="268146"/>
              </a:xfrm>
              <a:custGeom>
                <a:rect b="b" l="l" r="r" t="t"/>
                <a:pathLst>
                  <a:path extrusionOk="0" h="268146" w="504530">
                    <a:moveTo>
                      <a:pt x="7041" y="267625"/>
                    </a:moveTo>
                    <a:cubicBezTo>
                      <a:pt x="5424" y="267651"/>
                      <a:pt x="3846" y="267091"/>
                      <a:pt x="2608" y="266061"/>
                    </a:cubicBezTo>
                    <a:cubicBezTo>
                      <a:pt x="965" y="264665"/>
                      <a:pt x="13" y="262619"/>
                      <a:pt x="0" y="260454"/>
                    </a:cubicBezTo>
                    <a:lnTo>
                      <a:pt x="5346" y="8555"/>
                    </a:lnTo>
                    <a:cubicBezTo>
                      <a:pt x="5450" y="6690"/>
                      <a:pt x="6232" y="4917"/>
                      <a:pt x="7562" y="3600"/>
                    </a:cubicBezTo>
                    <a:cubicBezTo>
                      <a:pt x="8840" y="2166"/>
                      <a:pt x="10730" y="1449"/>
                      <a:pt x="12647" y="1644"/>
                    </a:cubicBezTo>
                    <a:cubicBezTo>
                      <a:pt x="97657" y="4382"/>
                      <a:pt x="265329" y="8033"/>
                      <a:pt x="292188" y="1644"/>
                    </a:cubicBezTo>
                    <a:cubicBezTo>
                      <a:pt x="328174" y="-6700"/>
                      <a:pt x="448647" y="19376"/>
                      <a:pt x="453341" y="20419"/>
                    </a:cubicBezTo>
                    <a:cubicBezTo>
                      <a:pt x="458035" y="21462"/>
                      <a:pt x="501322" y="36065"/>
                      <a:pt x="504451" y="61229"/>
                    </a:cubicBezTo>
                    <a:cubicBezTo>
                      <a:pt x="505364" y="77618"/>
                      <a:pt x="498323" y="93434"/>
                      <a:pt x="485546" y="103734"/>
                    </a:cubicBezTo>
                    <a:lnTo>
                      <a:pt x="485546" y="148716"/>
                    </a:lnTo>
                    <a:cubicBezTo>
                      <a:pt x="485546" y="172185"/>
                      <a:pt x="459469" y="219514"/>
                      <a:pt x="425439" y="222774"/>
                    </a:cubicBezTo>
                    <a:cubicBezTo>
                      <a:pt x="396885" y="225381"/>
                      <a:pt x="277715" y="215863"/>
                      <a:pt x="264547" y="214820"/>
                    </a:cubicBezTo>
                    <a:lnTo>
                      <a:pt x="8214" y="268147"/>
                    </a:lnTo>
                    <a:close/>
                    <a:moveTo>
                      <a:pt x="19297" y="15986"/>
                    </a:moveTo>
                    <a:lnTo>
                      <a:pt x="14342" y="251849"/>
                    </a:lnTo>
                    <a:lnTo>
                      <a:pt x="262852" y="199696"/>
                    </a:lnTo>
                    <a:lnTo>
                      <a:pt x="264938" y="199696"/>
                    </a:lnTo>
                    <a:cubicBezTo>
                      <a:pt x="266242" y="199696"/>
                      <a:pt x="395321" y="210257"/>
                      <a:pt x="424396" y="207780"/>
                    </a:cubicBezTo>
                    <a:cubicBezTo>
                      <a:pt x="449821" y="205432"/>
                      <a:pt x="471595" y="166057"/>
                      <a:pt x="471595" y="147803"/>
                    </a:cubicBezTo>
                    <a:lnTo>
                      <a:pt x="471595" y="99562"/>
                    </a:lnTo>
                    <a:cubicBezTo>
                      <a:pt x="471595" y="97345"/>
                      <a:pt x="472664" y="95259"/>
                      <a:pt x="474463" y="93955"/>
                    </a:cubicBezTo>
                    <a:cubicBezTo>
                      <a:pt x="474463" y="93955"/>
                      <a:pt x="492586" y="79874"/>
                      <a:pt x="490500" y="62924"/>
                    </a:cubicBezTo>
                    <a:cubicBezTo>
                      <a:pt x="488805" y="49886"/>
                      <a:pt x="462338" y="37891"/>
                      <a:pt x="449821" y="33979"/>
                    </a:cubicBezTo>
                    <a:cubicBezTo>
                      <a:pt x="416573" y="26808"/>
                      <a:pt x="322697" y="8946"/>
                      <a:pt x="295448" y="15334"/>
                    </a:cubicBezTo>
                    <a:cubicBezTo>
                      <a:pt x="262982" y="23027"/>
                      <a:pt x="60889" y="17290"/>
                      <a:pt x="19297" y="1598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38" name="Google Shape;1838;g3f3ba1429e3_0_2699"/>
              <p:cNvSpPr/>
              <p:nvPr/>
            </p:nvSpPr>
            <p:spPr>
              <a:xfrm>
                <a:off x="5996317" y="2708886"/>
                <a:ext cx="490509" cy="356996"/>
              </a:xfrm>
              <a:custGeom>
                <a:rect b="b" l="l" r="r" t="t"/>
                <a:pathLst>
                  <a:path extrusionOk="0" h="356996" w="490509">
                    <a:moveTo>
                      <a:pt x="34533" y="356997"/>
                    </a:moveTo>
                    <a:lnTo>
                      <a:pt x="484615" y="150731"/>
                    </a:lnTo>
                    <a:cubicBezTo>
                      <a:pt x="484615" y="150731"/>
                      <a:pt x="503390" y="137693"/>
                      <a:pt x="473923" y="134564"/>
                    </a:cubicBezTo>
                    <a:cubicBezTo>
                      <a:pt x="444261" y="134459"/>
                      <a:pt x="414664" y="137158"/>
                      <a:pt x="385524" y="142647"/>
                    </a:cubicBezTo>
                    <a:cubicBezTo>
                      <a:pt x="385524" y="142647"/>
                      <a:pt x="290475" y="7440"/>
                      <a:pt x="271699" y="2095"/>
                    </a:cubicBezTo>
                    <a:cubicBezTo>
                      <a:pt x="252924" y="-3251"/>
                      <a:pt x="242233" y="2095"/>
                      <a:pt x="239625" y="12916"/>
                    </a:cubicBezTo>
                    <a:lnTo>
                      <a:pt x="236887" y="23608"/>
                    </a:lnTo>
                    <a:cubicBezTo>
                      <a:pt x="236887" y="23608"/>
                      <a:pt x="82775" y="67547"/>
                      <a:pt x="23711" y="145255"/>
                    </a:cubicBezTo>
                    <a:cubicBezTo>
                      <a:pt x="-35352" y="222963"/>
                      <a:pt x="34533" y="356997"/>
                      <a:pt x="34533" y="35699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39" name="Google Shape;1839;g3f3ba1429e3_0_2699"/>
              <p:cNvSpPr/>
              <p:nvPr/>
            </p:nvSpPr>
            <p:spPr>
              <a:xfrm>
                <a:off x="5989189" y="2701775"/>
                <a:ext cx="504812" cy="371148"/>
              </a:xfrm>
              <a:custGeom>
                <a:rect b="b" l="l" r="r" t="t"/>
                <a:pathLst>
                  <a:path extrusionOk="0" h="371148" w="504812">
                    <a:moveTo>
                      <a:pt x="41660" y="371148"/>
                    </a:moveTo>
                    <a:cubicBezTo>
                      <a:pt x="39027" y="371161"/>
                      <a:pt x="36615" y="369701"/>
                      <a:pt x="35402" y="367367"/>
                    </a:cubicBezTo>
                    <a:cubicBezTo>
                      <a:pt x="32403" y="361761"/>
                      <a:pt x="-35656" y="228509"/>
                      <a:pt x="25232" y="148194"/>
                    </a:cubicBezTo>
                    <a:cubicBezTo>
                      <a:pt x="80384" y="75570"/>
                      <a:pt x="212983" y="32674"/>
                      <a:pt x="238147" y="25112"/>
                    </a:cubicBezTo>
                    <a:lnTo>
                      <a:pt x="239842" y="18202"/>
                    </a:lnTo>
                    <a:cubicBezTo>
                      <a:pt x="241250" y="12100"/>
                      <a:pt x="245123" y="6859"/>
                      <a:pt x="250534" y="3729"/>
                    </a:cubicBezTo>
                    <a:cubicBezTo>
                      <a:pt x="260039" y="-743"/>
                      <a:pt x="270939" y="-1212"/>
                      <a:pt x="280782" y="2426"/>
                    </a:cubicBezTo>
                    <a:cubicBezTo>
                      <a:pt x="299688" y="7902"/>
                      <a:pt x="370486" y="106732"/>
                      <a:pt x="395780" y="142066"/>
                    </a:cubicBezTo>
                    <a:cubicBezTo>
                      <a:pt x="424099" y="136694"/>
                      <a:pt x="452888" y="134217"/>
                      <a:pt x="481702" y="134634"/>
                    </a:cubicBezTo>
                    <a:cubicBezTo>
                      <a:pt x="490308" y="135416"/>
                      <a:pt x="501912" y="137502"/>
                      <a:pt x="504389" y="146499"/>
                    </a:cubicBezTo>
                    <a:cubicBezTo>
                      <a:pt x="506866" y="155495"/>
                      <a:pt x="497740" y="162275"/>
                      <a:pt x="495914" y="163579"/>
                    </a:cubicBezTo>
                    <a:lnTo>
                      <a:pt x="494741" y="163579"/>
                    </a:lnTo>
                    <a:lnTo>
                      <a:pt x="44529" y="369844"/>
                    </a:lnTo>
                    <a:cubicBezTo>
                      <a:pt x="43707" y="370535"/>
                      <a:pt x="42717" y="370992"/>
                      <a:pt x="41660" y="371148"/>
                    </a:cubicBezTo>
                    <a:close/>
                    <a:moveTo>
                      <a:pt x="265528" y="14160"/>
                    </a:moveTo>
                    <a:cubicBezTo>
                      <a:pt x="262803" y="14056"/>
                      <a:pt x="260104" y="14682"/>
                      <a:pt x="257705" y="15985"/>
                    </a:cubicBezTo>
                    <a:cubicBezTo>
                      <a:pt x="255541" y="17198"/>
                      <a:pt x="254015" y="19297"/>
                      <a:pt x="253533" y="21722"/>
                    </a:cubicBezTo>
                    <a:lnTo>
                      <a:pt x="250925" y="32414"/>
                    </a:lnTo>
                    <a:cubicBezTo>
                      <a:pt x="250286" y="34865"/>
                      <a:pt x="248409" y="36795"/>
                      <a:pt x="245970" y="37499"/>
                    </a:cubicBezTo>
                    <a:cubicBezTo>
                      <a:pt x="244406" y="37499"/>
                      <a:pt x="93292" y="81829"/>
                      <a:pt x="36576" y="156669"/>
                    </a:cubicBezTo>
                    <a:cubicBezTo>
                      <a:pt x="-12188" y="220947"/>
                      <a:pt x="32664" y="328252"/>
                      <a:pt x="44920" y="354850"/>
                    </a:cubicBezTo>
                    <a:lnTo>
                      <a:pt x="488222" y="151714"/>
                    </a:lnTo>
                    <a:lnTo>
                      <a:pt x="489656" y="150410"/>
                    </a:lnTo>
                    <a:cubicBezTo>
                      <a:pt x="486683" y="149536"/>
                      <a:pt x="483619" y="148963"/>
                      <a:pt x="480529" y="148715"/>
                    </a:cubicBezTo>
                    <a:cubicBezTo>
                      <a:pt x="451532" y="148663"/>
                      <a:pt x="422587" y="151323"/>
                      <a:pt x="394085" y="156669"/>
                    </a:cubicBezTo>
                    <a:cubicBezTo>
                      <a:pt x="391373" y="157164"/>
                      <a:pt x="388635" y="156056"/>
                      <a:pt x="387045" y="153800"/>
                    </a:cubicBezTo>
                    <a:cubicBezTo>
                      <a:pt x="341541" y="88609"/>
                      <a:pt x="287954" y="20027"/>
                      <a:pt x="277001" y="15985"/>
                    </a:cubicBezTo>
                    <a:cubicBezTo>
                      <a:pt x="273273" y="14877"/>
                      <a:pt x="269413" y="14264"/>
                      <a:pt x="265528" y="1416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40" name="Google Shape;1840;g3f3ba1429e3_0_2699"/>
              <p:cNvSpPr/>
              <p:nvPr/>
            </p:nvSpPr>
            <p:spPr>
              <a:xfrm>
                <a:off x="6201260" y="2739601"/>
                <a:ext cx="65478" cy="193944"/>
              </a:xfrm>
              <a:custGeom>
                <a:rect b="b" l="l" r="r" t="t"/>
                <a:pathLst>
                  <a:path extrusionOk="0" h="193944" w="65478">
                    <a:moveTo>
                      <a:pt x="46938" y="193943"/>
                    </a:moveTo>
                    <a:cubicBezTo>
                      <a:pt x="44526" y="193917"/>
                      <a:pt x="42283" y="192692"/>
                      <a:pt x="40940" y="190684"/>
                    </a:cubicBezTo>
                    <a:cubicBezTo>
                      <a:pt x="36768" y="184165"/>
                      <a:pt x="0" y="125492"/>
                      <a:pt x="0" y="98112"/>
                    </a:cubicBezTo>
                    <a:cubicBezTo>
                      <a:pt x="0" y="73209"/>
                      <a:pt x="33769" y="52087"/>
                      <a:pt x="48633" y="44003"/>
                    </a:cubicBezTo>
                    <a:lnTo>
                      <a:pt x="31813" y="10364"/>
                    </a:lnTo>
                    <a:cubicBezTo>
                      <a:pt x="30079" y="6766"/>
                      <a:pt x="31605" y="2450"/>
                      <a:pt x="35203" y="716"/>
                    </a:cubicBezTo>
                    <a:cubicBezTo>
                      <a:pt x="38802" y="-1018"/>
                      <a:pt x="43117" y="507"/>
                      <a:pt x="44852" y="4106"/>
                    </a:cubicBezTo>
                    <a:lnTo>
                      <a:pt x="64931" y="44003"/>
                    </a:lnTo>
                    <a:cubicBezTo>
                      <a:pt x="65661" y="45750"/>
                      <a:pt x="65661" y="47732"/>
                      <a:pt x="64931" y="49479"/>
                    </a:cubicBezTo>
                    <a:cubicBezTo>
                      <a:pt x="64357" y="51292"/>
                      <a:pt x="63027" y="52765"/>
                      <a:pt x="61280" y="53521"/>
                    </a:cubicBezTo>
                    <a:cubicBezTo>
                      <a:pt x="49154" y="59388"/>
                      <a:pt x="14342" y="79598"/>
                      <a:pt x="14342" y="98112"/>
                    </a:cubicBezTo>
                    <a:cubicBezTo>
                      <a:pt x="14342" y="118191"/>
                      <a:pt x="42374" y="166172"/>
                      <a:pt x="53457" y="182991"/>
                    </a:cubicBezTo>
                    <a:cubicBezTo>
                      <a:pt x="55504" y="186316"/>
                      <a:pt x="54513" y="190658"/>
                      <a:pt x="51240" y="192770"/>
                    </a:cubicBezTo>
                    <a:cubicBezTo>
                      <a:pt x="49950" y="193552"/>
                      <a:pt x="48450" y="193969"/>
                      <a:pt x="46938" y="1939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41" name="Google Shape;1841;g3f3ba1429e3_0_2699"/>
              <p:cNvSpPr/>
              <p:nvPr/>
            </p:nvSpPr>
            <p:spPr>
              <a:xfrm>
                <a:off x="6059404" y="2824336"/>
                <a:ext cx="48897" cy="171277"/>
              </a:xfrm>
              <a:custGeom>
                <a:rect b="b" l="l" r="r" t="t"/>
                <a:pathLst>
                  <a:path extrusionOk="0" h="171277" w="48897">
                    <a:moveTo>
                      <a:pt x="42505" y="171271"/>
                    </a:moveTo>
                    <a:cubicBezTo>
                      <a:pt x="39923" y="171219"/>
                      <a:pt x="37563" y="169837"/>
                      <a:pt x="36246" y="167620"/>
                    </a:cubicBezTo>
                    <a:cubicBezTo>
                      <a:pt x="34812" y="164882"/>
                      <a:pt x="0" y="101255"/>
                      <a:pt x="0" y="66573"/>
                    </a:cubicBezTo>
                    <a:cubicBezTo>
                      <a:pt x="1187" y="42739"/>
                      <a:pt x="10379" y="20001"/>
                      <a:pt x="26077" y="2034"/>
                    </a:cubicBezTo>
                    <a:cubicBezTo>
                      <a:pt x="28815" y="-678"/>
                      <a:pt x="33248" y="-678"/>
                      <a:pt x="35986" y="2034"/>
                    </a:cubicBezTo>
                    <a:cubicBezTo>
                      <a:pt x="38724" y="4824"/>
                      <a:pt x="38724" y="9283"/>
                      <a:pt x="35986" y="12073"/>
                    </a:cubicBezTo>
                    <a:cubicBezTo>
                      <a:pt x="22635" y="27446"/>
                      <a:pt x="14707" y="46781"/>
                      <a:pt x="13429" y="67095"/>
                    </a:cubicBezTo>
                    <a:cubicBezTo>
                      <a:pt x="13429" y="98126"/>
                      <a:pt x="47720" y="160579"/>
                      <a:pt x="47981" y="161231"/>
                    </a:cubicBezTo>
                    <a:cubicBezTo>
                      <a:pt x="49897" y="164608"/>
                      <a:pt x="48711" y="168911"/>
                      <a:pt x="45334" y="170827"/>
                    </a:cubicBezTo>
                    <a:cubicBezTo>
                      <a:pt x="45308" y="170841"/>
                      <a:pt x="45269" y="170867"/>
                      <a:pt x="45243" y="170880"/>
                    </a:cubicBezTo>
                    <a:cubicBezTo>
                      <a:pt x="44356" y="171180"/>
                      <a:pt x="43430" y="171310"/>
                      <a:pt x="42505" y="17127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42" name="Google Shape;1842;g3f3ba1429e3_0_2699"/>
              <p:cNvSpPr/>
              <p:nvPr/>
            </p:nvSpPr>
            <p:spPr>
              <a:xfrm>
                <a:off x="6029008" y="2899900"/>
                <a:ext cx="272913" cy="133598"/>
              </a:xfrm>
              <a:custGeom>
                <a:rect b="b" l="l" r="r" t="t"/>
                <a:pathLst>
                  <a:path extrusionOk="0" h="133598" w="272913">
                    <a:moveTo>
                      <a:pt x="6405" y="133388"/>
                    </a:moveTo>
                    <a:cubicBezTo>
                      <a:pt x="2533" y="133036"/>
                      <a:pt x="-323" y="129607"/>
                      <a:pt x="29" y="125734"/>
                    </a:cubicBezTo>
                    <a:cubicBezTo>
                      <a:pt x="238" y="123505"/>
                      <a:pt x="1490" y="121510"/>
                      <a:pt x="3406" y="120349"/>
                    </a:cubicBezTo>
                    <a:lnTo>
                      <a:pt x="262738" y="658"/>
                    </a:lnTo>
                    <a:cubicBezTo>
                      <a:pt x="266336" y="-998"/>
                      <a:pt x="270600" y="580"/>
                      <a:pt x="272256" y="4178"/>
                    </a:cubicBezTo>
                    <a:cubicBezTo>
                      <a:pt x="273911" y="7777"/>
                      <a:pt x="272334" y="12040"/>
                      <a:pt x="268735" y="13696"/>
                    </a:cubicBezTo>
                    <a:lnTo>
                      <a:pt x="9274" y="133518"/>
                    </a:lnTo>
                    <a:cubicBezTo>
                      <a:pt x="8322" y="133662"/>
                      <a:pt x="7344" y="133609"/>
                      <a:pt x="6405" y="13338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43" name="Google Shape;1843;g3f3ba1429e3_0_2699"/>
              <p:cNvSpPr/>
              <p:nvPr/>
            </p:nvSpPr>
            <p:spPr>
              <a:xfrm>
                <a:off x="7044315" y="4966343"/>
                <a:ext cx="766259" cy="353207"/>
              </a:xfrm>
              <a:custGeom>
                <a:rect b="b" l="l" r="r" t="t"/>
                <a:pathLst>
                  <a:path extrusionOk="0" h="353207" w="766259">
                    <a:moveTo>
                      <a:pt x="765347" y="353207"/>
                    </a:moveTo>
                    <a:cubicBezTo>
                      <a:pt x="765347" y="345645"/>
                      <a:pt x="766260" y="337952"/>
                      <a:pt x="766260" y="330260"/>
                    </a:cubicBezTo>
                    <a:cubicBezTo>
                      <a:pt x="766260" y="147724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260"/>
                    </a:cubicBezTo>
                    <a:cubicBezTo>
                      <a:pt x="0" y="337952"/>
                      <a:pt x="0" y="345645"/>
                      <a:pt x="1043" y="3532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44" name="Google Shape;1844;g3f3ba1429e3_0_2699"/>
              <p:cNvSpPr/>
              <p:nvPr/>
            </p:nvSpPr>
            <p:spPr>
              <a:xfrm>
                <a:off x="7037275" y="4959693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9"/>
                    </a:moveTo>
                    <a:lnTo>
                      <a:pt x="8084" y="367289"/>
                    </a:lnTo>
                    <a:cubicBezTo>
                      <a:pt x="4394" y="367302"/>
                      <a:pt x="1317" y="364459"/>
                      <a:pt x="1043" y="360769"/>
                    </a:cubicBezTo>
                    <a:cubicBezTo>
                      <a:pt x="391" y="351904"/>
                      <a:pt x="0" y="344472"/>
                      <a:pt x="0" y="337300"/>
                    </a:cubicBezTo>
                    <a:cubicBezTo>
                      <a:pt x="0" y="151375"/>
                      <a:pt x="175104" y="0"/>
                      <a:pt x="390236" y="0"/>
                    </a:cubicBezTo>
                    <a:cubicBezTo>
                      <a:pt x="605367" y="0"/>
                      <a:pt x="780472" y="151375"/>
                      <a:pt x="780472" y="337300"/>
                    </a:cubicBezTo>
                    <a:cubicBezTo>
                      <a:pt x="780472" y="344341"/>
                      <a:pt x="780472" y="351904"/>
                      <a:pt x="779429" y="360769"/>
                    </a:cubicBezTo>
                    <a:cubicBezTo>
                      <a:pt x="779090" y="364420"/>
                      <a:pt x="776052" y="367236"/>
                      <a:pt x="772388" y="367289"/>
                    </a:cubicBezTo>
                    <a:close/>
                    <a:moveTo>
                      <a:pt x="14603" y="353207"/>
                    </a:moveTo>
                    <a:lnTo>
                      <a:pt x="765608" y="353207"/>
                    </a:lnTo>
                    <a:cubicBezTo>
                      <a:pt x="765608" y="347340"/>
                      <a:pt x="765608" y="342255"/>
                      <a:pt x="765608" y="337300"/>
                    </a:cubicBezTo>
                    <a:cubicBezTo>
                      <a:pt x="765608" y="159067"/>
                      <a:pt x="596893" y="14212"/>
                      <a:pt x="389584" y="14212"/>
                    </a:cubicBezTo>
                    <a:cubicBezTo>
                      <a:pt x="182275" y="14212"/>
                      <a:pt x="13429" y="159067"/>
                      <a:pt x="13429" y="337300"/>
                    </a:cubicBezTo>
                    <a:cubicBezTo>
                      <a:pt x="14081" y="342255"/>
                      <a:pt x="14342" y="347470"/>
                      <a:pt x="14603" y="35320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45" name="Google Shape;1845;g3f3ba1429e3_0_2699"/>
              <p:cNvSpPr/>
              <p:nvPr/>
            </p:nvSpPr>
            <p:spPr>
              <a:xfrm>
                <a:off x="7044315" y="4998156"/>
                <a:ext cx="766259" cy="353207"/>
              </a:xfrm>
              <a:custGeom>
                <a:rect b="b" l="l" r="r" t="t"/>
                <a:pathLst>
                  <a:path extrusionOk="0" h="353207" w="766259">
                    <a:moveTo>
                      <a:pt x="765347" y="353207"/>
                    </a:moveTo>
                    <a:cubicBezTo>
                      <a:pt x="765347" y="345514"/>
                      <a:pt x="766260" y="337952"/>
                      <a:pt x="766260" y="330260"/>
                    </a:cubicBezTo>
                    <a:cubicBezTo>
                      <a:pt x="766260" y="147724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260"/>
                    </a:cubicBezTo>
                    <a:cubicBezTo>
                      <a:pt x="0" y="337952"/>
                      <a:pt x="0" y="345514"/>
                      <a:pt x="1043" y="3532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46" name="Google Shape;1846;g3f3ba1429e3_0_2699"/>
              <p:cNvSpPr/>
              <p:nvPr/>
            </p:nvSpPr>
            <p:spPr>
              <a:xfrm>
                <a:off x="7037275" y="4991376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9"/>
                    </a:moveTo>
                    <a:lnTo>
                      <a:pt x="8084" y="367289"/>
                    </a:lnTo>
                    <a:cubicBezTo>
                      <a:pt x="4394" y="367302"/>
                      <a:pt x="1317" y="364459"/>
                      <a:pt x="1043" y="360769"/>
                    </a:cubicBezTo>
                    <a:cubicBezTo>
                      <a:pt x="391" y="351904"/>
                      <a:pt x="0" y="344341"/>
                      <a:pt x="0" y="337301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301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20"/>
                      <a:pt x="776052" y="367236"/>
                      <a:pt x="772388" y="367289"/>
                    </a:cubicBezTo>
                    <a:close/>
                    <a:moveTo>
                      <a:pt x="14603" y="353077"/>
                    </a:moveTo>
                    <a:lnTo>
                      <a:pt x="765608" y="353077"/>
                    </a:lnTo>
                    <a:cubicBezTo>
                      <a:pt x="765608" y="347340"/>
                      <a:pt x="765608" y="342125"/>
                      <a:pt x="765608" y="337301"/>
                    </a:cubicBezTo>
                    <a:cubicBezTo>
                      <a:pt x="765608" y="159067"/>
                      <a:pt x="596893" y="14082"/>
                      <a:pt x="389584" y="14082"/>
                    </a:cubicBezTo>
                    <a:cubicBezTo>
                      <a:pt x="182275" y="14082"/>
                      <a:pt x="14081" y="158676"/>
                      <a:pt x="14081" y="337040"/>
                    </a:cubicBezTo>
                    <a:cubicBezTo>
                      <a:pt x="14081" y="341994"/>
                      <a:pt x="14342" y="347079"/>
                      <a:pt x="14603" y="35281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47" name="Google Shape;1847;g3f3ba1429e3_0_2699"/>
              <p:cNvSpPr/>
              <p:nvPr/>
            </p:nvSpPr>
            <p:spPr>
              <a:xfrm>
                <a:off x="7112766" y="4998156"/>
                <a:ext cx="634572" cy="212914"/>
              </a:xfrm>
              <a:custGeom>
                <a:rect b="b" l="l" r="r" t="t"/>
                <a:pathLst>
                  <a:path extrusionOk="0" h="212914" w="634572">
                    <a:moveTo>
                      <a:pt x="314744" y="0"/>
                    </a:moveTo>
                    <a:cubicBezTo>
                      <a:pt x="184361" y="0"/>
                      <a:pt x="69233" y="56195"/>
                      <a:pt x="0" y="141987"/>
                    </a:cubicBezTo>
                    <a:lnTo>
                      <a:pt x="89834" y="212915"/>
                    </a:lnTo>
                    <a:cubicBezTo>
                      <a:pt x="184948" y="94892"/>
                      <a:pt x="357731" y="76326"/>
                      <a:pt x="475754" y="171440"/>
                    </a:cubicBezTo>
                    <a:cubicBezTo>
                      <a:pt x="491022" y="183735"/>
                      <a:pt x="504920" y="197647"/>
                      <a:pt x="517228" y="212915"/>
                    </a:cubicBezTo>
                    <a:lnTo>
                      <a:pt x="634573" y="147724"/>
                    </a:lnTo>
                    <a:cubicBezTo>
                      <a:pt x="565470" y="58672"/>
                      <a:pt x="447995" y="0"/>
                      <a:pt x="314744" y="0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48" name="Google Shape;1848;g3f3ba1429e3_0_2699"/>
              <p:cNvSpPr/>
              <p:nvPr/>
            </p:nvSpPr>
            <p:spPr>
              <a:xfrm>
                <a:off x="7105704" y="4991116"/>
                <a:ext cx="648138" cy="227127"/>
              </a:xfrm>
              <a:custGeom>
                <a:rect b="b" l="l" r="r" t="t"/>
                <a:pathLst>
                  <a:path extrusionOk="0" h="227127" w="648138">
                    <a:moveTo>
                      <a:pt x="524291" y="227127"/>
                    </a:moveTo>
                    <a:cubicBezTo>
                      <a:pt x="522127" y="227153"/>
                      <a:pt x="520093" y="226136"/>
                      <a:pt x="518815" y="224389"/>
                    </a:cubicBezTo>
                    <a:cubicBezTo>
                      <a:pt x="426139" y="109391"/>
                      <a:pt x="257802" y="91294"/>
                      <a:pt x="142804" y="183957"/>
                    </a:cubicBezTo>
                    <a:cubicBezTo>
                      <a:pt x="127915" y="195952"/>
                      <a:pt x="114368" y="209512"/>
                      <a:pt x="102373" y="224389"/>
                    </a:cubicBezTo>
                    <a:cubicBezTo>
                      <a:pt x="99974" y="227375"/>
                      <a:pt x="95632" y="227896"/>
                      <a:pt x="92594" y="225562"/>
                    </a:cubicBezTo>
                    <a:lnTo>
                      <a:pt x="2630" y="154504"/>
                    </a:lnTo>
                    <a:cubicBezTo>
                      <a:pt x="1169" y="153343"/>
                      <a:pt x="231" y="151661"/>
                      <a:pt x="22" y="149810"/>
                    </a:cubicBezTo>
                    <a:cubicBezTo>
                      <a:pt x="-121" y="147932"/>
                      <a:pt x="439" y="146081"/>
                      <a:pt x="1587" y="144595"/>
                    </a:cubicBezTo>
                    <a:cubicBezTo>
                      <a:pt x="74601" y="54109"/>
                      <a:pt x="194292" y="0"/>
                      <a:pt x="321807" y="0"/>
                    </a:cubicBezTo>
                    <a:cubicBezTo>
                      <a:pt x="452190" y="0"/>
                      <a:pt x="574098" y="56325"/>
                      <a:pt x="646721" y="150462"/>
                    </a:cubicBezTo>
                    <a:cubicBezTo>
                      <a:pt x="647907" y="152118"/>
                      <a:pt x="648377" y="154191"/>
                      <a:pt x="648025" y="156199"/>
                    </a:cubicBezTo>
                    <a:cubicBezTo>
                      <a:pt x="647621" y="158246"/>
                      <a:pt x="646330" y="160019"/>
                      <a:pt x="644504" y="161023"/>
                    </a:cubicBezTo>
                    <a:lnTo>
                      <a:pt x="527160" y="226214"/>
                    </a:lnTo>
                    <a:cubicBezTo>
                      <a:pt x="526273" y="226710"/>
                      <a:pt x="525295" y="227010"/>
                      <a:pt x="524291" y="227127"/>
                    </a:cubicBezTo>
                    <a:close/>
                    <a:moveTo>
                      <a:pt x="310594" y="110695"/>
                    </a:moveTo>
                    <a:cubicBezTo>
                      <a:pt x="393726" y="110552"/>
                      <a:pt x="472634" y="147332"/>
                      <a:pt x="525986" y="211090"/>
                    </a:cubicBezTo>
                    <a:lnTo>
                      <a:pt x="630293" y="152809"/>
                    </a:lnTo>
                    <a:cubicBezTo>
                      <a:pt x="559755" y="65843"/>
                      <a:pt x="445149" y="14212"/>
                      <a:pt x="321676" y="14212"/>
                    </a:cubicBezTo>
                    <a:cubicBezTo>
                      <a:pt x="201072" y="14212"/>
                      <a:pt x="87770" y="64149"/>
                      <a:pt x="16972" y="148115"/>
                    </a:cubicBezTo>
                    <a:lnTo>
                      <a:pt x="95202" y="210308"/>
                    </a:lnTo>
                    <a:cubicBezTo>
                      <a:pt x="148750" y="146889"/>
                      <a:pt x="227605" y="110421"/>
                      <a:pt x="310594" y="11069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49" name="Google Shape;1849;g3f3ba1429e3_0_2699"/>
              <p:cNvSpPr/>
              <p:nvPr/>
            </p:nvSpPr>
            <p:spPr>
              <a:xfrm>
                <a:off x="7299344" y="5229050"/>
                <a:ext cx="232733" cy="122313"/>
              </a:xfrm>
              <a:custGeom>
                <a:rect b="b" l="l" r="r" t="t"/>
                <a:pathLst>
                  <a:path extrusionOk="0" h="122313" w="232733">
                    <a:moveTo>
                      <a:pt x="232733" y="112535"/>
                    </a:moveTo>
                    <a:cubicBezTo>
                      <a:pt x="230582" y="48269"/>
                      <a:pt x="176734" y="-2085"/>
                      <a:pt x="112468" y="66"/>
                    </a:cubicBezTo>
                    <a:cubicBezTo>
                      <a:pt x="51227" y="2114"/>
                      <a:pt x="2047" y="51294"/>
                      <a:pt x="0" y="112535"/>
                    </a:cubicBezTo>
                    <a:cubicBezTo>
                      <a:pt x="0" y="115794"/>
                      <a:pt x="0" y="119054"/>
                      <a:pt x="0" y="122313"/>
                    </a:cubicBezTo>
                    <a:lnTo>
                      <a:pt x="231690" y="122313"/>
                    </a:lnTo>
                    <a:cubicBezTo>
                      <a:pt x="232472" y="119054"/>
                      <a:pt x="232733" y="115794"/>
                      <a:pt x="232733" y="1125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50" name="Google Shape;1850;g3f3ba1429e3_0_2699"/>
              <p:cNvSpPr/>
              <p:nvPr/>
            </p:nvSpPr>
            <p:spPr>
              <a:xfrm>
                <a:off x="7292825" y="5222387"/>
                <a:ext cx="246814" cy="136357"/>
              </a:xfrm>
              <a:custGeom>
                <a:rect b="b" l="l" r="r" t="t"/>
                <a:pathLst>
                  <a:path extrusionOk="0" h="136357" w="246814">
                    <a:moveTo>
                      <a:pt x="238731" y="136277"/>
                    </a:moveTo>
                    <a:lnTo>
                      <a:pt x="7041" y="136277"/>
                    </a:lnTo>
                    <a:cubicBezTo>
                      <a:pt x="3377" y="136225"/>
                      <a:pt x="339" y="133409"/>
                      <a:pt x="0" y="129758"/>
                    </a:cubicBezTo>
                    <a:cubicBezTo>
                      <a:pt x="0" y="126368"/>
                      <a:pt x="0" y="122978"/>
                      <a:pt x="0" y="119458"/>
                    </a:cubicBezTo>
                    <a:cubicBezTo>
                      <a:pt x="2216" y="51307"/>
                      <a:pt x="59259" y="-2150"/>
                      <a:pt x="127423" y="67"/>
                    </a:cubicBezTo>
                    <a:cubicBezTo>
                      <a:pt x="192458" y="2179"/>
                      <a:pt x="244703" y="54410"/>
                      <a:pt x="246815" y="119458"/>
                    </a:cubicBezTo>
                    <a:cubicBezTo>
                      <a:pt x="246815" y="122978"/>
                      <a:pt x="246815" y="126368"/>
                      <a:pt x="246815" y="129758"/>
                    </a:cubicBezTo>
                    <a:cubicBezTo>
                      <a:pt x="246567" y="133644"/>
                      <a:pt x="243229" y="136590"/>
                      <a:pt x="239344" y="136343"/>
                    </a:cubicBezTo>
                    <a:cubicBezTo>
                      <a:pt x="239135" y="136329"/>
                      <a:pt x="238939" y="136304"/>
                      <a:pt x="238731" y="136277"/>
                    </a:cubicBezTo>
                    <a:close/>
                    <a:moveTo>
                      <a:pt x="13690" y="122066"/>
                    </a:moveTo>
                    <a:lnTo>
                      <a:pt x="232212" y="122066"/>
                    </a:lnTo>
                    <a:lnTo>
                      <a:pt x="232212" y="119458"/>
                    </a:lnTo>
                    <a:cubicBezTo>
                      <a:pt x="232212" y="59117"/>
                      <a:pt x="183292" y="10197"/>
                      <a:pt x="122951" y="10197"/>
                    </a:cubicBezTo>
                    <a:cubicBezTo>
                      <a:pt x="62610" y="10197"/>
                      <a:pt x="13690" y="59117"/>
                      <a:pt x="13690" y="11945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</p:grpSp>
      <p:sp>
        <p:nvSpPr>
          <p:cNvPr id="1851" name="Google Shape;1851;g3f3ba1429e3_0_2699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852" name="Google Shape;1852;g3f3ba1429e3_0_2699"/>
          <p:cNvSpPr txBox="1"/>
          <p:nvPr>
            <p:ph type="title"/>
          </p:nvPr>
        </p:nvSpPr>
        <p:spPr>
          <a:xfrm>
            <a:off x="2956267" y="691450"/>
            <a:ext cx="557400" cy="9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b="0" i="0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b="0" i="0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b="0" i="0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b="0" i="0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b="0" i="0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b="0" i="0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b="0" i="0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b="0" i="0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b="0" i="0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ke 2">
  <p:cSld name="Make_2"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4" name="Google Shape;1854;g3f3ba1429e3_0_2817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1855" name="Google Shape;1855;g3f3ba1429e3_0_2817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1856" name="Google Shape;1856;g3f3ba1429e3_0_2817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1857" name="Google Shape;1857;g3f3ba1429e3_0_2817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58" name="Google Shape;1858;g3f3ba1429e3_0_2817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59" name="Google Shape;1859;g3f3ba1429e3_0_2817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60" name="Google Shape;1860;g3f3ba1429e3_0_2817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1861" name="Google Shape;1861;g3f3ba1429e3_0_2817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862" name="Google Shape;1862;g3f3ba1429e3_0_2817"/>
          <p:cNvSpPr txBox="1"/>
          <p:nvPr/>
        </p:nvSpPr>
        <p:spPr>
          <a:xfrm>
            <a:off x="680025" y="702900"/>
            <a:ext cx="24738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Activity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63" name="Google Shape;1863;g3f3ba1429e3_0_2817"/>
          <p:cNvGrpSpPr/>
          <p:nvPr/>
        </p:nvGrpSpPr>
        <p:grpSpPr>
          <a:xfrm>
            <a:off x="5941746" y="1054485"/>
            <a:ext cx="4147720" cy="4749029"/>
            <a:chOff x="5329188" y="1014865"/>
            <a:chExt cx="4147720" cy="4749029"/>
          </a:xfrm>
        </p:grpSpPr>
        <p:grpSp>
          <p:nvGrpSpPr>
            <p:cNvPr id="1864" name="Google Shape;1864;g3f3ba1429e3_0_2817"/>
            <p:cNvGrpSpPr/>
            <p:nvPr/>
          </p:nvGrpSpPr>
          <p:grpSpPr>
            <a:xfrm>
              <a:off x="5329188" y="1014865"/>
              <a:ext cx="4147720" cy="3894027"/>
              <a:chOff x="5329188" y="1014865"/>
              <a:chExt cx="4147720" cy="3894027"/>
            </a:xfrm>
          </p:grpSpPr>
          <p:sp>
            <p:nvSpPr>
              <p:cNvPr id="1865" name="Google Shape;1865;g3f3ba1429e3_0_2817"/>
              <p:cNvSpPr/>
              <p:nvPr/>
            </p:nvSpPr>
            <p:spPr>
              <a:xfrm>
                <a:off x="5329188" y="1014865"/>
                <a:ext cx="4147720" cy="3894027"/>
              </a:xfrm>
              <a:custGeom>
                <a:rect b="b" l="l" r="r" t="t"/>
                <a:pathLst>
                  <a:path extrusionOk="0" h="3894027" w="4147720">
                    <a:moveTo>
                      <a:pt x="3657049" y="1315659"/>
                    </a:moveTo>
                    <a:cubicBezTo>
                      <a:pt x="3546876" y="1183842"/>
                      <a:pt x="3430966" y="1054894"/>
                      <a:pt x="3325356" y="919165"/>
                    </a:cubicBezTo>
                    <a:cubicBezTo>
                      <a:pt x="3016087" y="520976"/>
                      <a:pt x="2609293" y="137520"/>
                      <a:pt x="2095585" y="30345"/>
                    </a:cubicBezTo>
                    <a:cubicBezTo>
                      <a:pt x="1575488" y="-78133"/>
                      <a:pt x="956430" y="106358"/>
                      <a:pt x="642598" y="549660"/>
                    </a:cubicBezTo>
                    <a:cubicBezTo>
                      <a:pt x="433986" y="844195"/>
                      <a:pt x="352497" y="1210179"/>
                      <a:pt x="345195" y="1566646"/>
                    </a:cubicBezTo>
                    <a:cubicBezTo>
                      <a:pt x="341936" y="1729364"/>
                      <a:pt x="369838" y="1893777"/>
                      <a:pt x="343631" y="2055582"/>
                    </a:cubicBezTo>
                    <a:cubicBezTo>
                      <a:pt x="314686" y="2233554"/>
                      <a:pt x="214812" y="2389622"/>
                      <a:pt x="127456" y="2543866"/>
                    </a:cubicBezTo>
                    <a:cubicBezTo>
                      <a:pt x="11937" y="2747915"/>
                      <a:pt x="-37869" y="2972564"/>
                      <a:pt x="32276" y="3202559"/>
                    </a:cubicBezTo>
                    <a:cubicBezTo>
                      <a:pt x="190952" y="3722135"/>
                      <a:pt x="907406" y="3963604"/>
                      <a:pt x="1399601" y="3876639"/>
                    </a:cubicBezTo>
                    <a:cubicBezTo>
                      <a:pt x="1667929" y="3829179"/>
                      <a:pt x="1913831" y="3699188"/>
                      <a:pt x="2173814" y="3617177"/>
                    </a:cubicBezTo>
                    <a:cubicBezTo>
                      <a:pt x="2388164" y="3549508"/>
                      <a:pt x="2608771" y="3529820"/>
                      <a:pt x="2826641" y="3594490"/>
                    </a:cubicBezTo>
                    <a:cubicBezTo>
                      <a:pt x="3323139" y="3741823"/>
                      <a:pt x="3831632" y="3487837"/>
                      <a:pt x="4041939" y="3020806"/>
                    </a:cubicBezTo>
                    <a:cubicBezTo>
                      <a:pt x="4295795" y="2457030"/>
                      <a:pt x="4058237" y="1816851"/>
                      <a:pt x="3694600" y="1361945"/>
                    </a:cubicBezTo>
                    <a:cubicBezTo>
                      <a:pt x="3682213" y="1346038"/>
                      <a:pt x="3669827" y="1330784"/>
                      <a:pt x="3657049" y="1315659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66" name="Google Shape;1866;g3f3ba1429e3_0_2817"/>
              <p:cNvSpPr/>
              <p:nvPr/>
            </p:nvSpPr>
            <p:spPr>
              <a:xfrm>
                <a:off x="5329188" y="1014865"/>
                <a:ext cx="4147720" cy="3894027"/>
              </a:xfrm>
              <a:custGeom>
                <a:rect b="b" l="l" r="r" t="t"/>
                <a:pathLst>
                  <a:path extrusionOk="0" h="3894027" w="4147720">
                    <a:moveTo>
                      <a:pt x="3657049" y="1315659"/>
                    </a:moveTo>
                    <a:cubicBezTo>
                      <a:pt x="3546876" y="1183842"/>
                      <a:pt x="3430966" y="1054894"/>
                      <a:pt x="3325356" y="919165"/>
                    </a:cubicBezTo>
                    <a:cubicBezTo>
                      <a:pt x="3016087" y="520976"/>
                      <a:pt x="2609293" y="137520"/>
                      <a:pt x="2095585" y="30345"/>
                    </a:cubicBezTo>
                    <a:cubicBezTo>
                      <a:pt x="1575488" y="-78133"/>
                      <a:pt x="956430" y="106358"/>
                      <a:pt x="642598" y="549660"/>
                    </a:cubicBezTo>
                    <a:cubicBezTo>
                      <a:pt x="433986" y="844195"/>
                      <a:pt x="352497" y="1210179"/>
                      <a:pt x="345195" y="1566646"/>
                    </a:cubicBezTo>
                    <a:cubicBezTo>
                      <a:pt x="341936" y="1729364"/>
                      <a:pt x="369838" y="1893777"/>
                      <a:pt x="343631" y="2055582"/>
                    </a:cubicBezTo>
                    <a:cubicBezTo>
                      <a:pt x="314686" y="2233554"/>
                      <a:pt x="214812" y="2389622"/>
                      <a:pt x="127456" y="2543866"/>
                    </a:cubicBezTo>
                    <a:cubicBezTo>
                      <a:pt x="11937" y="2747915"/>
                      <a:pt x="-37869" y="2972564"/>
                      <a:pt x="32276" y="3202559"/>
                    </a:cubicBezTo>
                    <a:cubicBezTo>
                      <a:pt x="190952" y="3722135"/>
                      <a:pt x="907406" y="3963604"/>
                      <a:pt x="1399601" y="3876639"/>
                    </a:cubicBezTo>
                    <a:cubicBezTo>
                      <a:pt x="1667929" y="3829179"/>
                      <a:pt x="1913831" y="3699188"/>
                      <a:pt x="2173814" y="3617177"/>
                    </a:cubicBezTo>
                    <a:cubicBezTo>
                      <a:pt x="2388164" y="3549508"/>
                      <a:pt x="2608771" y="3529820"/>
                      <a:pt x="2826641" y="3594490"/>
                    </a:cubicBezTo>
                    <a:cubicBezTo>
                      <a:pt x="3323139" y="3741823"/>
                      <a:pt x="3831632" y="3487837"/>
                      <a:pt x="4041939" y="3020806"/>
                    </a:cubicBezTo>
                    <a:cubicBezTo>
                      <a:pt x="4295795" y="2457030"/>
                      <a:pt x="4058237" y="1816851"/>
                      <a:pt x="3694600" y="1361945"/>
                    </a:cubicBezTo>
                    <a:cubicBezTo>
                      <a:pt x="3682213" y="1346038"/>
                      <a:pt x="3669827" y="1330784"/>
                      <a:pt x="3657049" y="1315659"/>
                    </a:cubicBezTo>
                    <a:close/>
                  </a:path>
                </a:pathLst>
              </a:custGeom>
              <a:solidFill>
                <a:srgbClr val="FFFFFF">
                  <a:alpha val="6862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1867" name="Google Shape;1867;g3f3ba1429e3_0_2817"/>
            <p:cNvGrpSpPr/>
            <p:nvPr/>
          </p:nvGrpSpPr>
          <p:grpSpPr>
            <a:xfrm>
              <a:off x="5474376" y="5044181"/>
              <a:ext cx="3724515" cy="719713"/>
              <a:chOff x="5474376" y="5044181"/>
              <a:chExt cx="3724515" cy="719713"/>
            </a:xfrm>
          </p:grpSpPr>
          <p:sp>
            <p:nvSpPr>
              <p:cNvPr id="1868" name="Google Shape;1868;g3f3ba1429e3_0_2817"/>
              <p:cNvSpPr/>
              <p:nvPr/>
            </p:nvSpPr>
            <p:spPr>
              <a:xfrm>
                <a:off x="5474376" y="5044181"/>
                <a:ext cx="3724515" cy="719713"/>
              </a:xfrm>
              <a:custGeom>
                <a:rect b="b" l="l" r="r" t="t"/>
                <a:pathLst>
                  <a:path extrusionOk="0" h="719713" w="3724515">
                    <a:moveTo>
                      <a:pt x="3724516" y="359857"/>
                    </a:moveTo>
                    <a:cubicBezTo>
                      <a:pt x="3724516" y="558600"/>
                      <a:pt x="2890755" y="719713"/>
                      <a:pt x="1862258" y="719713"/>
                    </a:cubicBezTo>
                    <a:cubicBezTo>
                      <a:pt x="833761" y="719713"/>
                      <a:pt x="0" y="558600"/>
                      <a:pt x="0" y="359857"/>
                    </a:cubicBezTo>
                    <a:cubicBezTo>
                      <a:pt x="0" y="161113"/>
                      <a:pt x="833761" y="0"/>
                      <a:pt x="1862258" y="0"/>
                    </a:cubicBezTo>
                    <a:cubicBezTo>
                      <a:pt x="2890755" y="0"/>
                      <a:pt x="3724516" y="161113"/>
                      <a:pt x="3724516" y="35985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69" name="Google Shape;1869;g3f3ba1429e3_0_2817"/>
              <p:cNvSpPr/>
              <p:nvPr/>
            </p:nvSpPr>
            <p:spPr>
              <a:xfrm>
                <a:off x="5474376" y="5044181"/>
                <a:ext cx="3724515" cy="719713"/>
              </a:xfrm>
              <a:custGeom>
                <a:rect b="b" l="l" r="r" t="t"/>
                <a:pathLst>
                  <a:path extrusionOk="0" h="719713" w="3724515">
                    <a:moveTo>
                      <a:pt x="3724516" y="359857"/>
                    </a:moveTo>
                    <a:cubicBezTo>
                      <a:pt x="3724516" y="558600"/>
                      <a:pt x="2890755" y="719713"/>
                      <a:pt x="1862258" y="719713"/>
                    </a:cubicBezTo>
                    <a:cubicBezTo>
                      <a:pt x="833761" y="719713"/>
                      <a:pt x="0" y="558600"/>
                      <a:pt x="0" y="359857"/>
                    </a:cubicBezTo>
                    <a:cubicBezTo>
                      <a:pt x="0" y="161113"/>
                      <a:pt x="833761" y="0"/>
                      <a:pt x="1862258" y="0"/>
                    </a:cubicBezTo>
                    <a:cubicBezTo>
                      <a:pt x="2890755" y="0"/>
                      <a:pt x="3724516" y="161113"/>
                      <a:pt x="3724516" y="359857"/>
                    </a:cubicBezTo>
                    <a:close/>
                  </a:path>
                </a:pathLst>
              </a:custGeom>
              <a:solidFill>
                <a:srgbClr val="FFFFFF">
                  <a:alpha val="4862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1870" name="Google Shape;1870;g3f3ba1429e3_0_2817"/>
            <p:cNvGrpSpPr/>
            <p:nvPr/>
          </p:nvGrpSpPr>
          <p:grpSpPr>
            <a:xfrm>
              <a:off x="6679374" y="3857046"/>
              <a:ext cx="1534214" cy="247727"/>
              <a:chOff x="6679374" y="3857046"/>
              <a:chExt cx="1534214" cy="247727"/>
            </a:xfrm>
          </p:grpSpPr>
          <p:sp>
            <p:nvSpPr>
              <p:cNvPr id="1871" name="Google Shape;1871;g3f3ba1429e3_0_2817"/>
              <p:cNvSpPr/>
              <p:nvPr/>
            </p:nvSpPr>
            <p:spPr>
              <a:xfrm>
                <a:off x="6685893" y="3863565"/>
                <a:ext cx="1521176" cy="234689"/>
              </a:xfrm>
              <a:custGeom>
                <a:rect b="b" l="l" r="r" t="t"/>
                <a:pathLst>
                  <a:path extrusionOk="0" h="234689" w="1521176">
                    <a:moveTo>
                      <a:pt x="1460287" y="0"/>
                    </a:moveTo>
                    <a:cubicBezTo>
                      <a:pt x="1493915" y="0"/>
                      <a:pt x="1521176" y="0"/>
                      <a:pt x="1521176" y="0"/>
                    </a:cubicBezTo>
                    <a:lnTo>
                      <a:pt x="1521176" y="234689"/>
                    </a:lnTo>
                    <a:cubicBezTo>
                      <a:pt x="1521176" y="234689"/>
                      <a:pt x="1493916" y="234689"/>
                      <a:pt x="1460287" y="234689"/>
                    </a:cubicBezTo>
                    <a:lnTo>
                      <a:pt x="60889" y="234689"/>
                    </a:lnTo>
                    <a:cubicBezTo>
                      <a:pt x="27261" y="234689"/>
                      <a:pt x="0" y="234689"/>
                      <a:pt x="0" y="234689"/>
                    </a:cubicBezTo>
                    <a:lnTo>
                      <a:pt x="0" y="0"/>
                    </a:lnTo>
                    <a:cubicBezTo>
                      <a:pt x="0" y="0"/>
                      <a:pt x="27261" y="0"/>
                      <a:pt x="6088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72" name="Google Shape;1872;g3f3ba1429e3_0_2817"/>
              <p:cNvSpPr/>
              <p:nvPr/>
            </p:nvSpPr>
            <p:spPr>
              <a:xfrm>
                <a:off x="6679374" y="3857046"/>
                <a:ext cx="1534214" cy="247727"/>
              </a:xfrm>
              <a:custGeom>
                <a:rect b="b" l="l" r="r" t="t"/>
                <a:pathLst>
                  <a:path extrusionOk="0" h="247727" w="1534214">
                    <a:moveTo>
                      <a:pt x="1466807" y="247727"/>
                    </a:moveTo>
                    <a:lnTo>
                      <a:pt x="67408" y="247727"/>
                    </a:lnTo>
                    <a:cubicBezTo>
                      <a:pt x="30236" y="247727"/>
                      <a:pt x="78" y="217622"/>
                      <a:pt x="0" y="180450"/>
                    </a:cubicBezTo>
                    <a:lnTo>
                      <a:pt x="0" y="67408"/>
                    </a:lnTo>
                    <a:cubicBezTo>
                      <a:pt x="78" y="30210"/>
                      <a:pt x="30210" y="78"/>
                      <a:pt x="67408" y="0"/>
                    </a:cubicBezTo>
                    <a:lnTo>
                      <a:pt x="1466807" y="0"/>
                    </a:lnTo>
                    <a:cubicBezTo>
                      <a:pt x="1504005" y="65"/>
                      <a:pt x="1534136" y="30210"/>
                      <a:pt x="1534215" y="67408"/>
                    </a:cubicBezTo>
                    <a:lnTo>
                      <a:pt x="1534215" y="180450"/>
                    </a:lnTo>
                    <a:cubicBezTo>
                      <a:pt x="1534136" y="217622"/>
                      <a:pt x="1503979" y="247727"/>
                      <a:pt x="1466807" y="247727"/>
                    </a:cubicBezTo>
                    <a:close/>
                    <a:moveTo>
                      <a:pt x="67408" y="13038"/>
                    </a:moveTo>
                    <a:cubicBezTo>
                      <a:pt x="37381" y="13038"/>
                      <a:pt x="13038" y="37381"/>
                      <a:pt x="13038" y="67408"/>
                    </a:cubicBezTo>
                    <a:lnTo>
                      <a:pt x="13038" y="180450"/>
                    </a:lnTo>
                    <a:cubicBezTo>
                      <a:pt x="13116" y="210425"/>
                      <a:pt x="37433" y="234689"/>
                      <a:pt x="67408" y="234689"/>
                    </a:cubicBezTo>
                    <a:lnTo>
                      <a:pt x="1466807" y="234689"/>
                    </a:lnTo>
                    <a:cubicBezTo>
                      <a:pt x="1496782" y="234689"/>
                      <a:pt x="1521098" y="210425"/>
                      <a:pt x="1521176" y="180450"/>
                    </a:cubicBezTo>
                    <a:lnTo>
                      <a:pt x="1521176" y="67408"/>
                    </a:lnTo>
                    <a:cubicBezTo>
                      <a:pt x="1521176" y="37381"/>
                      <a:pt x="1496834" y="13038"/>
                      <a:pt x="1466807" y="1303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73" name="Google Shape;1873;g3f3ba1429e3_0_2817"/>
              <p:cNvSpPr/>
              <p:nvPr/>
            </p:nvSpPr>
            <p:spPr>
              <a:xfrm>
                <a:off x="674678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74" name="Google Shape;1874;g3f3ba1429e3_0_2817"/>
              <p:cNvSpPr/>
              <p:nvPr/>
            </p:nvSpPr>
            <p:spPr>
              <a:xfrm>
                <a:off x="686595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75" name="Google Shape;1875;g3f3ba1429e3_0_2817"/>
              <p:cNvSpPr/>
              <p:nvPr/>
            </p:nvSpPr>
            <p:spPr>
              <a:xfrm>
                <a:off x="698512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76" name="Google Shape;1876;g3f3ba1429e3_0_2817"/>
              <p:cNvSpPr/>
              <p:nvPr/>
            </p:nvSpPr>
            <p:spPr>
              <a:xfrm>
                <a:off x="710429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77" name="Google Shape;1877;g3f3ba1429e3_0_2817"/>
              <p:cNvSpPr/>
              <p:nvPr/>
            </p:nvSpPr>
            <p:spPr>
              <a:xfrm>
                <a:off x="722346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78" name="Google Shape;1878;g3f3ba1429e3_0_2817"/>
              <p:cNvSpPr/>
              <p:nvPr/>
            </p:nvSpPr>
            <p:spPr>
              <a:xfrm>
                <a:off x="734263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79" name="Google Shape;1879;g3f3ba1429e3_0_2817"/>
              <p:cNvSpPr/>
              <p:nvPr/>
            </p:nvSpPr>
            <p:spPr>
              <a:xfrm>
                <a:off x="746180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0" y="0"/>
                    </a:lnTo>
                    <a:lnTo>
                      <a:pt x="95570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80" name="Google Shape;1880;g3f3ba1429e3_0_2817"/>
              <p:cNvSpPr/>
              <p:nvPr/>
            </p:nvSpPr>
            <p:spPr>
              <a:xfrm>
                <a:off x="758097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1881" name="Google Shape;1881;g3f3ba1429e3_0_2817"/>
            <p:cNvGrpSpPr/>
            <p:nvPr/>
          </p:nvGrpSpPr>
          <p:grpSpPr>
            <a:xfrm>
              <a:off x="6150150" y="1372824"/>
              <a:ext cx="1654036" cy="1634647"/>
              <a:chOff x="6150150" y="1372824"/>
              <a:chExt cx="1654036" cy="1634647"/>
            </a:xfrm>
          </p:grpSpPr>
          <p:sp>
            <p:nvSpPr>
              <p:cNvPr id="1882" name="Google Shape;1882;g3f3ba1429e3_0_2817"/>
              <p:cNvSpPr/>
              <p:nvPr/>
            </p:nvSpPr>
            <p:spPr>
              <a:xfrm>
                <a:off x="6318474" y="1530234"/>
                <a:ext cx="1462504" cy="1469935"/>
              </a:xfrm>
              <a:custGeom>
                <a:rect b="b" l="l" r="r" t="t"/>
                <a:pathLst>
                  <a:path extrusionOk="0" h="1469935" w="1462504">
                    <a:moveTo>
                      <a:pt x="1337206" y="738358"/>
                    </a:moveTo>
                    <a:lnTo>
                      <a:pt x="1462504" y="681250"/>
                    </a:lnTo>
                    <a:lnTo>
                      <a:pt x="1436428" y="530788"/>
                    </a:lnTo>
                    <a:lnTo>
                      <a:pt x="1298222" y="520097"/>
                    </a:lnTo>
                    <a:cubicBezTo>
                      <a:pt x="1280594" y="473954"/>
                      <a:pt x="1257334" y="430159"/>
                      <a:pt x="1228989" y="389714"/>
                    </a:cubicBezTo>
                    <a:lnTo>
                      <a:pt x="1300308" y="269371"/>
                    </a:lnTo>
                    <a:lnTo>
                      <a:pt x="1192221" y="161283"/>
                    </a:lnTo>
                    <a:lnTo>
                      <a:pt x="1070965" y="233385"/>
                    </a:lnTo>
                    <a:cubicBezTo>
                      <a:pt x="1001119" y="185835"/>
                      <a:pt x="922041" y="153539"/>
                      <a:pt x="838883" y="138597"/>
                    </a:cubicBezTo>
                    <a:lnTo>
                      <a:pt x="803941" y="0"/>
                    </a:lnTo>
                    <a:lnTo>
                      <a:pt x="651132" y="0"/>
                    </a:lnTo>
                    <a:lnTo>
                      <a:pt x="615929" y="139379"/>
                    </a:lnTo>
                    <a:cubicBezTo>
                      <a:pt x="568587" y="148415"/>
                      <a:pt x="522496" y="163083"/>
                      <a:pt x="478635" y="183057"/>
                    </a:cubicBezTo>
                    <a:lnTo>
                      <a:pt x="369375" y="88530"/>
                    </a:lnTo>
                    <a:lnTo>
                      <a:pt x="244337" y="176147"/>
                    </a:lnTo>
                    <a:lnTo>
                      <a:pt x="296491" y="311354"/>
                    </a:lnTo>
                    <a:cubicBezTo>
                      <a:pt x="262839" y="345684"/>
                      <a:pt x="233385" y="383899"/>
                      <a:pt x="208743" y="425178"/>
                    </a:cubicBezTo>
                    <a:lnTo>
                      <a:pt x="65322" y="410315"/>
                    </a:lnTo>
                    <a:lnTo>
                      <a:pt x="13169" y="553736"/>
                    </a:lnTo>
                    <a:lnTo>
                      <a:pt x="132208" y="634443"/>
                    </a:lnTo>
                    <a:cubicBezTo>
                      <a:pt x="126498" y="667951"/>
                      <a:pt x="123616" y="701890"/>
                      <a:pt x="123603" y="735881"/>
                    </a:cubicBezTo>
                    <a:cubicBezTo>
                      <a:pt x="123603" y="750353"/>
                      <a:pt x="123603" y="764565"/>
                      <a:pt x="125298" y="778777"/>
                    </a:cubicBezTo>
                    <a:lnTo>
                      <a:pt x="0" y="848662"/>
                    </a:lnTo>
                    <a:lnTo>
                      <a:pt x="39115" y="996255"/>
                    </a:lnTo>
                    <a:lnTo>
                      <a:pt x="180971" y="994430"/>
                    </a:lnTo>
                    <a:cubicBezTo>
                      <a:pt x="201989" y="1038708"/>
                      <a:pt x="228261" y="1080287"/>
                      <a:pt x="259201" y="1118293"/>
                    </a:cubicBezTo>
                    <a:lnTo>
                      <a:pt x="197921" y="1245417"/>
                    </a:lnTo>
                    <a:lnTo>
                      <a:pt x="315266" y="1343595"/>
                    </a:lnTo>
                    <a:lnTo>
                      <a:pt x="428699" y="1262367"/>
                    </a:lnTo>
                    <a:cubicBezTo>
                      <a:pt x="471647" y="1287165"/>
                      <a:pt x="517503" y="1306566"/>
                      <a:pt x="565210" y="1320126"/>
                    </a:cubicBezTo>
                    <a:lnTo>
                      <a:pt x="588027" y="1456898"/>
                    </a:lnTo>
                    <a:lnTo>
                      <a:pt x="740183" y="1469936"/>
                    </a:lnTo>
                    <a:lnTo>
                      <a:pt x="786078" y="1340466"/>
                    </a:lnTo>
                    <a:cubicBezTo>
                      <a:pt x="836028" y="1336020"/>
                      <a:pt x="885208" y="1325328"/>
                      <a:pt x="932498" y="1308652"/>
                    </a:cubicBezTo>
                    <a:lnTo>
                      <a:pt x="1028460" y="1406309"/>
                    </a:lnTo>
                    <a:lnTo>
                      <a:pt x="1160798" y="1329905"/>
                    </a:lnTo>
                    <a:lnTo>
                      <a:pt x="1124422" y="1198349"/>
                    </a:lnTo>
                    <a:cubicBezTo>
                      <a:pt x="1162780" y="1165766"/>
                      <a:pt x="1196940" y="1128529"/>
                      <a:pt x="1226120" y="1087523"/>
                    </a:cubicBezTo>
                    <a:lnTo>
                      <a:pt x="1360545" y="1112296"/>
                    </a:lnTo>
                    <a:lnTo>
                      <a:pt x="1425736" y="973960"/>
                    </a:lnTo>
                    <a:lnTo>
                      <a:pt x="1320257" y="886864"/>
                    </a:lnTo>
                    <a:cubicBezTo>
                      <a:pt x="1332056" y="838257"/>
                      <a:pt x="1337754" y="788373"/>
                      <a:pt x="1337206" y="738358"/>
                    </a:cubicBezTo>
                    <a:close/>
                    <a:moveTo>
                      <a:pt x="1111253" y="735750"/>
                    </a:moveTo>
                    <a:cubicBezTo>
                      <a:pt x="1111253" y="946371"/>
                      <a:pt x="940504" y="1117120"/>
                      <a:pt x="729883" y="1117120"/>
                    </a:cubicBezTo>
                    <a:cubicBezTo>
                      <a:pt x="519263" y="1117120"/>
                      <a:pt x="348513" y="946371"/>
                      <a:pt x="348513" y="735750"/>
                    </a:cubicBezTo>
                    <a:cubicBezTo>
                      <a:pt x="348513" y="525130"/>
                      <a:pt x="519263" y="354381"/>
                      <a:pt x="729883" y="354381"/>
                    </a:cubicBezTo>
                    <a:cubicBezTo>
                      <a:pt x="940504" y="354381"/>
                      <a:pt x="1111253" y="525130"/>
                      <a:pt x="1111253" y="735750"/>
                    </a:cubicBezTo>
                    <a:cubicBezTo>
                      <a:pt x="1111253" y="735789"/>
                      <a:pt x="1111253" y="735842"/>
                      <a:pt x="1111253" y="735881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83" name="Google Shape;1883;g3f3ba1429e3_0_2817"/>
              <p:cNvSpPr/>
              <p:nvPr/>
            </p:nvSpPr>
            <p:spPr>
              <a:xfrm>
                <a:off x="6309854" y="1521890"/>
                <a:ext cx="1477470" cy="1485581"/>
              </a:xfrm>
              <a:custGeom>
                <a:rect b="b" l="l" r="r" t="t"/>
                <a:pathLst>
                  <a:path extrusionOk="0" h="1485581" w="1477470">
                    <a:moveTo>
                      <a:pt x="747500" y="1485582"/>
                    </a:moveTo>
                    <a:lnTo>
                      <a:pt x="747500" y="1485582"/>
                    </a:lnTo>
                    <a:lnTo>
                      <a:pt x="595343" y="1472544"/>
                    </a:lnTo>
                    <a:cubicBezTo>
                      <a:pt x="592123" y="1472283"/>
                      <a:pt x="589489" y="1469871"/>
                      <a:pt x="588954" y="1466676"/>
                    </a:cubicBezTo>
                    <a:lnTo>
                      <a:pt x="566268" y="1333425"/>
                    </a:lnTo>
                    <a:cubicBezTo>
                      <a:pt x="520842" y="1320257"/>
                      <a:pt x="477086" y="1301885"/>
                      <a:pt x="435885" y="1278664"/>
                    </a:cubicBezTo>
                    <a:lnTo>
                      <a:pt x="326103" y="1356894"/>
                    </a:lnTo>
                    <a:cubicBezTo>
                      <a:pt x="323586" y="1358902"/>
                      <a:pt x="320014" y="1358902"/>
                      <a:pt x="317497" y="1356894"/>
                    </a:cubicBezTo>
                    <a:lnTo>
                      <a:pt x="200153" y="1258716"/>
                    </a:lnTo>
                    <a:cubicBezTo>
                      <a:pt x="197675" y="1256643"/>
                      <a:pt x="196919" y="1253148"/>
                      <a:pt x="198327" y="1250241"/>
                    </a:cubicBezTo>
                    <a:lnTo>
                      <a:pt x="257521" y="1127029"/>
                    </a:lnTo>
                    <a:cubicBezTo>
                      <a:pt x="228563" y="1090809"/>
                      <a:pt x="203764" y="1051446"/>
                      <a:pt x="183594" y="1009685"/>
                    </a:cubicBezTo>
                    <a:lnTo>
                      <a:pt x="46301" y="1011380"/>
                    </a:lnTo>
                    <a:cubicBezTo>
                      <a:pt x="43041" y="1011536"/>
                      <a:pt x="40134" y="1009333"/>
                      <a:pt x="39391" y="1006164"/>
                    </a:cubicBezTo>
                    <a:lnTo>
                      <a:pt x="276" y="858571"/>
                    </a:lnTo>
                    <a:cubicBezTo>
                      <a:pt x="-624" y="855481"/>
                      <a:pt x="732" y="852182"/>
                      <a:pt x="3535" y="850618"/>
                    </a:cubicBezTo>
                    <a:lnTo>
                      <a:pt x="124922" y="782818"/>
                    </a:lnTo>
                    <a:cubicBezTo>
                      <a:pt x="124009" y="768215"/>
                      <a:pt x="123618" y="755829"/>
                      <a:pt x="123618" y="743704"/>
                    </a:cubicBezTo>
                    <a:cubicBezTo>
                      <a:pt x="123631" y="710821"/>
                      <a:pt x="126291" y="677991"/>
                      <a:pt x="131571" y="645525"/>
                    </a:cubicBezTo>
                    <a:lnTo>
                      <a:pt x="16183" y="567296"/>
                    </a:lnTo>
                    <a:cubicBezTo>
                      <a:pt x="13523" y="565431"/>
                      <a:pt x="12454" y="562002"/>
                      <a:pt x="13575" y="558951"/>
                    </a:cubicBezTo>
                    <a:lnTo>
                      <a:pt x="65728" y="415530"/>
                    </a:lnTo>
                    <a:cubicBezTo>
                      <a:pt x="66928" y="412531"/>
                      <a:pt x="69953" y="410680"/>
                      <a:pt x="73160" y="410967"/>
                    </a:cubicBezTo>
                    <a:lnTo>
                      <a:pt x="212539" y="425309"/>
                    </a:lnTo>
                    <a:cubicBezTo>
                      <a:pt x="236152" y="386337"/>
                      <a:pt x="264053" y="350117"/>
                      <a:pt x="295723" y="317352"/>
                    </a:cubicBezTo>
                    <a:lnTo>
                      <a:pt x="245787" y="186317"/>
                    </a:lnTo>
                    <a:cubicBezTo>
                      <a:pt x="244574" y="183305"/>
                      <a:pt x="245669" y="179863"/>
                      <a:pt x="248394" y="178103"/>
                    </a:cubicBezTo>
                    <a:lnTo>
                      <a:pt x="373432" y="90486"/>
                    </a:lnTo>
                    <a:cubicBezTo>
                      <a:pt x="375987" y="88465"/>
                      <a:pt x="379612" y="88465"/>
                      <a:pt x="382167" y="90486"/>
                    </a:cubicBezTo>
                    <a:lnTo>
                      <a:pt x="487908" y="181754"/>
                    </a:lnTo>
                    <a:cubicBezTo>
                      <a:pt x="529696" y="163161"/>
                      <a:pt x="573426" y="149301"/>
                      <a:pt x="618291" y="140422"/>
                    </a:cubicBezTo>
                    <a:lnTo>
                      <a:pt x="652321" y="5346"/>
                    </a:lnTo>
                    <a:cubicBezTo>
                      <a:pt x="653181" y="2230"/>
                      <a:pt x="655997" y="52"/>
                      <a:pt x="659231" y="0"/>
                    </a:cubicBezTo>
                    <a:lnTo>
                      <a:pt x="812039" y="0"/>
                    </a:lnTo>
                    <a:cubicBezTo>
                      <a:pt x="815260" y="26"/>
                      <a:pt x="818050" y="2230"/>
                      <a:pt x="818819" y="5346"/>
                    </a:cubicBezTo>
                    <a:lnTo>
                      <a:pt x="852719" y="139510"/>
                    </a:lnTo>
                    <a:cubicBezTo>
                      <a:pt x="933595" y="154647"/>
                      <a:pt x="1010547" y="186056"/>
                      <a:pt x="1078933" y="231821"/>
                    </a:cubicBezTo>
                    <a:lnTo>
                      <a:pt x="1196278" y="162066"/>
                    </a:lnTo>
                    <a:cubicBezTo>
                      <a:pt x="1199029" y="160345"/>
                      <a:pt x="1202614" y="160788"/>
                      <a:pt x="1204883" y="163109"/>
                    </a:cubicBezTo>
                    <a:lnTo>
                      <a:pt x="1312840" y="271066"/>
                    </a:lnTo>
                    <a:cubicBezTo>
                      <a:pt x="1315082" y="273374"/>
                      <a:pt x="1315500" y="276894"/>
                      <a:pt x="1313883" y="279671"/>
                    </a:cubicBezTo>
                    <a:lnTo>
                      <a:pt x="1245302" y="397276"/>
                    </a:lnTo>
                    <a:cubicBezTo>
                      <a:pt x="1271952" y="436170"/>
                      <a:pt x="1294039" y="477997"/>
                      <a:pt x="1311145" y="521922"/>
                    </a:cubicBezTo>
                    <a:lnTo>
                      <a:pt x="1444918" y="532223"/>
                    </a:lnTo>
                    <a:cubicBezTo>
                      <a:pt x="1448138" y="532484"/>
                      <a:pt x="1450772" y="534896"/>
                      <a:pt x="1451306" y="538090"/>
                    </a:cubicBezTo>
                    <a:lnTo>
                      <a:pt x="1477383" y="688552"/>
                    </a:lnTo>
                    <a:cubicBezTo>
                      <a:pt x="1477879" y="691720"/>
                      <a:pt x="1476236" y="694849"/>
                      <a:pt x="1473341" y="696244"/>
                    </a:cubicBezTo>
                    <a:lnTo>
                      <a:pt x="1352085" y="751396"/>
                    </a:lnTo>
                    <a:cubicBezTo>
                      <a:pt x="1351616" y="799090"/>
                      <a:pt x="1345579" y="846563"/>
                      <a:pt x="1334092" y="892862"/>
                    </a:cubicBezTo>
                    <a:lnTo>
                      <a:pt x="1436052" y="977089"/>
                    </a:lnTo>
                    <a:cubicBezTo>
                      <a:pt x="1438516" y="979110"/>
                      <a:pt x="1439324" y="982526"/>
                      <a:pt x="1438007" y="985433"/>
                    </a:cubicBezTo>
                    <a:lnTo>
                      <a:pt x="1373468" y="1123900"/>
                    </a:lnTo>
                    <a:cubicBezTo>
                      <a:pt x="1372099" y="1126821"/>
                      <a:pt x="1368957" y="1128476"/>
                      <a:pt x="1365775" y="1127942"/>
                    </a:cubicBezTo>
                    <a:lnTo>
                      <a:pt x="1235392" y="1103951"/>
                    </a:lnTo>
                    <a:cubicBezTo>
                      <a:pt x="1207256" y="1142675"/>
                      <a:pt x="1174803" y="1178061"/>
                      <a:pt x="1138649" y="1209431"/>
                    </a:cubicBezTo>
                    <a:lnTo>
                      <a:pt x="1173722" y="1336554"/>
                    </a:lnTo>
                    <a:cubicBezTo>
                      <a:pt x="1174582" y="1339671"/>
                      <a:pt x="1173252" y="1342995"/>
                      <a:pt x="1170462" y="1344638"/>
                    </a:cubicBezTo>
                    <a:lnTo>
                      <a:pt x="1038123" y="1421042"/>
                    </a:lnTo>
                    <a:cubicBezTo>
                      <a:pt x="1035346" y="1422568"/>
                      <a:pt x="1031904" y="1422085"/>
                      <a:pt x="1029648" y="1419869"/>
                    </a:cubicBezTo>
                    <a:lnTo>
                      <a:pt x="936685" y="1325472"/>
                    </a:lnTo>
                    <a:cubicBezTo>
                      <a:pt x="891560" y="1340922"/>
                      <a:pt x="844779" y="1351027"/>
                      <a:pt x="797306" y="1355590"/>
                    </a:cubicBezTo>
                    <a:lnTo>
                      <a:pt x="752976" y="1480888"/>
                    </a:lnTo>
                    <a:cubicBezTo>
                      <a:pt x="752129" y="1483326"/>
                      <a:pt x="750042" y="1485113"/>
                      <a:pt x="747500" y="1485582"/>
                    </a:cubicBezTo>
                    <a:close/>
                    <a:moveTo>
                      <a:pt x="601341" y="1458723"/>
                    </a:moveTo>
                    <a:lnTo>
                      <a:pt x="742676" y="1470979"/>
                    </a:lnTo>
                    <a:lnTo>
                      <a:pt x="786745" y="1346594"/>
                    </a:lnTo>
                    <a:cubicBezTo>
                      <a:pt x="787632" y="1343999"/>
                      <a:pt x="790005" y="1342200"/>
                      <a:pt x="792743" y="1342030"/>
                    </a:cubicBezTo>
                    <a:cubicBezTo>
                      <a:pt x="842106" y="1337624"/>
                      <a:pt x="890725" y="1327062"/>
                      <a:pt x="937468" y="1310608"/>
                    </a:cubicBezTo>
                    <a:cubicBezTo>
                      <a:pt x="940062" y="1309695"/>
                      <a:pt x="942957" y="1310360"/>
                      <a:pt x="944900" y="1312303"/>
                    </a:cubicBezTo>
                    <a:lnTo>
                      <a:pt x="1037080" y="1406048"/>
                    </a:lnTo>
                    <a:lnTo>
                      <a:pt x="1159901" y="1335120"/>
                    </a:lnTo>
                    <a:lnTo>
                      <a:pt x="1124958" y="1208779"/>
                    </a:lnTo>
                    <a:cubicBezTo>
                      <a:pt x="1124189" y="1206158"/>
                      <a:pt x="1125063" y="1203329"/>
                      <a:pt x="1127175" y="1201608"/>
                    </a:cubicBezTo>
                    <a:cubicBezTo>
                      <a:pt x="1165038" y="1169351"/>
                      <a:pt x="1198807" y="1132570"/>
                      <a:pt x="1227700" y="1092087"/>
                    </a:cubicBezTo>
                    <a:cubicBezTo>
                      <a:pt x="1229291" y="1089831"/>
                      <a:pt x="1232029" y="1088723"/>
                      <a:pt x="1234741" y="1089218"/>
                    </a:cubicBezTo>
                    <a:lnTo>
                      <a:pt x="1363689" y="1112948"/>
                    </a:lnTo>
                    <a:lnTo>
                      <a:pt x="1423665" y="984521"/>
                    </a:lnTo>
                    <a:lnTo>
                      <a:pt x="1322488" y="900945"/>
                    </a:lnTo>
                    <a:cubicBezTo>
                      <a:pt x="1320272" y="899224"/>
                      <a:pt x="1319346" y="896330"/>
                      <a:pt x="1320141" y="893644"/>
                    </a:cubicBezTo>
                    <a:cubicBezTo>
                      <a:pt x="1332384" y="845624"/>
                      <a:pt x="1338643" y="796261"/>
                      <a:pt x="1338786" y="746702"/>
                    </a:cubicBezTo>
                    <a:cubicBezTo>
                      <a:pt x="1338799" y="743938"/>
                      <a:pt x="1340429" y="741435"/>
                      <a:pt x="1342958" y="740314"/>
                    </a:cubicBezTo>
                    <a:lnTo>
                      <a:pt x="1463302" y="685423"/>
                    </a:lnTo>
                    <a:lnTo>
                      <a:pt x="1438659" y="545782"/>
                    </a:lnTo>
                    <a:lnTo>
                      <a:pt x="1305799" y="535482"/>
                    </a:lnTo>
                    <a:cubicBezTo>
                      <a:pt x="1303074" y="535287"/>
                      <a:pt x="1300727" y="533487"/>
                      <a:pt x="1299801" y="530919"/>
                    </a:cubicBezTo>
                    <a:cubicBezTo>
                      <a:pt x="1282421" y="485167"/>
                      <a:pt x="1259474" y="441724"/>
                      <a:pt x="1231481" y="401579"/>
                    </a:cubicBezTo>
                    <a:cubicBezTo>
                      <a:pt x="1229994" y="399232"/>
                      <a:pt x="1229994" y="396233"/>
                      <a:pt x="1231481" y="393887"/>
                    </a:cubicBezTo>
                    <a:lnTo>
                      <a:pt x="1299932" y="278237"/>
                    </a:lnTo>
                    <a:lnTo>
                      <a:pt x="1199668" y="177972"/>
                    </a:lnTo>
                    <a:lnTo>
                      <a:pt x="1083105" y="247206"/>
                    </a:lnTo>
                    <a:cubicBezTo>
                      <a:pt x="1080811" y="248705"/>
                      <a:pt x="1077838" y="248705"/>
                      <a:pt x="1075543" y="247206"/>
                    </a:cubicBezTo>
                    <a:cubicBezTo>
                      <a:pt x="1006584" y="200437"/>
                      <a:pt x="928589" y="168624"/>
                      <a:pt x="846591" y="153852"/>
                    </a:cubicBezTo>
                    <a:cubicBezTo>
                      <a:pt x="843853" y="153369"/>
                      <a:pt x="841663" y="151322"/>
                      <a:pt x="840984" y="148636"/>
                    </a:cubicBezTo>
                    <a:lnTo>
                      <a:pt x="807215" y="15385"/>
                    </a:lnTo>
                    <a:lnTo>
                      <a:pt x="665228" y="15385"/>
                    </a:lnTo>
                    <a:lnTo>
                      <a:pt x="631459" y="149549"/>
                    </a:lnTo>
                    <a:cubicBezTo>
                      <a:pt x="630755" y="152222"/>
                      <a:pt x="628565" y="154256"/>
                      <a:pt x="625853" y="154764"/>
                    </a:cubicBezTo>
                    <a:cubicBezTo>
                      <a:pt x="579058" y="163669"/>
                      <a:pt x="533503" y="178116"/>
                      <a:pt x="490124" y="197791"/>
                    </a:cubicBezTo>
                    <a:cubicBezTo>
                      <a:pt x="487621" y="198964"/>
                      <a:pt x="484661" y="198547"/>
                      <a:pt x="482562" y="196748"/>
                    </a:cubicBezTo>
                    <a:lnTo>
                      <a:pt x="377604" y="105480"/>
                    </a:lnTo>
                    <a:lnTo>
                      <a:pt x="261433" y="186708"/>
                    </a:lnTo>
                    <a:lnTo>
                      <a:pt x="311109" y="317091"/>
                    </a:lnTo>
                    <a:cubicBezTo>
                      <a:pt x="312087" y="319659"/>
                      <a:pt x="311474" y="322567"/>
                      <a:pt x="309544" y="324523"/>
                    </a:cubicBezTo>
                    <a:cubicBezTo>
                      <a:pt x="276349" y="358514"/>
                      <a:pt x="247247" y="396272"/>
                      <a:pt x="222839" y="437043"/>
                    </a:cubicBezTo>
                    <a:cubicBezTo>
                      <a:pt x="221405" y="439377"/>
                      <a:pt x="218785" y="440694"/>
                      <a:pt x="216060" y="440433"/>
                    </a:cubicBezTo>
                    <a:lnTo>
                      <a:pt x="77723" y="426221"/>
                    </a:lnTo>
                    <a:lnTo>
                      <a:pt x="29221" y="559473"/>
                    </a:lnTo>
                    <a:lnTo>
                      <a:pt x="143697" y="637702"/>
                    </a:lnTo>
                    <a:cubicBezTo>
                      <a:pt x="146018" y="639228"/>
                      <a:pt x="147204" y="642005"/>
                      <a:pt x="146696" y="644743"/>
                    </a:cubicBezTo>
                    <a:cubicBezTo>
                      <a:pt x="141115" y="677873"/>
                      <a:pt x="138273" y="711408"/>
                      <a:pt x="138221" y="745007"/>
                    </a:cubicBezTo>
                    <a:cubicBezTo>
                      <a:pt x="138221" y="758046"/>
                      <a:pt x="138221" y="771084"/>
                      <a:pt x="139916" y="787382"/>
                    </a:cubicBezTo>
                    <a:cubicBezTo>
                      <a:pt x="140033" y="790107"/>
                      <a:pt x="138625" y="792675"/>
                      <a:pt x="136265" y="794031"/>
                    </a:cubicBezTo>
                    <a:lnTo>
                      <a:pt x="15791" y="861309"/>
                    </a:lnTo>
                    <a:lnTo>
                      <a:pt x="52560" y="998211"/>
                    </a:lnTo>
                    <a:lnTo>
                      <a:pt x="189201" y="995734"/>
                    </a:lnTo>
                    <a:lnTo>
                      <a:pt x="189201" y="995734"/>
                    </a:lnTo>
                    <a:cubicBezTo>
                      <a:pt x="191939" y="995721"/>
                      <a:pt x="194429" y="997298"/>
                      <a:pt x="195590" y="999775"/>
                    </a:cubicBezTo>
                    <a:cubicBezTo>
                      <a:pt x="216203" y="1043532"/>
                      <a:pt x="242032" y="1084642"/>
                      <a:pt x="272515" y="1122205"/>
                    </a:cubicBezTo>
                    <a:cubicBezTo>
                      <a:pt x="274223" y="1124304"/>
                      <a:pt x="274575" y="1127186"/>
                      <a:pt x="273428" y="1129637"/>
                    </a:cubicBezTo>
                    <a:lnTo>
                      <a:pt x="214495" y="1251936"/>
                    </a:lnTo>
                    <a:lnTo>
                      <a:pt x="323104" y="1343204"/>
                    </a:lnTo>
                    <a:lnTo>
                      <a:pt x="432104" y="1264974"/>
                    </a:lnTo>
                    <a:cubicBezTo>
                      <a:pt x="434451" y="1263488"/>
                      <a:pt x="437449" y="1263488"/>
                      <a:pt x="439796" y="1264974"/>
                    </a:cubicBezTo>
                    <a:cubicBezTo>
                      <a:pt x="482288" y="1289382"/>
                      <a:pt x="527609" y="1308522"/>
                      <a:pt x="574743" y="1321951"/>
                    </a:cubicBezTo>
                    <a:cubicBezTo>
                      <a:pt x="577389" y="1322669"/>
                      <a:pt x="579371" y="1324859"/>
                      <a:pt x="579828" y="1327558"/>
                    </a:cubicBezTo>
                    <a:close/>
                    <a:moveTo>
                      <a:pt x="738504" y="1132766"/>
                    </a:moveTo>
                    <a:cubicBezTo>
                      <a:pt x="523985" y="1132688"/>
                      <a:pt x="350145" y="958744"/>
                      <a:pt x="350224" y="744225"/>
                    </a:cubicBezTo>
                    <a:cubicBezTo>
                      <a:pt x="350302" y="529706"/>
                      <a:pt x="524245" y="355867"/>
                      <a:pt x="738764" y="355945"/>
                    </a:cubicBezTo>
                    <a:cubicBezTo>
                      <a:pt x="953231" y="356023"/>
                      <a:pt x="1127044" y="529889"/>
                      <a:pt x="1127044" y="744356"/>
                    </a:cubicBezTo>
                    <a:cubicBezTo>
                      <a:pt x="1126679" y="958744"/>
                      <a:pt x="952892" y="1132414"/>
                      <a:pt x="738504" y="1132636"/>
                    </a:cubicBezTo>
                    <a:close/>
                    <a:moveTo>
                      <a:pt x="738504" y="370026"/>
                    </a:moveTo>
                    <a:cubicBezTo>
                      <a:pt x="531769" y="370026"/>
                      <a:pt x="364174" y="537621"/>
                      <a:pt x="364174" y="744356"/>
                    </a:cubicBezTo>
                    <a:cubicBezTo>
                      <a:pt x="364174" y="951090"/>
                      <a:pt x="531769" y="1118685"/>
                      <a:pt x="738504" y="1118685"/>
                    </a:cubicBezTo>
                    <a:cubicBezTo>
                      <a:pt x="945238" y="1118685"/>
                      <a:pt x="1112833" y="951090"/>
                      <a:pt x="1112833" y="744356"/>
                    </a:cubicBezTo>
                    <a:cubicBezTo>
                      <a:pt x="1112689" y="537660"/>
                      <a:pt x="945199" y="370118"/>
                      <a:pt x="738504" y="36989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84" name="Google Shape;1884;g3f3ba1429e3_0_2817"/>
              <p:cNvSpPr/>
              <p:nvPr/>
            </p:nvSpPr>
            <p:spPr>
              <a:xfrm>
                <a:off x="6160586" y="2392657"/>
                <a:ext cx="73464" cy="173729"/>
              </a:xfrm>
              <a:custGeom>
                <a:rect b="b" l="l" r="r" t="t"/>
                <a:pathLst>
                  <a:path extrusionOk="0" h="173729" w="73464">
                    <a:moveTo>
                      <a:pt x="52408" y="173729"/>
                    </a:moveTo>
                    <a:cubicBezTo>
                      <a:pt x="43229" y="173703"/>
                      <a:pt x="35106" y="167745"/>
                      <a:pt x="32329" y="158996"/>
                    </a:cubicBezTo>
                    <a:cubicBezTo>
                      <a:pt x="18196" y="115031"/>
                      <a:pt x="7465" y="70049"/>
                      <a:pt x="255" y="24441"/>
                    </a:cubicBezTo>
                    <a:cubicBezTo>
                      <a:pt x="-1544" y="12889"/>
                      <a:pt x="6370" y="2054"/>
                      <a:pt x="17922" y="255"/>
                    </a:cubicBezTo>
                    <a:cubicBezTo>
                      <a:pt x="29474" y="-1544"/>
                      <a:pt x="40309" y="6370"/>
                      <a:pt x="42108" y="17922"/>
                    </a:cubicBezTo>
                    <a:cubicBezTo>
                      <a:pt x="49005" y="61352"/>
                      <a:pt x="59201" y="104209"/>
                      <a:pt x="72618" y="146088"/>
                    </a:cubicBezTo>
                    <a:cubicBezTo>
                      <a:pt x="75799" y="157040"/>
                      <a:pt x="69749" y="168553"/>
                      <a:pt x="58927" y="172165"/>
                    </a:cubicBezTo>
                    <a:cubicBezTo>
                      <a:pt x="56867" y="173064"/>
                      <a:pt x="54651" y="173599"/>
                      <a:pt x="52408" y="173729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85" name="Google Shape;1885;g3f3ba1429e3_0_2817"/>
              <p:cNvSpPr/>
              <p:nvPr/>
            </p:nvSpPr>
            <p:spPr>
              <a:xfrm>
                <a:off x="6150150" y="1372824"/>
                <a:ext cx="1592671" cy="947920"/>
              </a:xfrm>
              <a:custGeom>
                <a:rect b="b" l="l" r="r" t="t"/>
                <a:pathLst>
                  <a:path extrusionOk="0" h="947920" w="1592671">
                    <a:moveTo>
                      <a:pt x="21252" y="947921"/>
                    </a:moveTo>
                    <a:cubicBezTo>
                      <a:pt x="9766" y="947921"/>
                      <a:pt x="352" y="938807"/>
                      <a:pt x="0" y="927321"/>
                    </a:cubicBezTo>
                    <a:cubicBezTo>
                      <a:pt x="0" y="919106"/>
                      <a:pt x="0" y="910892"/>
                      <a:pt x="0" y="902678"/>
                    </a:cubicBezTo>
                    <a:cubicBezTo>
                      <a:pt x="117" y="404016"/>
                      <a:pt x="404461" y="-123"/>
                      <a:pt x="903123" y="0"/>
                    </a:cubicBezTo>
                    <a:cubicBezTo>
                      <a:pt x="1166144" y="65"/>
                      <a:pt x="1416062" y="114814"/>
                      <a:pt x="1587541" y="314261"/>
                    </a:cubicBezTo>
                    <a:cubicBezTo>
                      <a:pt x="1595168" y="323114"/>
                      <a:pt x="1594178" y="336491"/>
                      <a:pt x="1585325" y="344118"/>
                    </a:cubicBezTo>
                    <a:cubicBezTo>
                      <a:pt x="1576472" y="351746"/>
                      <a:pt x="1563094" y="350755"/>
                      <a:pt x="1555467" y="341902"/>
                    </a:cubicBezTo>
                    <a:cubicBezTo>
                      <a:pt x="1245834" y="-18645"/>
                      <a:pt x="702542" y="-59916"/>
                      <a:pt x="341994" y="249721"/>
                    </a:cubicBezTo>
                    <a:cubicBezTo>
                      <a:pt x="151635" y="413195"/>
                      <a:pt x="42114" y="651626"/>
                      <a:pt x="42114" y="902548"/>
                    </a:cubicBezTo>
                    <a:cubicBezTo>
                      <a:pt x="42114" y="910371"/>
                      <a:pt x="42114" y="918194"/>
                      <a:pt x="42114" y="926017"/>
                    </a:cubicBezTo>
                    <a:cubicBezTo>
                      <a:pt x="42479" y="937673"/>
                      <a:pt x="33326" y="947426"/>
                      <a:pt x="21657" y="947791"/>
                    </a:cubicBezTo>
                    <a:cubicBezTo>
                      <a:pt x="21617" y="947791"/>
                      <a:pt x="21565" y="947791"/>
                      <a:pt x="21513" y="94779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86" name="Google Shape;1886;g3f3ba1429e3_0_2817"/>
              <p:cNvSpPr/>
              <p:nvPr/>
            </p:nvSpPr>
            <p:spPr>
              <a:xfrm>
                <a:off x="7625432" y="1620850"/>
                <a:ext cx="178754" cy="192966"/>
              </a:xfrm>
              <a:custGeom>
                <a:rect b="b" l="l" r="r" t="t"/>
                <a:pathLst>
                  <a:path extrusionOk="0" h="192966" w="178754">
                    <a:moveTo>
                      <a:pt x="155416" y="0"/>
                    </a:moveTo>
                    <a:lnTo>
                      <a:pt x="178755" y="192967"/>
                    </a:lnTo>
                    <a:lnTo>
                      <a:pt x="0" y="116823"/>
                    </a:lnTo>
                    <a:lnTo>
                      <a:pt x="155416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1887" name="Google Shape;1887;g3f3ba1429e3_0_2817"/>
            <p:cNvGrpSpPr/>
            <p:nvPr/>
          </p:nvGrpSpPr>
          <p:grpSpPr>
            <a:xfrm>
              <a:off x="7567967" y="2334044"/>
              <a:ext cx="1372636" cy="1390272"/>
              <a:chOff x="7567967" y="2334044"/>
              <a:chExt cx="1372636" cy="1390272"/>
            </a:xfrm>
          </p:grpSpPr>
          <p:sp>
            <p:nvSpPr>
              <p:cNvPr id="1888" name="Google Shape;1888;g3f3ba1429e3_0_2817"/>
              <p:cNvSpPr/>
              <p:nvPr/>
            </p:nvSpPr>
            <p:spPr>
              <a:xfrm>
                <a:off x="7574582" y="2341867"/>
                <a:ext cx="1224816" cy="1222599"/>
              </a:xfrm>
              <a:custGeom>
                <a:rect b="b" l="l" r="r" t="t"/>
                <a:pathLst>
                  <a:path extrusionOk="0" h="1222599" w="1224816">
                    <a:moveTo>
                      <a:pt x="1117772" y="613712"/>
                    </a:moveTo>
                    <a:lnTo>
                      <a:pt x="1224816" y="581768"/>
                    </a:lnTo>
                    <a:lnTo>
                      <a:pt x="1197175" y="425309"/>
                    </a:lnTo>
                    <a:lnTo>
                      <a:pt x="1084916" y="432089"/>
                    </a:lnTo>
                    <a:cubicBezTo>
                      <a:pt x="1070260" y="393548"/>
                      <a:pt x="1050951" y="356949"/>
                      <a:pt x="1027417" y="323089"/>
                    </a:cubicBezTo>
                    <a:lnTo>
                      <a:pt x="1097954" y="234168"/>
                    </a:lnTo>
                    <a:lnTo>
                      <a:pt x="985564" y="122299"/>
                    </a:lnTo>
                    <a:lnTo>
                      <a:pt x="895861" y="193488"/>
                    </a:lnTo>
                    <a:cubicBezTo>
                      <a:pt x="837788" y="154243"/>
                      <a:pt x="772153" y="127593"/>
                      <a:pt x="703155" y="115259"/>
                    </a:cubicBezTo>
                    <a:lnTo>
                      <a:pt x="690117" y="0"/>
                    </a:lnTo>
                    <a:lnTo>
                      <a:pt x="531049" y="0"/>
                    </a:lnTo>
                    <a:lnTo>
                      <a:pt x="518011" y="116041"/>
                    </a:lnTo>
                    <a:cubicBezTo>
                      <a:pt x="478584" y="123525"/>
                      <a:pt x="440199" y="135703"/>
                      <a:pt x="403666" y="152287"/>
                    </a:cubicBezTo>
                    <a:lnTo>
                      <a:pt x="325436" y="64540"/>
                    </a:lnTo>
                    <a:lnTo>
                      <a:pt x="195053" y="155808"/>
                    </a:lnTo>
                    <a:lnTo>
                      <a:pt x="250987" y="259201"/>
                    </a:lnTo>
                    <a:cubicBezTo>
                      <a:pt x="222994" y="287755"/>
                      <a:pt x="198482" y="319529"/>
                      <a:pt x="177973" y="353859"/>
                    </a:cubicBezTo>
                    <a:lnTo>
                      <a:pt x="63757" y="326609"/>
                    </a:lnTo>
                    <a:lnTo>
                      <a:pt x="9779" y="474333"/>
                    </a:lnTo>
                    <a:lnTo>
                      <a:pt x="114085" y="526486"/>
                    </a:lnTo>
                    <a:cubicBezTo>
                      <a:pt x="109313" y="554349"/>
                      <a:pt x="106914" y="582577"/>
                      <a:pt x="106914" y="610844"/>
                    </a:cubicBezTo>
                    <a:cubicBezTo>
                      <a:pt x="106914" y="622839"/>
                      <a:pt x="106914" y="634704"/>
                      <a:pt x="108348" y="646569"/>
                    </a:cubicBezTo>
                    <a:lnTo>
                      <a:pt x="0" y="689334"/>
                    </a:lnTo>
                    <a:lnTo>
                      <a:pt x="41071" y="842795"/>
                    </a:lnTo>
                    <a:lnTo>
                      <a:pt x="154895" y="825975"/>
                    </a:lnTo>
                    <a:cubicBezTo>
                      <a:pt x="172379" y="862822"/>
                      <a:pt x="194271" y="897412"/>
                      <a:pt x="220086" y="928978"/>
                    </a:cubicBezTo>
                    <a:lnTo>
                      <a:pt x="156981" y="1024548"/>
                    </a:lnTo>
                    <a:lnTo>
                      <a:pt x="278759" y="1126638"/>
                    </a:lnTo>
                    <a:lnTo>
                      <a:pt x="360900" y="1048408"/>
                    </a:lnTo>
                    <a:cubicBezTo>
                      <a:pt x="396690" y="1068996"/>
                      <a:pt x="434879" y="1085111"/>
                      <a:pt x="474594" y="1096389"/>
                    </a:cubicBezTo>
                    <a:lnTo>
                      <a:pt x="477592" y="1208779"/>
                    </a:lnTo>
                    <a:lnTo>
                      <a:pt x="635877" y="1222600"/>
                    </a:lnTo>
                    <a:lnTo>
                      <a:pt x="658303" y="1113469"/>
                    </a:lnTo>
                    <a:cubicBezTo>
                      <a:pt x="699817" y="1109845"/>
                      <a:pt x="740718" y="1101083"/>
                      <a:pt x="780081" y="1087393"/>
                    </a:cubicBezTo>
                    <a:lnTo>
                      <a:pt x="846185" y="1176444"/>
                    </a:lnTo>
                    <a:lnTo>
                      <a:pt x="983739" y="1097041"/>
                    </a:lnTo>
                    <a:lnTo>
                      <a:pt x="939800" y="995603"/>
                    </a:lnTo>
                    <a:cubicBezTo>
                      <a:pt x="971639" y="968419"/>
                      <a:pt x="1000050" y="937466"/>
                      <a:pt x="1024418" y="903423"/>
                    </a:cubicBezTo>
                    <a:lnTo>
                      <a:pt x="1129506" y="938365"/>
                    </a:lnTo>
                    <a:lnTo>
                      <a:pt x="1196654" y="794944"/>
                    </a:lnTo>
                    <a:lnTo>
                      <a:pt x="1101865" y="737315"/>
                    </a:lnTo>
                    <a:cubicBezTo>
                      <a:pt x="1112283" y="696935"/>
                      <a:pt x="1117629" y="655408"/>
                      <a:pt x="1117772" y="613712"/>
                    </a:cubicBezTo>
                    <a:close/>
                    <a:moveTo>
                      <a:pt x="929760" y="611496"/>
                    </a:moveTo>
                    <a:cubicBezTo>
                      <a:pt x="929760" y="786769"/>
                      <a:pt x="787682" y="928847"/>
                      <a:pt x="612408" y="928847"/>
                    </a:cubicBezTo>
                    <a:cubicBezTo>
                      <a:pt x="437135" y="928847"/>
                      <a:pt x="295056" y="786769"/>
                      <a:pt x="295056" y="611496"/>
                    </a:cubicBezTo>
                    <a:cubicBezTo>
                      <a:pt x="295056" y="436222"/>
                      <a:pt x="437135" y="294144"/>
                      <a:pt x="612408" y="294144"/>
                    </a:cubicBezTo>
                    <a:cubicBezTo>
                      <a:pt x="612448" y="294144"/>
                      <a:pt x="612500" y="294144"/>
                      <a:pt x="612539" y="294144"/>
                    </a:cubicBezTo>
                    <a:cubicBezTo>
                      <a:pt x="787734" y="294144"/>
                      <a:pt x="929760" y="436170"/>
                      <a:pt x="929760" y="611365"/>
                    </a:cubicBezTo>
                    <a:cubicBezTo>
                      <a:pt x="929760" y="611404"/>
                      <a:pt x="929760" y="611456"/>
                      <a:pt x="929760" y="611496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89" name="Google Shape;1889;g3f3ba1429e3_0_2817"/>
              <p:cNvSpPr/>
              <p:nvPr/>
            </p:nvSpPr>
            <p:spPr>
              <a:xfrm>
                <a:off x="7567967" y="2334044"/>
                <a:ext cx="1238465" cy="1238383"/>
              </a:xfrm>
              <a:custGeom>
                <a:rect b="b" l="l" r="r" t="t"/>
                <a:pathLst>
                  <a:path extrusionOk="0" h="1238383" w="1238465">
                    <a:moveTo>
                      <a:pt x="642362" y="1238376"/>
                    </a:moveTo>
                    <a:lnTo>
                      <a:pt x="641710" y="1238376"/>
                    </a:lnTo>
                    <a:lnTo>
                      <a:pt x="483556" y="1225338"/>
                    </a:lnTo>
                    <a:cubicBezTo>
                      <a:pt x="479970" y="1225077"/>
                      <a:pt x="477154" y="1222157"/>
                      <a:pt x="477037" y="1218558"/>
                    </a:cubicBezTo>
                    <a:lnTo>
                      <a:pt x="474168" y="1111253"/>
                    </a:lnTo>
                    <a:cubicBezTo>
                      <a:pt x="437348" y="1100418"/>
                      <a:pt x="401884" y="1085463"/>
                      <a:pt x="368427" y="1066662"/>
                    </a:cubicBezTo>
                    <a:lnTo>
                      <a:pt x="290198" y="1140850"/>
                    </a:lnTo>
                    <a:cubicBezTo>
                      <a:pt x="287525" y="1143236"/>
                      <a:pt x="283483" y="1143236"/>
                      <a:pt x="280810" y="1140850"/>
                    </a:cubicBezTo>
                    <a:lnTo>
                      <a:pt x="159033" y="1038760"/>
                    </a:lnTo>
                    <a:cubicBezTo>
                      <a:pt x="156295" y="1036400"/>
                      <a:pt x="155734" y="1032384"/>
                      <a:pt x="157729" y="1029372"/>
                    </a:cubicBezTo>
                    <a:lnTo>
                      <a:pt x="217966" y="938104"/>
                    </a:lnTo>
                    <a:cubicBezTo>
                      <a:pt x="194471" y="908521"/>
                      <a:pt x="174313" y="876420"/>
                      <a:pt x="157859" y="842403"/>
                    </a:cubicBezTo>
                    <a:lnTo>
                      <a:pt x="49120" y="858571"/>
                    </a:lnTo>
                    <a:cubicBezTo>
                      <a:pt x="45548" y="859145"/>
                      <a:pt x="42144" y="856876"/>
                      <a:pt x="41297" y="853356"/>
                    </a:cubicBezTo>
                    <a:lnTo>
                      <a:pt x="226" y="699634"/>
                    </a:lnTo>
                    <a:cubicBezTo>
                      <a:pt x="-673" y="696166"/>
                      <a:pt x="1178" y="692567"/>
                      <a:pt x="4529" y="691290"/>
                    </a:cubicBezTo>
                    <a:lnTo>
                      <a:pt x="108053" y="650349"/>
                    </a:lnTo>
                    <a:cubicBezTo>
                      <a:pt x="107271" y="638745"/>
                      <a:pt x="107010" y="628836"/>
                      <a:pt x="107010" y="619318"/>
                    </a:cubicBezTo>
                    <a:cubicBezTo>
                      <a:pt x="107023" y="592381"/>
                      <a:pt x="109161" y="565483"/>
                      <a:pt x="113399" y="538872"/>
                    </a:cubicBezTo>
                    <a:lnTo>
                      <a:pt x="13265" y="488936"/>
                    </a:lnTo>
                    <a:cubicBezTo>
                      <a:pt x="10031" y="487358"/>
                      <a:pt x="8506" y="483590"/>
                      <a:pt x="9745" y="480200"/>
                    </a:cubicBezTo>
                    <a:lnTo>
                      <a:pt x="64114" y="330911"/>
                    </a:lnTo>
                    <a:cubicBezTo>
                      <a:pt x="65431" y="327587"/>
                      <a:pt x="68964" y="325709"/>
                      <a:pt x="72459" y="326479"/>
                    </a:cubicBezTo>
                    <a:lnTo>
                      <a:pt x="181589" y="352555"/>
                    </a:lnTo>
                    <a:cubicBezTo>
                      <a:pt x="200912" y="320950"/>
                      <a:pt x="223598" y="291523"/>
                      <a:pt x="249258" y="264807"/>
                    </a:cubicBezTo>
                    <a:lnTo>
                      <a:pt x="195801" y="165977"/>
                    </a:lnTo>
                    <a:cubicBezTo>
                      <a:pt x="194106" y="162809"/>
                      <a:pt x="195057" y="158884"/>
                      <a:pt x="198017" y="156851"/>
                    </a:cubicBezTo>
                    <a:lnTo>
                      <a:pt x="328400" y="65583"/>
                    </a:lnTo>
                    <a:cubicBezTo>
                      <a:pt x="331360" y="63496"/>
                      <a:pt x="335428" y="64005"/>
                      <a:pt x="337788" y="66756"/>
                    </a:cubicBezTo>
                    <a:lnTo>
                      <a:pt x="412106" y="150592"/>
                    </a:lnTo>
                    <a:cubicBezTo>
                      <a:pt x="446018" y="135585"/>
                      <a:pt x="481483" y="124346"/>
                      <a:pt x="517846" y="117084"/>
                    </a:cubicBezTo>
                    <a:lnTo>
                      <a:pt x="530885" y="6258"/>
                    </a:lnTo>
                    <a:cubicBezTo>
                      <a:pt x="531341" y="2712"/>
                      <a:pt x="534340" y="39"/>
                      <a:pt x="537925" y="0"/>
                    </a:cubicBezTo>
                    <a:lnTo>
                      <a:pt x="696862" y="0"/>
                    </a:lnTo>
                    <a:cubicBezTo>
                      <a:pt x="700408" y="39"/>
                      <a:pt x="703381" y="2725"/>
                      <a:pt x="703772" y="6258"/>
                    </a:cubicBezTo>
                    <a:lnTo>
                      <a:pt x="716810" y="116432"/>
                    </a:lnTo>
                    <a:cubicBezTo>
                      <a:pt x="783215" y="129027"/>
                      <a:pt x="846437" y="154790"/>
                      <a:pt x="902736" y="192184"/>
                    </a:cubicBezTo>
                    <a:lnTo>
                      <a:pt x="988398" y="124255"/>
                    </a:lnTo>
                    <a:cubicBezTo>
                      <a:pt x="991097" y="121921"/>
                      <a:pt x="995087" y="121921"/>
                      <a:pt x="997786" y="124255"/>
                    </a:cubicBezTo>
                    <a:lnTo>
                      <a:pt x="1110045" y="236645"/>
                    </a:lnTo>
                    <a:cubicBezTo>
                      <a:pt x="1112431" y="239318"/>
                      <a:pt x="1112431" y="243359"/>
                      <a:pt x="1110045" y="246032"/>
                    </a:cubicBezTo>
                    <a:lnTo>
                      <a:pt x="1042767" y="330781"/>
                    </a:lnTo>
                    <a:cubicBezTo>
                      <a:pt x="1064359" y="362438"/>
                      <a:pt x="1082339" y="396429"/>
                      <a:pt x="1096355" y="432089"/>
                    </a:cubicBezTo>
                    <a:lnTo>
                      <a:pt x="1203399" y="425700"/>
                    </a:lnTo>
                    <a:cubicBezTo>
                      <a:pt x="1206998" y="425504"/>
                      <a:pt x="1210179" y="428021"/>
                      <a:pt x="1210831" y="431567"/>
                    </a:cubicBezTo>
                    <a:lnTo>
                      <a:pt x="1238342" y="588026"/>
                    </a:lnTo>
                    <a:cubicBezTo>
                      <a:pt x="1239020" y="591560"/>
                      <a:pt x="1236856" y="595028"/>
                      <a:pt x="1233387" y="595980"/>
                    </a:cubicBezTo>
                    <a:lnTo>
                      <a:pt x="1131428" y="626359"/>
                    </a:lnTo>
                    <a:cubicBezTo>
                      <a:pt x="1130906" y="665161"/>
                      <a:pt x="1126004" y="703780"/>
                      <a:pt x="1116825" y="741487"/>
                    </a:cubicBezTo>
                    <a:lnTo>
                      <a:pt x="1206789" y="796769"/>
                    </a:lnTo>
                    <a:cubicBezTo>
                      <a:pt x="1209814" y="798673"/>
                      <a:pt x="1210987" y="802506"/>
                      <a:pt x="1209527" y="805766"/>
                    </a:cubicBezTo>
                    <a:lnTo>
                      <a:pt x="1142380" y="949187"/>
                    </a:lnTo>
                    <a:cubicBezTo>
                      <a:pt x="1140855" y="952407"/>
                      <a:pt x="1137191" y="954024"/>
                      <a:pt x="1133775" y="952968"/>
                    </a:cubicBezTo>
                    <a:lnTo>
                      <a:pt x="1033510" y="919590"/>
                    </a:lnTo>
                    <a:cubicBezTo>
                      <a:pt x="1010745" y="951038"/>
                      <a:pt x="984499" y="979814"/>
                      <a:pt x="955281" y="1005382"/>
                    </a:cubicBezTo>
                    <a:lnTo>
                      <a:pt x="997133" y="1102126"/>
                    </a:lnTo>
                    <a:cubicBezTo>
                      <a:pt x="998555" y="1105386"/>
                      <a:pt x="997316" y="1109180"/>
                      <a:pt x="994265" y="1110992"/>
                    </a:cubicBezTo>
                    <a:lnTo>
                      <a:pt x="856581" y="1190395"/>
                    </a:lnTo>
                    <a:cubicBezTo>
                      <a:pt x="853517" y="1192234"/>
                      <a:pt x="849566" y="1191438"/>
                      <a:pt x="847454" y="1188570"/>
                    </a:cubicBezTo>
                    <a:lnTo>
                      <a:pt x="784349" y="1103560"/>
                    </a:lnTo>
                    <a:cubicBezTo>
                      <a:pt x="747633" y="1116012"/>
                      <a:pt x="709626" y="1124239"/>
                      <a:pt x="671046" y="1128072"/>
                    </a:cubicBezTo>
                    <a:lnTo>
                      <a:pt x="649663" y="1232379"/>
                    </a:lnTo>
                    <a:cubicBezTo>
                      <a:pt x="649129" y="1235951"/>
                      <a:pt x="645974" y="1238546"/>
                      <a:pt x="642362" y="1238376"/>
                    </a:cubicBezTo>
                    <a:close/>
                    <a:moveTo>
                      <a:pt x="490988" y="1210865"/>
                    </a:moveTo>
                    <a:lnTo>
                      <a:pt x="636756" y="1223904"/>
                    </a:lnTo>
                    <a:lnTo>
                      <a:pt x="657747" y="1120901"/>
                    </a:lnTo>
                    <a:cubicBezTo>
                      <a:pt x="658425" y="1117837"/>
                      <a:pt x="661007" y="1115568"/>
                      <a:pt x="664136" y="1115295"/>
                    </a:cubicBezTo>
                    <a:cubicBezTo>
                      <a:pt x="705089" y="1111605"/>
                      <a:pt x="745416" y="1102843"/>
                      <a:pt x="784218" y="1089218"/>
                    </a:cubicBezTo>
                    <a:cubicBezTo>
                      <a:pt x="787165" y="1088201"/>
                      <a:pt x="790438" y="1089205"/>
                      <a:pt x="792302" y="1091695"/>
                    </a:cubicBezTo>
                    <a:lnTo>
                      <a:pt x="854625" y="1175662"/>
                    </a:lnTo>
                    <a:lnTo>
                      <a:pt x="981357" y="1102517"/>
                    </a:lnTo>
                    <a:lnTo>
                      <a:pt x="939765" y="1006816"/>
                    </a:lnTo>
                    <a:cubicBezTo>
                      <a:pt x="938605" y="1003935"/>
                      <a:pt x="939387" y="1000649"/>
                      <a:pt x="941721" y="998602"/>
                    </a:cubicBezTo>
                    <a:cubicBezTo>
                      <a:pt x="973221" y="971795"/>
                      <a:pt x="1001202" y="941129"/>
                      <a:pt x="1025036" y="907334"/>
                    </a:cubicBezTo>
                    <a:cubicBezTo>
                      <a:pt x="1026913" y="904857"/>
                      <a:pt x="1030147" y="903814"/>
                      <a:pt x="1033119" y="904726"/>
                    </a:cubicBezTo>
                    <a:lnTo>
                      <a:pt x="1132210" y="937844"/>
                    </a:lnTo>
                    <a:lnTo>
                      <a:pt x="1194012" y="805244"/>
                    </a:lnTo>
                    <a:lnTo>
                      <a:pt x="1104960" y="750484"/>
                    </a:lnTo>
                    <a:cubicBezTo>
                      <a:pt x="1102339" y="748828"/>
                      <a:pt x="1101075" y="745672"/>
                      <a:pt x="1101831" y="742660"/>
                    </a:cubicBezTo>
                    <a:cubicBezTo>
                      <a:pt x="1112040" y="702829"/>
                      <a:pt x="1117255" y="661875"/>
                      <a:pt x="1117346" y="620753"/>
                    </a:cubicBezTo>
                    <a:cubicBezTo>
                      <a:pt x="1117360" y="617649"/>
                      <a:pt x="1119433" y="614924"/>
                      <a:pt x="1122432" y="614103"/>
                    </a:cubicBezTo>
                    <a:lnTo>
                      <a:pt x="1223348" y="583985"/>
                    </a:lnTo>
                    <a:lnTo>
                      <a:pt x="1197923" y="439912"/>
                    </a:lnTo>
                    <a:lnTo>
                      <a:pt x="1092052" y="446300"/>
                    </a:lnTo>
                    <a:cubicBezTo>
                      <a:pt x="1088949" y="446535"/>
                      <a:pt x="1086055" y="444671"/>
                      <a:pt x="1085012" y="441737"/>
                    </a:cubicBezTo>
                    <a:cubicBezTo>
                      <a:pt x="1070539" y="403756"/>
                      <a:pt x="1051490" y="367680"/>
                      <a:pt x="1028295" y="334302"/>
                    </a:cubicBezTo>
                    <a:cubicBezTo>
                      <a:pt x="1026431" y="331837"/>
                      <a:pt x="1026431" y="328421"/>
                      <a:pt x="1028295" y="325957"/>
                    </a:cubicBezTo>
                    <a:lnTo>
                      <a:pt x="1094790" y="241990"/>
                    </a:lnTo>
                    <a:lnTo>
                      <a:pt x="991136" y="139118"/>
                    </a:lnTo>
                    <a:lnTo>
                      <a:pt x="906387" y="206396"/>
                    </a:lnTo>
                    <a:cubicBezTo>
                      <a:pt x="903923" y="208260"/>
                      <a:pt x="900507" y="208260"/>
                      <a:pt x="898042" y="206396"/>
                    </a:cubicBezTo>
                    <a:cubicBezTo>
                      <a:pt x="840857" y="167529"/>
                      <a:pt x="776135" y="141139"/>
                      <a:pt x="708075" y="128949"/>
                    </a:cubicBezTo>
                    <a:cubicBezTo>
                      <a:pt x="705024" y="128388"/>
                      <a:pt x="702690" y="125911"/>
                      <a:pt x="702338" y="122821"/>
                    </a:cubicBezTo>
                    <a:lnTo>
                      <a:pt x="689300" y="13690"/>
                    </a:lnTo>
                    <a:lnTo>
                      <a:pt x="543923" y="13690"/>
                    </a:lnTo>
                    <a:lnTo>
                      <a:pt x="530885" y="123473"/>
                    </a:lnTo>
                    <a:cubicBezTo>
                      <a:pt x="530637" y="126549"/>
                      <a:pt x="528329" y="129079"/>
                      <a:pt x="525278" y="129601"/>
                    </a:cubicBezTo>
                    <a:cubicBezTo>
                      <a:pt x="486437" y="137019"/>
                      <a:pt x="448613" y="149054"/>
                      <a:pt x="412627" y="165456"/>
                    </a:cubicBezTo>
                    <a:cubicBezTo>
                      <a:pt x="409785" y="166681"/>
                      <a:pt x="406473" y="165951"/>
                      <a:pt x="404413" y="163630"/>
                    </a:cubicBezTo>
                    <a:lnTo>
                      <a:pt x="330747" y="80707"/>
                    </a:lnTo>
                    <a:lnTo>
                      <a:pt x="210925" y="164543"/>
                    </a:lnTo>
                    <a:lnTo>
                      <a:pt x="263861" y="262330"/>
                    </a:lnTo>
                    <a:cubicBezTo>
                      <a:pt x="265282" y="265081"/>
                      <a:pt x="264812" y="268419"/>
                      <a:pt x="262687" y="270675"/>
                    </a:cubicBezTo>
                    <a:cubicBezTo>
                      <a:pt x="235059" y="298811"/>
                      <a:pt x="210899" y="330155"/>
                      <a:pt x="190716" y="364029"/>
                    </a:cubicBezTo>
                    <a:cubicBezTo>
                      <a:pt x="189047" y="366636"/>
                      <a:pt x="185931" y="367940"/>
                      <a:pt x="182893" y="367288"/>
                    </a:cubicBezTo>
                    <a:lnTo>
                      <a:pt x="74805" y="341212"/>
                    </a:lnTo>
                    <a:lnTo>
                      <a:pt x="24869" y="478635"/>
                    </a:lnTo>
                    <a:lnTo>
                      <a:pt x="123699" y="528050"/>
                    </a:lnTo>
                    <a:cubicBezTo>
                      <a:pt x="126463" y="529485"/>
                      <a:pt x="128001" y="532536"/>
                      <a:pt x="127480" y="535613"/>
                    </a:cubicBezTo>
                    <a:cubicBezTo>
                      <a:pt x="122826" y="563097"/>
                      <a:pt x="120465" y="590921"/>
                      <a:pt x="120439" y="618797"/>
                    </a:cubicBezTo>
                    <a:cubicBezTo>
                      <a:pt x="120439" y="629358"/>
                      <a:pt x="120439" y="640571"/>
                      <a:pt x="121873" y="654000"/>
                    </a:cubicBezTo>
                    <a:cubicBezTo>
                      <a:pt x="122043" y="657051"/>
                      <a:pt x="120270" y="659880"/>
                      <a:pt x="117440" y="661041"/>
                    </a:cubicBezTo>
                    <a:lnTo>
                      <a:pt x="14960" y="701590"/>
                    </a:lnTo>
                    <a:lnTo>
                      <a:pt x="52771" y="842795"/>
                    </a:lnTo>
                    <a:lnTo>
                      <a:pt x="160337" y="826888"/>
                    </a:lnTo>
                    <a:cubicBezTo>
                      <a:pt x="163440" y="826431"/>
                      <a:pt x="166465" y="828074"/>
                      <a:pt x="167768" y="830930"/>
                    </a:cubicBezTo>
                    <a:cubicBezTo>
                      <a:pt x="184927" y="867215"/>
                      <a:pt x="206375" y="901310"/>
                      <a:pt x="231656" y="932498"/>
                    </a:cubicBezTo>
                    <a:cubicBezTo>
                      <a:pt x="233482" y="934975"/>
                      <a:pt x="233482" y="938365"/>
                      <a:pt x="231656" y="940842"/>
                    </a:cubicBezTo>
                    <a:lnTo>
                      <a:pt x="172071" y="1031198"/>
                    </a:lnTo>
                    <a:lnTo>
                      <a:pt x="284070" y="1125204"/>
                    </a:lnTo>
                    <a:lnTo>
                      <a:pt x="362299" y="1051798"/>
                    </a:lnTo>
                    <a:cubicBezTo>
                      <a:pt x="364529" y="1049608"/>
                      <a:pt x="367945" y="1049178"/>
                      <a:pt x="370644" y="1050755"/>
                    </a:cubicBezTo>
                    <a:cubicBezTo>
                      <a:pt x="405873" y="1071095"/>
                      <a:pt x="443502" y="1087002"/>
                      <a:pt x="482643" y="1098084"/>
                    </a:cubicBezTo>
                    <a:cubicBezTo>
                      <a:pt x="485616" y="1098879"/>
                      <a:pt x="487741" y="1101526"/>
                      <a:pt x="487858" y="1104603"/>
                    </a:cubicBezTo>
                    <a:close/>
                    <a:moveTo>
                      <a:pt x="619154" y="943320"/>
                    </a:moveTo>
                    <a:cubicBezTo>
                      <a:pt x="439995" y="943320"/>
                      <a:pt x="294761" y="798086"/>
                      <a:pt x="294761" y="618927"/>
                    </a:cubicBezTo>
                    <a:cubicBezTo>
                      <a:pt x="294761" y="439768"/>
                      <a:pt x="439995" y="294535"/>
                      <a:pt x="619154" y="294535"/>
                    </a:cubicBezTo>
                    <a:cubicBezTo>
                      <a:pt x="798313" y="294535"/>
                      <a:pt x="943546" y="439768"/>
                      <a:pt x="943546" y="618927"/>
                    </a:cubicBezTo>
                    <a:cubicBezTo>
                      <a:pt x="943546" y="798151"/>
                      <a:pt x="798378" y="943489"/>
                      <a:pt x="619154" y="943711"/>
                    </a:cubicBezTo>
                    <a:close/>
                    <a:moveTo>
                      <a:pt x="619154" y="308616"/>
                    </a:moveTo>
                    <a:cubicBezTo>
                      <a:pt x="447778" y="308538"/>
                      <a:pt x="308790" y="447422"/>
                      <a:pt x="308712" y="618797"/>
                    </a:cubicBezTo>
                    <a:cubicBezTo>
                      <a:pt x="308634" y="790172"/>
                      <a:pt x="447518" y="929160"/>
                      <a:pt x="618893" y="929238"/>
                    </a:cubicBezTo>
                    <a:cubicBezTo>
                      <a:pt x="790268" y="929317"/>
                      <a:pt x="929256" y="790433"/>
                      <a:pt x="929335" y="619058"/>
                    </a:cubicBezTo>
                    <a:cubicBezTo>
                      <a:pt x="929335" y="619018"/>
                      <a:pt x="929335" y="618966"/>
                      <a:pt x="929335" y="618927"/>
                    </a:cubicBezTo>
                    <a:cubicBezTo>
                      <a:pt x="928904" y="447839"/>
                      <a:pt x="790242" y="309294"/>
                      <a:pt x="619154" y="30900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90" name="Google Shape;1890;g3f3ba1429e3_0_2817"/>
              <p:cNvSpPr/>
              <p:nvPr/>
            </p:nvSpPr>
            <p:spPr>
              <a:xfrm>
                <a:off x="7694039" y="2627918"/>
                <a:ext cx="1244319" cy="1096398"/>
              </a:xfrm>
              <a:custGeom>
                <a:rect b="b" l="l" r="r" t="t"/>
                <a:pathLst>
                  <a:path extrusionOk="0" h="1096398" w="1244319">
                    <a:moveTo>
                      <a:pt x="487996" y="1096398"/>
                    </a:moveTo>
                    <a:cubicBezTo>
                      <a:pt x="312697" y="1095968"/>
                      <a:pt x="142964" y="1034832"/>
                      <a:pt x="7666" y="923380"/>
                    </a:cubicBezTo>
                    <a:cubicBezTo>
                      <a:pt x="-1330" y="915923"/>
                      <a:pt x="-2595" y="902584"/>
                      <a:pt x="4863" y="893588"/>
                    </a:cubicBezTo>
                    <a:cubicBezTo>
                      <a:pt x="12321" y="884591"/>
                      <a:pt x="25659" y="883327"/>
                      <a:pt x="34655" y="890785"/>
                    </a:cubicBezTo>
                    <a:cubicBezTo>
                      <a:pt x="338121" y="1141667"/>
                      <a:pt x="787512" y="1099045"/>
                      <a:pt x="1038395" y="795579"/>
                    </a:cubicBezTo>
                    <a:cubicBezTo>
                      <a:pt x="1215820" y="580969"/>
                      <a:pt x="1252066" y="282679"/>
                      <a:pt x="1131175" y="31823"/>
                    </a:cubicBezTo>
                    <a:cubicBezTo>
                      <a:pt x="1125334" y="21640"/>
                      <a:pt x="1128867" y="8654"/>
                      <a:pt x="1139050" y="2812"/>
                    </a:cubicBezTo>
                    <a:cubicBezTo>
                      <a:pt x="1149233" y="-3016"/>
                      <a:pt x="1162219" y="505"/>
                      <a:pt x="1168060" y="10688"/>
                    </a:cubicBezTo>
                    <a:cubicBezTo>
                      <a:pt x="1168556" y="11574"/>
                      <a:pt x="1168999" y="12487"/>
                      <a:pt x="1169377" y="13439"/>
                    </a:cubicBezTo>
                    <a:cubicBezTo>
                      <a:pt x="1350335" y="389293"/>
                      <a:pt x="1192338" y="840679"/>
                      <a:pt x="816496" y="1021624"/>
                    </a:cubicBezTo>
                    <a:cubicBezTo>
                      <a:pt x="714015" y="1070961"/>
                      <a:pt x="601729" y="1096529"/>
                      <a:pt x="487996" y="109639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91" name="Google Shape;1891;g3f3ba1429e3_0_2817"/>
              <p:cNvSpPr/>
              <p:nvPr/>
            </p:nvSpPr>
            <p:spPr>
              <a:xfrm>
                <a:off x="8772018" y="2530792"/>
                <a:ext cx="168585" cy="194400"/>
              </a:xfrm>
              <a:custGeom>
                <a:rect b="b" l="l" r="r" t="t"/>
                <a:pathLst>
                  <a:path extrusionOk="0" h="194400" w="168585">
                    <a:moveTo>
                      <a:pt x="652" y="194401"/>
                    </a:moveTo>
                    <a:lnTo>
                      <a:pt x="0" y="0"/>
                    </a:lnTo>
                    <a:lnTo>
                      <a:pt x="168585" y="96614"/>
                    </a:lnTo>
                    <a:lnTo>
                      <a:pt x="652" y="19440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1892" name="Google Shape;1892;g3f3ba1429e3_0_2817"/>
            <p:cNvGrpSpPr/>
            <p:nvPr/>
          </p:nvGrpSpPr>
          <p:grpSpPr>
            <a:xfrm>
              <a:off x="5716757" y="2701775"/>
              <a:ext cx="2100989" cy="2869805"/>
              <a:chOff x="5716757" y="2701775"/>
              <a:chExt cx="2100989" cy="2869805"/>
            </a:xfrm>
          </p:grpSpPr>
          <p:sp>
            <p:nvSpPr>
              <p:cNvPr id="1893" name="Google Shape;1893;g3f3ba1429e3_0_2817"/>
              <p:cNvSpPr/>
              <p:nvPr/>
            </p:nvSpPr>
            <p:spPr>
              <a:xfrm>
                <a:off x="5716757" y="5232585"/>
                <a:ext cx="1347376" cy="338995"/>
              </a:xfrm>
              <a:custGeom>
                <a:rect b="b" l="l" r="r" t="t"/>
                <a:pathLst>
                  <a:path extrusionOk="0" h="338995" w="1347376">
                    <a:moveTo>
                      <a:pt x="1347376" y="169497"/>
                    </a:moveTo>
                    <a:cubicBezTo>
                      <a:pt x="1347376" y="263108"/>
                      <a:pt x="1045756" y="338995"/>
                      <a:pt x="673688" y="338995"/>
                    </a:cubicBezTo>
                    <a:cubicBezTo>
                      <a:pt x="301620" y="338995"/>
                      <a:pt x="0" y="263108"/>
                      <a:pt x="0" y="169497"/>
                    </a:cubicBezTo>
                    <a:cubicBezTo>
                      <a:pt x="0" y="75887"/>
                      <a:pt x="301621" y="0"/>
                      <a:pt x="673688" y="0"/>
                    </a:cubicBezTo>
                    <a:cubicBezTo>
                      <a:pt x="1045756" y="0"/>
                      <a:pt x="1347376" y="75887"/>
                      <a:pt x="1347376" y="16949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94" name="Google Shape;1894;g3f3ba1429e3_0_2817"/>
              <p:cNvSpPr/>
              <p:nvPr/>
            </p:nvSpPr>
            <p:spPr>
              <a:xfrm>
                <a:off x="7044315" y="4907931"/>
                <a:ext cx="766259" cy="353076"/>
              </a:xfrm>
              <a:custGeom>
                <a:rect b="b" l="l" r="r" t="t"/>
                <a:pathLst>
                  <a:path extrusionOk="0" h="353076" w="766259">
                    <a:moveTo>
                      <a:pt x="765347" y="353077"/>
                    </a:moveTo>
                    <a:cubicBezTo>
                      <a:pt x="765347" y="345514"/>
                      <a:pt x="766260" y="337952"/>
                      <a:pt x="766260" y="330129"/>
                    </a:cubicBezTo>
                    <a:cubicBezTo>
                      <a:pt x="766260" y="147593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129"/>
                    </a:cubicBezTo>
                    <a:cubicBezTo>
                      <a:pt x="0" y="337952"/>
                      <a:pt x="0" y="345514"/>
                      <a:pt x="1043" y="3530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95" name="Google Shape;1895;g3f3ba1429e3_0_2817"/>
              <p:cNvSpPr/>
              <p:nvPr/>
            </p:nvSpPr>
            <p:spPr>
              <a:xfrm>
                <a:off x="7037275" y="4900891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8"/>
                    </a:moveTo>
                    <a:lnTo>
                      <a:pt x="8084" y="367288"/>
                    </a:lnTo>
                    <a:cubicBezTo>
                      <a:pt x="4394" y="367301"/>
                      <a:pt x="1317" y="364446"/>
                      <a:pt x="1043" y="360769"/>
                    </a:cubicBezTo>
                    <a:cubicBezTo>
                      <a:pt x="391" y="351903"/>
                      <a:pt x="0" y="344341"/>
                      <a:pt x="0" y="337170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170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20"/>
                      <a:pt x="776052" y="367236"/>
                      <a:pt x="772388" y="367288"/>
                    </a:cubicBezTo>
                    <a:close/>
                    <a:moveTo>
                      <a:pt x="14603" y="353468"/>
                    </a:moveTo>
                    <a:lnTo>
                      <a:pt x="765608" y="353468"/>
                    </a:lnTo>
                    <a:cubicBezTo>
                      <a:pt x="765608" y="347731"/>
                      <a:pt x="765608" y="342516"/>
                      <a:pt x="765608" y="337561"/>
                    </a:cubicBezTo>
                    <a:cubicBezTo>
                      <a:pt x="765608" y="159458"/>
                      <a:pt x="596893" y="14472"/>
                      <a:pt x="389584" y="14472"/>
                    </a:cubicBezTo>
                    <a:cubicBezTo>
                      <a:pt x="182275" y="14472"/>
                      <a:pt x="13429" y="159458"/>
                      <a:pt x="13429" y="337561"/>
                    </a:cubicBezTo>
                    <a:cubicBezTo>
                      <a:pt x="14081" y="342255"/>
                      <a:pt x="14342" y="347340"/>
                      <a:pt x="14603" y="35346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96" name="Google Shape;1896;g3f3ba1429e3_0_2817"/>
              <p:cNvSpPr/>
              <p:nvPr/>
            </p:nvSpPr>
            <p:spPr>
              <a:xfrm>
                <a:off x="7044315" y="4939354"/>
                <a:ext cx="766259" cy="353076"/>
              </a:xfrm>
              <a:custGeom>
                <a:rect b="b" l="l" r="r" t="t"/>
                <a:pathLst>
                  <a:path extrusionOk="0" h="353076" w="766259">
                    <a:moveTo>
                      <a:pt x="765347" y="353077"/>
                    </a:moveTo>
                    <a:cubicBezTo>
                      <a:pt x="765347" y="345514"/>
                      <a:pt x="766260" y="337822"/>
                      <a:pt x="766260" y="330129"/>
                    </a:cubicBezTo>
                    <a:cubicBezTo>
                      <a:pt x="766260" y="147593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129"/>
                    </a:cubicBezTo>
                    <a:cubicBezTo>
                      <a:pt x="0" y="337822"/>
                      <a:pt x="0" y="345514"/>
                      <a:pt x="1043" y="35307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97" name="Google Shape;1897;g3f3ba1429e3_0_2817"/>
              <p:cNvSpPr/>
              <p:nvPr/>
            </p:nvSpPr>
            <p:spPr>
              <a:xfrm>
                <a:off x="7037275" y="4932313"/>
                <a:ext cx="780471" cy="367158"/>
              </a:xfrm>
              <a:custGeom>
                <a:rect b="b" l="l" r="r" t="t"/>
                <a:pathLst>
                  <a:path extrusionOk="0" h="367158" w="780471">
                    <a:moveTo>
                      <a:pt x="772388" y="367158"/>
                    </a:moveTo>
                    <a:lnTo>
                      <a:pt x="8084" y="367158"/>
                    </a:lnTo>
                    <a:cubicBezTo>
                      <a:pt x="4433" y="367171"/>
                      <a:pt x="1382" y="364407"/>
                      <a:pt x="1043" y="360769"/>
                    </a:cubicBezTo>
                    <a:cubicBezTo>
                      <a:pt x="391" y="351773"/>
                      <a:pt x="0" y="344341"/>
                      <a:pt x="0" y="337170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170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07"/>
                      <a:pt x="776038" y="367171"/>
                      <a:pt x="772388" y="367158"/>
                    </a:cubicBezTo>
                    <a:close/>
                    <a:moveTo>
                      <a:pt x="14603" y="353077"/>
                    </a:moveTo>
                    <a:lnTo>
                      <a:pt x="765608" y="353077"/>
                    </a:lnTo>
                    <a:cubicBezTo>
                      <a:pt x="765608" y="347340"/>
                      <a:pt x="765608" y="342125"/>
                      <a:pt x="765608" y="337170"/>
                    </a:cubicBezTo>
                    <a:cubicBezTo>
                      <a:pt x="765608" y="159067"/>
                      <a:pt x="596893" y="14082"/>
                      <a:pt x="389584" y="14082"/>
                    </a:cubicBezTo>
                    <a:cubicBezTo>
                      <a:pt x="182275" y="14082"/>
                      <a:pt x="13429" y="159067"/>
                      <a:pt x="13429" y="337170"/>
                    </a:cubicBezTo>
                    <a:cubicBezTo>
                      <a:pt x="14081" y="342125"/>
                      <a:pt x="14342" y="347340"/>
                      <a:pt x="14603" y="35307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98" name="Google Shape;1898;g3f3ba1429e3_0_2817"/>
              <p:cNvSpPr/>
              <p:nvPr/>
            </p:nvSpPr>
            <p:spPr>
              <a:xfrm>
                <a:off x="6559174" y="3157334"/>
                <a:ext cx="615784" cy="645539"/>
              </a:xfrm>
              <a:custGeom>
                <a:rect b="b" l="l" r="r" t="t"/>
                <a:pathLst>
                  <a:path extrusionOk="0" h="645539" w="615784">
                    <a:moveTo>
                      <a:pt x="45099" y="5033"/>
                    </a:moveTo>
                    <a:lnTo>
                      <a:pt x="308603" y="421606"/>
                    </a:lnTo>
                    <a:lnTo>
                      <a:pt x="598183" y="258627"/>
                    </a:lnTo>
                    <a:lnTo>
                      <a:pt x="615785" y="399962"/>
                    </a:lnTo>
                    <a:cubicBezTo>
                      <a:pt x="615785" y="399962"/>
                      <a:pt x="336896" y="619397"/>
                      <a:pt x="298042" y="636737"/>
                    </a:cubicBezTo>
                    <a:cubicBezTo>
                      <a:pt x="259188" y="654078"/>
                      <a:pt x="188520" y="643908"/>
                      <a:pt x="170919" y="622656"/>
                    </a:cubicBezTo>
                    <a:cubicBezTo>
                      <a:pt x="153317" y="601404"/>
                      <a:pt x="5072" y="76091"/>
                      <a:pt x="5072" y="76091"/>
                    </a:cubicBezTo>
                    <a:cubicBezTo>
                      <a:pt x="5072" y="76091"/>
                      <a:pt x="-21005" y="-23130"/>
                      <a:pt x="45099" y="50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899" name="Google Shape;1899;g3f3ba1429e3_0_2817"/>
              <p:cNvSpPr/>
              <p:nvPr/>
            </p:nvSpPr>
            <p:spPr>
              <a:xfrm>
                <a:off x="6552042" y="3149579"/>
                <a:ext cx="630022" cy="660808"/>
              </a:xfrm>
              <a:custGeom>
                <a:rect b="b" l="l" r="r" t="t"/>
                <a:pathLst>
                  <a:path extrusionOk="0" h="660808" w="630022">
                    <a:moveTo>
                      <a:pt x="255498" y="660790"/>
                    </a:moveTo>
                    <a:cubicBezTo>
                      <a:pt x="221338" y="660790"/>
                      <a:pt x="186004" y="651402"/>
                      <a:pt x="172575" y="634714"/>
                    </a:cubicBezTo>
                    <a:cubicBezTo>
                      <a:pt x="154452" y="612939"/>
                      <a:pt x="20418" y="139259"/>
                      <a:pt x="5294" y="84759"/>
                    </a:cubicBezTo>
                    <a:cubicBezTo>
                      <a:pt x="3599" y="78631"/>
                      <a:pt x="-9309" y="25695"/>
                      <a:pt x="12725" y="6529"/>
                    </a:cubicBezTo>
                    <a:cubicBezTo>
                      <a:pt x="22504" y="-1816"/>
                      <a:pt x="36716" y="-2207"/>
                      <a:pt x="54969" y="5616"/>
                    </a:cubicBezTo>
                    <a:cubicBezTo>
                      <a:pt x="56286" y="6151"/>
                      <a:pt x="57395" y="7116"/>
                      <a:pt x="58099" y="8354"/>
                    </a:cubicBezTo>
                    <a:lnTo>
                      <a:pt x="318082" y="419321"/>
                    </a:lnTo>
                    <a:lnTo>
                      <a:pt x="601795" y="260124"/>
                    </a:lnTo>
                    <a:cubicBezTo>
                      <a:pt x="603868" y="259015"/>
                      <a:pt x="606371" y="259015"/>
                      <a:pt x="608444" y="260124"/>
                    </a:cubicBezTo>
                    <a:cubicBezTo>
                      <a:pt x="610544" y="261219"/>
                      <a:pt x="612004" y="263253"/>
                      <a:pt x="612356" y="265600"/>
                    </a:cubicBezTo>
                    <a:lnTo>
                      <a:pt x="629958" y="406804"/>
                    </a:lnTo>
                    <a:cubicBezTo>
                      <a:pt x="630297" y="409242"/>
                      <a:pt x="629293" y="411681"/>
                      <a:pt x="627350" y="413193"/>
                    </a:cubicBezTo>
                    <a:cubicBezTo>
                      <a:pt x="615876" y="422190"/>
                      <a:pt x="347157" y="632888"/>
                      <a:pt x="308043" y="650751"/>
                    </a:cubicBezTo>
                    <a:cubicBezTo>
                      <a:pt x="291406" y="657674"/>
                      <a:pt x="273517" y="661090"/>
                      <a:pt x="255498" y="660790"/>
                    </a:cubicBezTo>
                    <a:close/>
                    <a:moveTo>
                      <a:pt x="31631" y="14743"/>
                    </a:moveTo>
                    <a:cubicBezTo>
                      <a:pt x="28150" y="14600"/>
                      <a:pt x="24721" y="15708"/>
                      <a:pt x="21983" y="17872"/>
                    </a:cubicBezTo>
                    <a:cubicBezTo>
                      <a:pt x="10378" y="27912"/>
                      <a:pt x="13899" y="62333"/>
                      <a:pt x="18853" y="81630"/>
                    </a:cubicBezTo>
                    <a:cubicBezTo>
                      <a:pt x="77917" y="291024"/>
                      <a:pt x="170489" y="609159"/>
                      <a:pt x="183527" y="626239"/>
                    </a:cubicBezTo>
                    <a:cubicBezTo>
                      <a:pt x="198912" y="644623"/>
                      <a:pt x="266450" y="654662"/>
                      <a:pt x="302175" y="638364"/>
                    </a:cubicBezTo>
                    <a:cubicBezTo>
                      <a:pt x="337900" y="622066"/>
                      <a:pt x="584584" y="429752"/>
                      <a:pt x="615094" y="405110"/>
                    </a:cubicBezTo>
                    <a:lnTo>
                      <a:pt x="599187" y="278247"/>
                    </a:lnTo>
                    <a:lnTo>
                      <a:pt x="319125" y="435880"/>
                    </a:lnTo>
                    <a:cubicBezTo>
                      <a:pt x="315839" y="437692"/>
                      <a:pt x="311706" y="436597"/>
                      <a:pt x="309738" y="433402"/>
                    </a:cubicBezTo>
                    <a:lnTo>
                      <a:pt x="47407" y="18655"/>
                    </a:lnTo>
                    <a:cubicBezTo>
                      <a:pt x="42426" y="16425"/>
                      <a:pt x="37081" y="15095"/>
                      <a:pt x="31631" y="147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00" name="Google Shape;1900;g3f3ba1429e3_0_2817"/>
              <p:cNvSpPr/>
              <p:nvPr/>
            </p:nvSpPr>
            <p:spPr>
              <a:xfrm>
                <a:off x="6941965" y="3352986"/>
                <a:ext cx="275368" cy="377849"/>
              </a:xfrm>
              <a:custGeom>
                <a:rect b="b" l="l" r="r" t="t"/>
                <a:pathLst>
                  <a:path extrusionOk="0" h="377849" w="275368">
                    <a:moveTo>
                      <a:pt x="201311" y="42374"/>
                    </a:moveTo>
                    <a:lnTo>
                      <a:pt x="0" y="169498"/>
                    </a:lnTo>
                    <a:lnTo>
                      <a:pt x="107044" y="377849"/>
                    </a:lnTo>
                    <a:lnTo>
                      <a:pt x="275368" y="194271"/>
                    </a:lnTo>
                    <a:lnTo>
                      <a:pt x="257767" y="0"/>
                    </a:lnTo>
                    <a:lnTo>
                      <a:pt x="201311" y="42374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01" name="Google Shape;1901;g3f3ba1429e3_0_2817"/>
              <p:cNvSpPr/>
              <p:nvPr/>
            </p:nvSpPr>
            <p:spPr>
              <a:xfrm>
                <a:off x="6934890" y="3346286"/>
                <a:ext cx="289538" cy="391606"/>
              </a:xfrm>
              <a:custGeom>
                <a:rect b="b" l="l" r="r" t="t"/>
                <a:pathLst>
                  <a:path extrusionOk="0" h="391606" w="289538">
                    <a:moveTo>
                      <a:pt x="114119" y="391590"/>
                    </a:moveTo>
                    <a:lnTo>
                      <a:pt x="113206" y="391590"/>
                    </a:lnTo>
                    <a:cubicBezTo>
                      <a:pt x="110951" y="391186"/>
                      <a:pt x="108995" y="389804"/>
                      <a:pt x="107861" y="387809"/>
                    </a:cubicBezTo>
                    <a:lnTo>
                      <a:pt x="816" y="179196"/>
                    </a:lnTo>
                    <a:cubicBezTo>
                      <a:pt x="-905" y="175937"/>
                      <a:pt x="177" y="171895"/>
                      <a:pt x="3293" y="169939"/>
                    </a:cubicBezTo>
                    <a:lnTo>
                      <a:pt x="204344" y="43598"/>
                    </a:lnTo>
                    <a:lnTo>
                      <a:pt x="260539" y="1485"/>
                    </a:lnTo>
                    <a:cubicBezTo>
                      <a:pt x="263603" y="-901"/>
                      <a:pt x="268036" y="-354"/>
                      <a:pt x="270422" y="2710"/>
                    </a:cubicBezTo>
                    <a:cubicBezTo>
                      <a:pt x="271256" y="3780"/>
                      <a:pt x="271765" y="5083"/>
                      <a:pt x="271882" y="6439"/>
                    </a:cubicBezTo>
                    <a:lnTo>
                      <a:pt x="289484" y="200710"/>
                    </a:lnTo>
                    <a:cubicBezTo>
                      <a:pt x="289745" y="202678"/>
                      <a:pt x="289067" y="204660"/>
                      <a:pt x="287659" y="206055"/>
                    </a:cubicBezTo>
                    <a:lnTo>
                      <a:pt x="119334" y="389765"/>
                    </a:lnTo>
                    <a:cubicBezTo>
                      <a:pt x="117913" y="391055"/>
                      <a:pt x="116036" y="391721"/>
                      <a:pt x="114119" y="391590"/>
                    </a:cubicBezTo>
                    <a:close/>
                    <a:moveTo>
                      <a:pt x="16332" y="178675"/>
                    </a:moveTo>
                    <a:lnTo>
                      <a:pt x="115814" y="372293"/>
                    </a:lnTo>
                    <a:lnTo>
                      <a:pt x="275142" y="198493"/>
                    </a:lnTo>
                    <a:lnTo>
                      <a:pt x="258974" y="19999"/>
                    </a:lnTo>
                    <a:lnTo>
                      <a:pt x="212558" y="54681"/>
                    </a:lnTo>
                    <a:lnTo>
                      <a:pt x="212558" y="54681"/>
                    </a:lnTo>
                    <a:close/>
                    <a:moveTo>
                      <a:pt x="208386" y="49074"/>
                    </a:moveTo>
                    <a:lnTo>
                      <a:pt x="208386" y="49074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02" name="Google Shape;1902;g3f3ba1429e3_0_2817"/>
              <p:cNvSpPr/>
              <p:nvPr/>
            </p:nvSpPr>
            <p:spPr>
              <a:xfrm>
                <a:off x="6312607" y="3857958"/>
                <a:ext cx="720870" cy="1274753"/>
              </a:xfrm>
              <a:custGeom>
                <a:rect b="b" l="l" r="r" t="t"/>
                <a:pathLst>
                  <a:path extrusionOk="0" h="1274753" w="720870">
                    <a:moveTo>
                      <a:pt x="0" y="279280"/>
                    </a:moveTo>
                    <a:lnTo>
                      <a:pt x="491543" y="773301"/>
                    </a:lnTo>
                    <a:cubicBezTo>
                      <a:pt x="491543" y="773301"/>
                      <a:pt x="367940" y="889863"/>
                      <a:pt x="279671" y="988823"/>
                    </a:cubicBezTo>
                    <a:cubicBezTo>
                      <a:pt x="191402" y="1087784"/>
                      <a:pt x="46677" y="1214777"/>
                      <a:pt x="46677" y="1214777"/>
                    </a:cubicBezTo>
                    <a:lnTo>
                      <a:pt x="96092" y="1274753"/>
                    </a:lnTo>
                    <a:cubicBezTo>
                      <a:pt x="96092" y="1274753"/>
                      <a:pt x="668212" y="844490"/>
                      <a:pt x="695853" y="815675"/>
                    </a:cubicBezTo>
                    <a:cubicBezTo>
                      <a:pt x="723494" y="786860"/>
                      <a:pt x="724146" y="730926"/>
                      <a:pt x="717106" y="656869"/>
                    </a:cubicBezTo>
                    <a:cubicBezTo>
                      <a:pt x="710065" y="582811"/>
                      <a:pt x="501713" y="0"/>
                      <a:pt x="50171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03" name="Google Shape;1903;g3f3ba1429e3_0_2817"/>
              <p:cNvSpPr/>
              <p:nvPr/>
            </p:nvSpPr>
            <p:spPr>
              <a:xfrm>
                <a:off x="6305525" y="3851195"/>
                <a:ext cx="736305" cy="1288775"/>
              </a:xfrm>
              <a:custGeom>
                <a:rect b="b" l="l" r="r" t="t"/>
                <a:pathLst>
                  <a:path extrusionOk="0" h="1288775" w="736305">
                    <a:moveTo>
                      <a:pt x="103174" y="1288688"/>
                    </a:moveTo>
                    <a:cubicBezTo>
                      <a:pt x="101049" y="1288675"/>
                      <a:pt x="99054" y="1287723"/>
                      <a:pt x="97698" y="1286080"/>
                    </a:cubicBezTo>
                    <a:lnTo>
                      <a:pt x="48283" y="1225974"/>
                    </a:lnTo>
                    <a:cubicBezTo>
                      <a:pt x="45858" y="1223040"/>
                      <a:pt x="46197" y="1218711"/>
                      <a:pt x="49065" y="1216195"/>
                    </a:cubicBezTo>
                    <a:cubicBezTo>
                      <a:pt x="50500" y="1215021"/>
                      <a:pt x="194573" y="1088289"/>
                      <a:pt x="281538" y="990893"/>
                    </a:cubicBezTo>
                    <a:cubicBezTo>
                      <a:pt x="358725" y="904449"/>
                      <a:pt x="464074" y="803403"/>
                      <a:pt x="488586" y="779934"/>
                    </a:cubicBezTo>
                    <a:lnTo>
                      <a:pt x="2128" y="290998"/>
                    </a:lnTo>
                    <a:cubicBezTo>
                      <a:pt x="576" y="289460"/>
                      <a:pt x="-193" y="287308"/>
                      <a:pt x="42" y="285131"/>
                    </a:cubicBezTo>
                    <a:cubicBezTo>
                      <a:pt x="393" y="282928"/>
                      <a:pt x="1736" y="280998"/>
                      <a:pt x="3692" y="279916"/>
                    </a:cubicBezTo>
                    <a:lnTo>
                      <a:pt x="506448" y="636"/>
                    </a:lnTo>
                    <a:cubicBezTo>
                      <a:pt x="508365" y="-212"/>
                      <a:pt x="510529" y="-212"/>
                      <a:pt x="512446" y="636"/>
                    </a:cubicBezTo>
                    <a:cubicBezTo>
                      <a:pt x="514376" y="1431"/>
                      <a:pt x="515875" y="2996"/>
                      <a:pt x="516618" y="4938"/>
                    </a:cubicBezTo>
                    <a:cubicBezTo>
                      <a:pt x="525093" y="28668"/>
                      <a:pt x="725231" y="589314"/>
                      <a:pt x="732402" y="663372"/>
                    </a:cubicBezTo>
                    <a:cubicBezTo>
                      <a:pt x="739964" y="743166"/>
                      <a:pt x="738660" y="798448"/>
                      <a:pt x="709194" y="828045"/>
                    </a:cubicBezTo>
                    <a:cubicBezTo>
                      <a:pt x="679727" y="857642"/>
                      <a:pt x="131467" y="1270173"/>
                      <a:pt x="108129" y="1287775"/>
                    </a:cubicBezTo>
                    <a:cubicBezTo>
                      <a:pt x="106630" y="1288622"/>
                      <a:pt x="104882" y="1288948"/>
                      <a:pt x="103174" y="1288688"/>
                    </a:cubicBezTo>
                    <a:close/>
                    <a:moveTo>
                      <a:pt x="64060" y="1222323"/>
                    </a:moveTo>
                    <a:lnTo>
                      <a:pt x="104869" y="1271868"/>
                    </a:lnTo>
                    <a:cubicBezTo>
                      <a:pt x="163281" y="1227799"/>
                      <a:pt x="672947" y="843561"/>
                      <a:pt x="699024" y="817484"/>
                    </a:cubicBezTo>
                    <a:cubicBezTo>
                      <a:pt x="725100" y="791407"/>
                      <a:pt x="725100" y="737690"/>
                      <a:pt x="718190" y="664284"/>
                    </a:cubicBezTo>
                    <a:cubicBezTo>
                      <a:pt x="711671" y="596485"/>
                      <a:pt x="530830" y="86688"/>
                      <a:pt x="505927" y="16933"/>
                    </a:cubicBezTo>
                    <a:lnTo>
                      <a:pt x="19208" y="287739"/>
                    </a:lnTo>
                    <a:lnTo>
                      <a:pt x="504232" y="775110"/>
                    </a:lnTo>
                    <a:cubicBezTo>
                      <a:pt x="505536" y="776492"/>
                      <a:pt x="506279" y="778304"/>
                      <a:pt x="506318" y="780195"/>
                    </a:cubicBezTo>
                    <a:cubicBezTo>
                      <a:pt x="506214" y="782098"/>
                      <a:pt x="505431" y="783911"/>
                      <a:pt x="504102" y="785279"/>
                    </a:cubicBezTo>
                    <a:cubicBezTo>
                      <a:pt x="502798" y="786453"/>
                      <a:pt x="379716" y="902624"/>
                      <a:pt x="292621" y="1000281"/>
                    </a:cubicBezTo>
                    <a:cubicBezTo>
                      <a:pt x="213869" y="1087768"/>
                      <a:pt x="90136" y="1198724"/>
                      <a:pt x="63147" y="122232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04" name="Google Shape;1904;g3f3ba1429e3_0_2817"/>
              <p:cNvSpPr/>
              <p:nvPr/>
            </p:nvSpPr>
            <p:spPr>
              <a:xfrm>
                <a:off x="6248718" y="4779243"/>
                <a:ext cx="445910" cy="557386"/>
              </a:xfrm>
              <a:custGeom>
                <a:rect b="b" l="l" r="r" t="t"/>
                <a:pathLst>
                  <a:path extrusionOk="0" h="557386" w="445910">
                    <a:moveTo>
                      <a:pt x="326740" y="0"/>
                    </a:moveTo>
                    <a:lnTo>
                      <a:pt x="445910" y="207961"/>
                    </a:lnTo>
                    <a:lnTo>
                      <a:pt x="204441" y="334302"/>
                    </a:lnTo>
                    <a:cubicBezTo>
                      <a:pt x="195940" y="362138"/>
                      <a:pt x="195940" y="391865"/>
                      <a:pt x="204441" y="419702"/>
                    </a:cubicBezTo>
                    <a:cubicBezTo>
                      <a:pt x="219305" y="460643"/>
                      <a:pt x="256594" y="501452"/>
                      <a:pt x="260115" y="524009"/>
                    </a:cubicBezTo>
                    <a:cubicBezTo>
                      <a:pt x="263635" y="546565"/>
                      <a:pt x="267547" y="557387"/>
                      <a:pt x="219305" y="557387"/>
                    </a:cubicBezTo>
                    <a:cubicBezTo>
                      <a:pt x="171063" y="557387"/>
                      <a:pt x="119040" y="516577"/>
                      <a:pt x="92964" y="486849"/>
                    </a:cubicBezTo>
                    <a:cubicBezTo>
                      <a:pt x="66887" y="457122"/>
                      <a:pt x="63237" y="375372"/>
                      <a:pt x="40811" y="341994"/>
                    </a:cubicBezTo>
                    <a:cubicBezTo>
                      <a:pt x="18385" y="308616"/>
                      <a:pt x="-18644" y="260244"/>
                      <a:pt x="11083" y="215653"/>
                    </a:cubicBezTo>
                    <a:cubicBezTo>
                      <a:pt x="40811" y="171062"/>
                      <a:pt x="100135" y="163500"/>
                      <a:pt x="100135" y="163500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05" name="Google Shape;1905;g3f3ba1429e3_0_2817"/>
              <p:cNvSpPr/>
              <p:nvPr/>
            </p:nvSpPr>
            <p:spPr>
              <a:xfrm>
                <a:off x="6241498" y="4771893"/>
                <a:ext cx="460182" cy="571516"/>
              </a:xfrm>
              <a:custGeom>
                <a:rect b="b" l="l" r="r" t="t"/>
                <a:pathLst>
                  <a:path extrusionOk="0" h="571516" w="460182">
                    <a:moveTo>
                      <a:pt x="226264" y="571517"/>
                    </a:moveTo>
                    <a:cubicBezTo>
                      <a:pt x="172807" y="571517"/>
                      <a:pt x="118438" y="525752"/>
                      <a:pt x="94708" y="498633"/>
                    </a:cubicBezTo>
                    <a:cubicBezTo>
                      <a:pt x="79584" y="481422"/>
                      <a:pt x="71761" y="449478"/>
                      <a:pt x="64198" y="418578"/>
                    </a:cubicBezTo>
                    <a:cubicBezTo>
                      <a:pt x="60078" y="395891"/>
                      <a:pt x="52660" y="373921"/>
                      <a:pt x="42164" y="353386"/>
                    </a:cubicBezTo>
                    <a:lnTo>
                      <a:pt x="37340" y="346215"/>
                    </a:lnTo>
                    <a:cubicBezTo>
                      <a:pt x="14001" y="311794"/>
                      <a:pt x="-17943" y="264726"/>
                      <a:pt x="12436" y="219222"/>
                    </a:cubicBezTo>
                    <a:cubicBezTo>
                      <a:pt x="40860" y="176457"/>
                      <a:pt x="93926" y="166156"/>
                      <a:pt x="104617" y="164461"/>
                    </a:cubicBezTo>
                    <a:lnTo>
                      <a:pt x="329788" y="2004"/>
                    </a:lnTo>
                    <a:cubicBezTo>
                      <a:pt x="331405" y="505"/>
                      <a:pt x="333595" y="-199"/>
                      <a:pt x="335786" y="49"/>
                    </a:cubicBezTo>
                    <a:cubicBezTo>
                      <a:pt x="337729" y="453"/>
                      <a:pt x="339397" y="1692"/>
                      <a:pt x="340349" y="3439"/>
                    </a:cubicBezTo>
                    <a:lnTo>
                      <a:pt x="459258" y="212051"/>
                    </a:lnTo>
                    <a:cubicBezTo>
                      <a:pt x="460197" y="213720"/>
                      <a:pt x="460432" y="215689"/>
                      <a:pt x="459910" y="217527"/>
                    </a:cubicBezTo>
                    <a:cubicBezTo>
                      <a:pt x="459389" y="219353"/>
                      <a:pt x="458111" y="220878"/>
                      <a:pt x="456390" y="221700"/>
                    </a:cubicBezTo>
                    <a:lnTo>
                      <a:pt x="217528" y="346606"/>
                    </a:lnTo>
                    <a:cubicBezTo>
                      <a:pt x="210240" y="372214"/>
                      <a:pt x="210514" y="399385"/>
                      <a:pt x="218311" y="424836"/>
                    </a:cubicBezTo>
                    <a:cubicBezTo>
                      <a:pt x="226864" y="445384"/>
                      <a:pt x="237568" y="464968"/>
                      <a:pt x="250255" y="483247"/>
                    </a:cubicBezTo>
                    <a:cubicBezTo>
                      <a:pt x="260907" y="497355"/>
                      <a:pt x="269069" y="513196"/>
                      <a:pt x="274375" y="530055"/>
                    </a:cubicBezTo>
                    <a:lnTo>
                      <a:pt x="274375" y="532402"/>
                    </a:lnTo>
                    <a:cubicBezTo>
                      <a:pt x="276201" y="543615"/>
                      <a:pt x="277896" y="553263"/>
                      <a:pt x="271377" y="560956"/>
                    </a:cubicBezTo>
                    <a:cubicBezTo>
                      <a:pt x="264858" y="568648"/>
                      <a:pt x="252341" y="571517"/>
                      <a:pt x="226264" y="571517"/>
                    </a:cubicBezTo>
                    <a:close/>
                    <a:moveTo>
                      <a:pt x="331744" y="17651"/>
                    </a:moveTo>
                    <a:lnTo>
                      <a:pt x="111527" y="176457"/>
                    </a:lnTo>
                    <a:cubicBezTo>
                      <a:pt x="110602" y="177213"/>
                      <a:pt x="109454" y="177656"/>
                      <a:pt x="108268" y="177761"/>
                    </a:cubicBezTo>
                    <a:cubicBezTo>
                      <a:pt x="108268" y="177761"/>
                      <a:pt x="51682" y="185453"/>
                      <a:pt x="24171" y="226654"/>
                    </a:cubicBezTo>
                    <a:cubicBezTo>
                      <a:pt x="-863" y="264204"/>
                      <a:pt x="26779" y="304884"/>
                      <a:pt x="48944" y="337871"/>
                    </a:cubicBezTo>
                    <a:lnTo>
                      <a:pt x="53898" y="345172"/>
                    </a:lnTo>
                    <a:cubicBezTo>
                      <a:pt x="65476" y="367142"/>
                      <a:pt x="73612" y="390754"/>
                      <a:pt x="78019" y="415188"/>
                    </a:cubicBezTo>
                    <a:cubicBezTo>
                      <a:pt x="85060" y="444393"/>
                      <a:pt x="92491" y="474642"/>
                      <a:pt x="105269" y="489245"/>
                    </a:cubicBezTo>
                    <a:cubicBezTo>
                      <a:pt x="133953" y="522102"/>
                      <a:pt x="184151" y="557435"/>
                      <a:pt x="226264" y="557435"/>
                    </a:cubicBezTo>
                    <a:cubicBezTo>
                      <a:pt x="245952" y="557435"/>
                      <a:pt x="257556" y="555480"/>
                      <a:pt x="260685" y="551698"/>
                    </a:cubicBezTo>
                    <a:cubicBezTo>
                      <a:pt x="263814" y="547917"/>
                      <a:pt x="261859" y="542702"/>
                      <a:pt x="260685" y="534618"/>
                    </a:cubicBezTo>
                    <a:lnTo>
                      <a:pt x="260685" y="532272"/>
                    </a:lnTo>
                    <a:cubicBezTo>
                      <a:pt x="255522" y="517395"/>
                      <a:pt x="248090" y="503418"/>
                      <a:pt x="238651" y="490810"/>
                    </a:cubicBezTo>
                    <a:cubicBezTo>
                      <a:pt x="225352" y="471644"/>
                      <a:pt x="214152" y="451095"/>
                      <a:pt x="205273" y="429530"/>
                    </a:cubicBezTo>
                    <a:cubicBezTo>
                      <a:pt x="196159" y="400194"/>
                      <a:pt x="196159" y="368771"/>
                      <a:pt x="205273" y="339435"/>
                    </a:cubicBezTo>
                    <a:cubicBezTo>
                      <a:pt x="205755" y="337649"/>
                      <a:pt x="206994" y="336176"/>
                      <a:pt x="208663" y="335393"/>
                    </a:cubicBezTo>
                    <a:lnTo>
                      <a:pt x="443352" y="212442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06" name="Google Shape;1906;g3f3ba1429e3_0_2817"/>
              <p:cNvSpPr/>
              <p:nvPr/>
            </p:nvSpPr>
            <p:spPr>
              <a:xfrm>
                <a:off x="6248347" y="4972993"/>
                <a:ext cx="251749" cy="363261"/>
              </a:xfrm>
              <a:custGeom>
                <a:rect b="b" l="l" r="r" t="t"/>
                <a:pathLst>
                  <a:path extrusionOk="0" h="363261" w="251749">
                    <a:moveTo>
                      <a:pt x="251750" y="359596"/>
                    </a:moveTo>
                    <a:cubicBezTo>
                      <a:pt x="199597" y="344602"/>
                      <a:pt x="151225" y="302879"/>
                      <a:pt x="118108" y="257376"/>
                    </a:cubicBezTo>
                    <a:cubicBezTo>
                      <a:pt x="81079" y="206526"/>
                      <a:pt x="90336" y="118518"/>
                      <a:pt x="52916" y="86183"/>
                    </a:cubicBezTo>
                    <a:cubicBezTo>
                      <a:pt x="30230" y="66234"/>
                      <a:pt x="28404" y="27119"/>
                      <a:pt x="30360" y="0"/>
                    </a:cubicBezTo>
                    <a:cubicBezTo>
                      <a:pt x="22954" y="6180"/>
                      <a:pt x="16448" y="13377"/>
                      <a:pt x="11063" y="21383"/>
                    </a:cubicBezTo>
                    <a:cubicBezTo>
                      <a:pt x="-18664" y="65974"/>
                      <a:pt x="18495" y="114346"/>
                      <a:pt x="40790" y="147724"/>
                    </a:cubicBezTo>
                    <a:cubicBezTo>
                      <a:pt x="63086" y="181102"/>
                      <a:pt x="66867" y="262851"/>
                      <a:pt x="92944" y="292579"/>
                    </a:cubicBezTo>
                    <a:cubicBezTo>
                      <a:pt x="119020" y="322306"/>
                      <a:pt x="171173" y="363116"/>
                      <a:pt x="219285" y="363116"/>
                    </a:cubicBezTo>
                    <a:cubicBezTo>
                      <a:pt x="230224" y="363703"/>
                      <a:pt x="241189" y="362516"/>
                      <a:pt x="251750" y="35959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07" name="Google Shape;1907;g3f3ba1429e3_0_2817"/>
              <p:cNvSpPr/>
              <p:nvPr/>
            </p:nvSpPr>
            <p:spPr>
              <a:xfrm>
                <a:off x="6241498" y="4966533"/>
                <a:ext cx="266292" cy="377116"/>
              </a:xfrm>
              <a:custGeom>
                <a:rect b="b" l="l" r="r" t="t"/>
                <a:pathLst>
                  <a:path extrusionOk="0" h="377116" w="266292">
                    <a:moveTo>
                      <a:pt x="226264" y="376877"/>
                    </a:moveTo>
                    <a:cubicBezTo>
                      <a:pt x="172807" y="376877"/>
                      <a:pt x="118438" y="331113"/>
                      <a:pt x="94708" y="303993"/>
                    </a:cubicBezTo>
                    <a:cubicBezTo>
                      <a:pt x="79584" y="286783"/>
                      <a:pt x="71761" y="254839"/>
                      <a:pt x="64198" y="223938"/>
                    </a:cubicBezTo>
                    <a:cubicBezTo>
                      <a:pt x="60078" y="201251"/>
                      <a:pt x="52660" y="179282"/>
                      <a:pt x="42164" y="158747"/>
                    </a:cubicBezTo>
                    <a:lnTo>
                      <a:pt x="37340" y="151576"/>
                    </a:lnTo>
                    <a:cubicBezTo>
                      <a:pt x="14001" y="117155"/>
                      <a:pt x="-17943" y="70086"/>
                      <a:pt x="12436" y="24583"/>
                    </a:cubicBezTo>
                    <a:cubicBezTo>
                      <a:pt x="18199" y="15964"/>
                      <a:pt x="25188" y="8246"/>
                      <a:pt x="33167" y="1635"/>
                    </a:cubicBezTo>
                    <a:cubicBezTo>
                      <a:pt x="35332" y="-151"/>
                      <a:pt x="38343" y="-503"/>
                      <a:pt x="40860" y="723"/>
                    </a:cubicBezTo>
                    <a:cubicBezTo>
                      <a:pt x="43441" y="2014"/>
                      <a:pt x="44941" y="4765"/>
                      <a:pt x="44641" y="7633"/>
                    </a:cubicBezTo>
                    <a:cubicBezTo>
                      <a:pt x="43076" y="29668"/>
                      <a:pt x="43468" y="69304"/>
                      <a:pt x="64850" y="87949"/>
                    </a:cubicBezTo>
                    <a:cubicBezTo>
                      <a:pt x="86233" y="106594"/>
                      <a:pt x="92752" y="139059"/>
                      <a:pt x="100184" y="173871"/>
                    </a:cubicBezTo>
                    <a:cubicBezTo>
                      <a:pt x="106834" y="204902"/>
                      <a:pt x="113222" y="236977"/>
                      <a:pt x="130694" y="260315"/>
                    </a:cubicBezTo>
                    <a:cubicBezTo>
                      <a:pt x="167201" y="310512"/>
                      <a:pt x="214530" y="346759"/>
                      <a:pt x="261077" y="359927"/>
                    </a:cubicBezTo>
                    <a:cubicBezTo>
                      <a:pt x="264075" y="360684"/>
                      <a:pt x="266214" y="363357"/>
                      <a:pt x="266292" y="366447"/>
                    </a:cubicBezTo>
                    <a:cubicBezTo>
                      <a:pt x="266331" y="369511"/>
                      <a:pt x="264453" y="372262"/>
                      <a:pt x="261598" y="373357"/>
                    </a:cubicBezTo>
                    <a:cubicBezTo>
                      <a:pt x="250098" y="376486"/>
                      <a:pt x="238155" y="377672"/>
                      <a:pt x="226264" y="376877"/>
                    </a:cubicBezTo>
                    <a:close/>
                    <a:moveTo>
                      <a:pt x="30690" y="24843"/>
                    </a:moveTo>
                    <a:cubicBezTo>
                      <a:pt x="28539" y="27256"/>
                      <a:pt x="26583" y="29824"/>
                      <a:pt x="24823" y="32536"/>
                    </a:cubicBezTo>
                    <a:cubicBezTo>
                      <a:pt x="-211" y="70086"/>
                      <a:pt x="27431" y="110766"/>
                      <a:pt x="49596" y="143753"/>
                    </a:cubicBezTo>
                    <a:lnTo>
                      <a:pt x="54550" y="151054"/>
                    </a:lnTo>
                    <a:cubicBezTo>
                      <a:pt x="66128" y="173024"/>
                      <a:pt x="74264" y="196636"/>
                      <a:pt x="78671" y="221070"/>
                    </a:cubicBezTo>
                    <a:cubicBezTo>
                      <a:pt x="85712" y="250275"/>
                      <a:pt x="93143" y="280524"/>
                      <a:pt x="105921" y="295127"/>
                    </a:cubicBezTo>
                    <a:cubicBezTo>
                      <a:pt x="134605" y="327984"/>
                      <a:pt x="184802" y="363318"/>
                      <a:pt x="226916" y="363318"/>
                    </a:cubicBezTo>
                    <a:lnTo>
                      <a:pt x="229785" y="363318"/>
                    </a:lnTo>
                    <a:cubicBezTo>
                      <a:pt x="185819" y="341504"/>
                      <a:pt x="148021" y="309000"/>
                      <a:pt x="119872" y="268790"/>
                    </a:cubicBezTo>
                    <a:cubicBezTo>
                      <a:pt x="101097" y="242713"/>
                      <a:pt x="93795" y="209466"/>
                      <a:pt x="87015" y="177522"/>
                    </a:cubicBezTo>
                    <a:cubicBezTo>
                      <a:pt x="80235" y="145578"/>
                      <a:pt x="73977" y="114417"/>
                      <a:pt x="56115" y="99292"/>
                    </a:cubicBezTo>
                    <a:cubicBezTo>
                      <a:pt x="35905" y="80778"/>
                      <a:pt x="30168" y="50920"/>
                      <a:pt x="30038" y="2432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08" name="Google Shape;1908;g3f3ba1429e3_0_2817"/>
              <p:cNvSpPr/>
              <p:nvPr/>
            </p:nvSpPr>
            <p:spPr>
              <a:xfrm>
                <a:off x="6272188" y="4079218"/>
                <a:ext cx="669815" cy="1293658"/>
              </a:xfrm>
              <a:custGeom>
                <a:rect b="b" l="l" r="r" t="t"/>
                <a:pathLst>
                  <a:path extrusionOk="0" h="1293658" w="669815">
                    <a:moveTo>
                      <a:pt x="0" y="0"/>
                    </a:moveTo>
                    <a:cubicBezTo>
                      <a:pt x="0" y="0"/>
                      <a:pt x="95310" y="175495"/>
                      <a:pt x="169498" y="277846"/>
                    </a:cubicBezTo>
                    <a:cubicBezTo>
                      <a:pt x="268328" y="414357"/>
                      <a:pt x="447213" y="622709"/>
                      <a:pt x="447213" y="622709"/>
                    </a:cubicBezTo>
                    <a:lnTo>
                      <a:pt x="419050" y="1283097"/>
                    </a:lnTo>
                    <a:lnTo>
                      <a:pt x="507319" y="1293658"/>
                    </a:lnTo>
                    <a:cubicBezTo>
                      <a:pt x="507319" y="1293658"/>
                      <a:pt x="666256" y="643961"/>
                      <a:pt x="669777" y="590895"/>
                    </a:cubicBezTo>
                    <a:cubicBezTo>
                      <a:pt x="673297" y="537829"/>
                      <a:pt x="440172" y="40028"/>
                      <a:pt x="440172" y="40028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09" name="Google Shape;1909;g3f3ba1429e3_0_2817"/>
              <p:cNvSpPr/>
              <p:nvPr/>
            </p:nvSpPr>
            <p:spPr>
              <a:xfrm>
                <a:off x="6265620" y="4072179"/>
                <a:ext cx="683429" cy="1307737"/>
              </a:xfrm>
              <a:custGeom>
                <a:rect b="b" l="l" r="r" t="t"/>
                <a:pathLst>
                  <a:path extrusionOk="0" h="1307737" w="683429">
                    <a:moveTo>
                      <a:pt x="513888" y="1307738"/>
                    </a:moveTo>
                    <a:lnTo>
                      <a:pt x="512975" y="1307738"/>
                    </a:lnTo>
                    <a:lnTo>
                      <a:pt x="424706" y="1297177"/>
                    </a:lnTo>
                    <a:cubicBezTo>
                      <a:pt x="421029" y="1296707"/>
                      <a:pt x="418344" y="1293448"/>
                      <a:pt x="418578" y="1289745"/>
                    </a:cubicBezTo>
                    <a:lnTo>
                      <a:pt x="446611" y="632224"/>
                    </a:lnTo>
                    <a:cubicBezTo>
                      <a:pt x="427575" y="609799"/>
                      <a:pt x="262901" y="416832"/>
                      <a:pt x="170329" y="289057"/>
                    </a:cubicBezTo>
                    <a:cubicBezTo>
                      <a:pt x="96793" y="187488"/>
                      <a:pt x="832" y="12254"/>
                      <a:pt x="832" y="10429"/>
                    </a:cubicBezTo>
                    <a:cubicBezTo>
                      <a:pt x="-994" y="7013"/>
                      <a:pt x="284" y="2749"/>
                      <a:pt x="3700" y="911"/>
                    </a:cubicBezTo>
                    <a:cubicBezTo>
                      <a:pt x="7012" y="-980"/>
                      <a:pt x="11236" y="167"/>
                      <a:pt x="13127" y="3479"/>
                    </a:cubicBezTo>
                    <a:cubicBezTo>
                      <a:pt x="13153" y="3544"/>
                      <a:pt x="13192" y="3596"/>
                      <a:pt x="13218" y="3649"/>
                    </a:cubicBezTo>
                    <a:cubicBezTo>
                      <a:pt x="14261" y="5474"/>
                      <a:pt x="109310" y="179926"/>
                      <a:pt x="182716" y="280712"/>
                    </a:cubicBezTo>
                    <a:cubicBezTo>
                      <a:pt x="280242" y="415528"/>
                      <a:pt x="458345" y="623097"/>
                      <a:pt x="460170" y="625184"/>
                    </a:cubicBezTo>
                    <a:cubicBezTo>
                      <a:pt x="461240" y="626566"/>
                      <a:pt x="461839" y="628261"/>
                      <a:pt x="461865" y="630008"/>
                    </a:cubicBezTo>
                    <a:lnTo>
                      <a:pt x="432920" y="1283878"/>
                    </a:lnTo>
                    <a:lnTo>
                      <a:pt x="508542" y="1293005"/>
                    </a:lnTo>
                    <a:cubicBezTo>
                      <a:pt x="524580" y="1226770"/>
                      <a:pt x="666045" y="646567"/>
                      <a:pt x="669304" y="597543"/>
                    </a:cubicBezTo>
                    <a:cubicBezTo>
                      <a:pt x="672042" y="555559"/>
                      <a:pt x="505022" y="188141"/>
                      <a:pt x="440352" y="49935"/>
                    </a:cubicBezTo>
                    <a:cubicBezTo>
                      <a:pt x="438762" y="46401"/>
                      <a:pt x="440261" y="42242"/>
                      <a:pt x="443742" y="40547"/>
                    </a:cubicBezTo>
                    <a:cubicBezTo>
                      <a:pt x="447262" y="38891"/>
                      <a:pt x="451461" y="40391"/>
                      <a:pt x="453117" y="43911"/>
                    </a:cubicBezTo>
                    <a:cubicBezTo>
                      <a:pt x="453117" y="43911"/>
                      <a:pt x="453130" y="43924"/>
                      <a:pt x="453130" y="43937"/>
                    </a:cubicBezTo>
                    <a:cubicBezTo>
                      <a:pt x="477120" y="95047"/>
                      <a:pt x="686906" y="545129"/>
                      <a:pt x="683386" y="598325"/>
                    </a:cubicBezTo>
                    <a:cubicBezTo>
                      <a:pt x="679866" y="651521"/>
                      <a:pt x="526926" y="1275664"/>
                      <a:pt x="520668" y="1302392"/>
                    </a:cubicBezTo>
                    <a:cubicBezTo>
                      <a:pt x="519938" y="1305534"/>
                      <a:pt x="517122" y="1307764"/>
                      <a:pt x="513888" y="130773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10" name="Google Shape;1910;g3f3ba1429e3_0_2817"/>
              <p:cNvSpPr/>
              <p:nvPr/>
            </p:nvSpPr>
            <p:spPr>
              <a:xfrm>
                <a:off x="6756658" y="4074009"/>
                <a:ext cx="191564" cy="632741"/>
              </a:xfrm>
              <a:custGeom>
                <a:rect b="b" l="l" r="r" t="t"/>
                <a:pathLst>
                  <a:path extrusionOk="0" h="632741" w="191564">
                    <a:moveTo>
                      <a:pt x="183742" y="632741"/>
                    </a:moveTo>
                    <a:cubicBezTo>
                      <a:pt x="179831" y="632741"/>
                      <a:pt x="176636" y="629612"/>
                      <a:pt x="176571" y="625700"/>
                    </a:cubicBezTo>
                    <a:cubicBezTo>
                      <a:pt x="175789" y="439514"/>
                      <a:pt x="98341" y="291138"/>
                      <a:pt x="15939" y="134027"/>
                    </a:cubicBezTo>
                    <a:lnTo>
                      <a:pt x="684" y="104821"/>
                    </a:lnTo>
                    <a:cubicBezTo>
                      <a:pt x="-228" y="102878"/>
                      <a:pt x="-228" y="100636"/>
                      <a:pt x="684" y="98693"/>
                    </a:cubicBezTo>
                    <a:lnTo>
                      <a:pt x="42277" y="4296"/>
                    </a:lnTo>
                    <a:cubicBezTo>
                      <a:pt x="43828" y="697"/>
                      <a:pt x="48000" y="-972"/>
                      <a:pt x="51599" y="580"/>
                    </a:cubicBezTo>
                    <a:cubicBezTo>
                      <a:pt x="55197" y="2132"/>
                      <a:pt x="56866" y="6304"/>
                      <a:pt x="55315" y="9903"/>
                    </a:cubicBezTo>
                    <a:lnTo>
                      <a:pt x="16200" y="101171"/>
                    </a:lnTo>
                    <a:lnTo>
                      <a:pt x="29238" y="127247"/>
                    </a:lnTo>
                    <a:cubicBezTo>
                      <a:pt x="112292" y="285923"/>
                      <a:pt x="190652" y="435733"/>
                      <a:pt x="191565" y="625309"/>
                    </a:cubicBezTo>
                    <a:cubicBezTo>
                      <a:pt x="191565" y="629221"/>
                      <a:pt x="188436" y="632415"/>
                      <a:pt x="184524" y="63248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11" name="Google Shape;1911;g3f3ba1429e3_0_2817"/>
              <p:cNvSpPr/>
              <p:nvPr/>
            </p:nvSpPr>
            <p:spPr>
              <a:xfrm>
                <a:off x="6762524" y="4950762"/>
                <a:ext cx="18874" cy="55869"/>
              </a:xfrm>
              <a:custGeom>
                <a:rect b="b" l="l" r="r" t="t"/>
                <a:pathLst>
                  <a:path extrusionOk="0" h="55869" w="18874">
                    <a:moveTo>
                      <a:pt x="7075" y="55869"/>
                    </a:moveTo>
                    <a:lnTo>
                      <a:pt x="6293" y="55869"/>
                    </a:lnTo>
                    <a:cubicBezTo>
                      <a:pt x="2446" y="55452"/>
                      <a:pt x="-344" y="52023"/>
                      <a:pt x="34" y="48177"/>
                    </a:cubicBezTo>
                    <a:cubicBezTo>
                      <a:pt x="34" y="48177"/>
                      <a:pt x="1729" y="30836"/>
                      <a:pt x="4858" y="6193"/>
                    </a:cubicBezTo>
                    <a:cubicBezTo>
                      <a:pt x="5250" y="2399"/>
                      <a:pt x="8653" y="-365"/>
                      <a:pt x="12447" y="39"/>
                    </a:cubicBezTo>
                    <a:cubicBezTo>
                      <a:pt x="12525" y="39"/>
                      <a:pt x="12603" y="52"/>
                      <a:pt x="12681" y="65"/>
                    </a:cubicBezTo>
                    <a:cubicBezTo>
                      <a:pt x="16475" y="457"/>
                      <a:pt x="19240" y="3859"/>
                      <a:pt x="18835" y="7654"/>
                    </a:cubicBezTo>
                    <a:cubicBezTo>
                      <a:pt x="18835" y="7732"/>
                      <a:pt x="18822" y="7810"/>
                      <a:pt x="18809" y="7889"/>
                    </a:cubicBezTo>
                    <a:cubicBezTo>
                      <a:pt x="15811" y="32401"/>
                      <a:pt x="14115" y="49481"/>
                      <a:pt x="14115" y="49611"/>
                    </a:cubicBezTo>
                    <a:cubicBezTo>
                      <a:pt x="13659" y="53157"/>
                      <a:pt x="10660" y="55830"/>
                      <a:pt x="7075" y="5586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12" name="Google Shape;1912;g3f3ba1429e3_0_2817"/>
              <p:cNvSpPr/>
              <p:nvPr/>
            </p:nvSpPr>
            <p:spPr>
              <a:xfrm>
                <a:off x="6433155" y="4186452"/>
                <a:ext cx="404505" cy="730606"/>
              </a:xfrm>
              <a:custGeom>
                <a:rect b="b" l="l" r="r" t="t"/>
                <a:pathLst>
                  <a:path extrusionOk="0" h="730606" w="404505">
                    <a:moveTo>
                      <a:pt x="347396" y="730606"/>
                    </a:moveTo>
                    <a:lnTo>
                      <a:pt x="346484" y="730606"/>
                    </a:lnTo>
                    <a:cubicBezTo>
                      <a:pt x="342690" y="730150"/>
                      <a:pt x="339991" y="726708"/>
                      <a:pt x="340447" y="722914"/>
                    </a:cubicBezTo>
                    <a:cubicBezTo>
                      <a:pt x="340460" y="722835"/>
                      <a:pt x="340473" y="722744"/>
                      <a:pt x="340486" y="722653"/>
                    </a:cubicBezTo>
                    <a:cubicBezTo>
                      <a:pt x="349352" y="659417"/>
                      <a:pt x="357697" y="619520"/>
                      <a:pt x="365389" y="604135"/>
                    </a:cubicBezTo>
                    <a:cubicBezTo>
                      <a:pt x="370044" y="597355"/>
                      <a:pt x="371647" y="588945"/>
                      <a:pt x="369822" y="580927"/>
                    </a:cubicBezTo>
                    <a:cubicBezTo>
                      <a:pt x="366302" y="573495"/>
                      <a:pt x="353263" y="570235"/>
                      <a:pt x="340616" y="567106"/>
                    </a:cubicBezTo>
                    <a:cubicBezTo>
                      <a:pt x="335623" y="566363"/>
                      <a:pt x="331516" y="562804"/>
                      <a:pt x="330055" y="557980"/>
                    </a:cubicBezTo>
                    <a:cubicBezTo>
                      <a:pt x="327448" y="547809"/>
                      <a:pt x="339182" y="537118"/>
                      <a:pt x="356132" y="520950"/>
                    </a:cubicBezTo>
                    <a:cubicBezTo>
                      <a:pt x="368427" y="510676"/>
                      <a:pt x="379379" y="498890"/>
                      <a:pt x="388728" y="485877"/>
                    </a:cubicBezTo>
                    <a:cubicBezTo>
                      <a:pt x="390683" y="482618"/>
                      <a:pt x="390162" y="481053"/>
                      <a:pt x="389901" y="480532"/>
                    </a:cubicBezTo>
                    <a:cubicBezTo>
                      <a:pt x="387554" y="473361"/>
                      <a:pt x="368779" y="465538"/>
                      <a:pt x="350786" y="458106"/>
                    </a:cubicBezTo>
                    <a:cubicBezTo>
                      <a:pt x="324736" y="448797"/>
                      <a:pt x="300354" y="435367"/>
                      <a:pt x="278554" y="418339"/>
                    </a:cubicBezTo>
                    <a:cubicBezTo>
                      <a:pt x="240743" y="385222"/>
                      <a:pt x="71897" y="122370"/>
                      <a:pt x="1099" y="10893"/>
                    </a:cubicBezTo>
                    <a:cubicBezTo>
                      <a:pt x="-961" y="7607"/>
                      <a:pt x="-48" y="3266"/>
                      <a:pt x="3186" y="1114"/>
                    </a:cubicBezTo>
                    <a:cubicBezTo>
                      <a:pt x="6458" y="-985"/>
                      <a:pt x="10813" y="-33"/>
                      <a:pt x="12912" y="3252"/>
                    </a:cubicBezTo>
                    <a:cubicBezTo>
                      <a:pt x="12925" y="3279"/>
                      <a:pt x="12951" y="3305"/>
                      <a:pt x="12964" y="3331"/>
                    </a:cubicBezTo>
                    <a:cubicBezTo>
                      <a:pt x="159775" y="234369"/>
                      <a:pt x="262517" y="385613"/>
                      <a:pt x="287811" y="407518"/>
                    </a:cubicBezTo>
                    <a:cubicBezTo>
                      <a:pt x="308412" y="423568"/>
                      <a:pt x="331490" y="436163"/>
                      <a:pt x="356132" y="444807"/>
                    </a:cubicBezTo>
                    <a:cubicBezTo>
                      <a:pt x="381165" y="455238"/>
                      <a:pt x="399289" y="462669"/>
                      <a:pt x="403591" y="475969"/>
                    </a:cubicBezTo>
                    <a:cubicBezTo>
                      <a:pt x="405404" y="481744"/>
                      <a:pt x="404491" y="488029"/>
                      <a:pt x="401114" y="493049"/>
                    </a:cubicBezTo>
                    <a:cubicBezTo>
                      <a:pt x="391140" y="507221"/>
                      <a:pt x="379353" y="520025"/>
                      <a:pt x="366041" y="531120"/>
                    </a:cubicBezTo>
                    <a:cubicBezTo>
                      <a:pt x="358114" y="537822"/>
                      <a:pt x="350865" y="545293"/>
                      <a:pt x="344397" y="553416"/>
                    </a:cubicBezTo>
                    <a:cubicBezTo>
                      <a:pt x="360043" y="557327"/>
                      <a:pt x="376211" y="561500"/>
                      <a:pt x="382339" y="574929"/>
                    </a:cubicBezTo>
                    <a:cubicBezTo>
                      <a:pt x="386368" y="586820"/>
                      <a:pt x="384686" y="599910"/>
                      <a:pt x="377775" y="610393"/>
                    </a:cubicBezTo>
                    <a:cubicBezTo>
                      <a:pt x="372951" y="619911"/>
                      <a:pt x="364737" y="647552"/>
                      <a:pt x="354176" y="724478"/>
                    </a:cubicBezTo>
                    <a:cubicBezTo>
                      <a:pt x="353681" y="727881"/>
                      <a:pt x="350838" y="730450"/>
                      <a:pt x="347396" y="73060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13" name="Google Shape;1913;g3f3ba1429e3_0_2817"/>
              <p:cNvSpPr/>
              <p:nvPr/>
            </p:nvSpPr>
            <p:spPr>
              <a:xfrm>
                <a:off x="6403136" y="4138039"/>
                <a:ext cx="30439" cy="40531"/>
              </a:xfrm>
              <a:custGeom>
                <a:rect b="b" l="l" r="r" t="t"/>
                <a:pathLst>
                  <a:path extrusionOk="0" h="40531" w="30439">
                    <a:moveTo>
                      <a:pt x="23425" y="40531"/>
                    </a:moveTo>
                    <a:cubicBezTo>
                      <a:pt x="20961" y="40544"/>
                      <a:pt x="18679" y="39253"/>
                      <a:pt x="17427" y="37141"/>
                    </a:cubicBezTo>
                    <a:lnTo>
                      <a:pt x="1260" y="11065"/>
                    </a:lnTo>
                    <a:cubicBezTo>
                      <a:pt x="-956" y="7870"/>
                      <a:pt x="-174" y="3489"/>
                      <a:pt x="3020" y="1260"/>
                    </a:cubicBezTo>
                    <a:cubicBezTo>
                      <a:pt x="6214" y="-956"/>
                      <a:pt x="10595" y="-174"/>
                      <a:pt x="12825" y="3020"/>
                    </a:cubicBezTo>
                    <a:cubicBezTo>
                      <a:pt x="12929" y="3177"/>
                      <a:pt x="13034" y="3333"/>
                      <a:pt x="13125" y="3502"/>
                    </a:cubicBezTo>
                    <a:lnTo>
                      <a:pt x="29292" y="29579"/>
                    </a:lnTo>
                    <a:cubicBezTo>
                      <a:pt x="31417" y="32839"/>
                      <a:pt x="30505" y="37194"/>
                      <a:pt x="27258" y="39332"/>
                    </a:cubicBezTo>
                    <a:cubicBezTo>
                      <a:pt x="27245" y="39332"/>
                      <a:pt x="27219" y="39345"/>
                      <a:pt x="27206" y="39358"/>
                    </a:cubicBezTo>
                    <a:cubicBezTo>
                      <a:pt x="26085" y="40114"/>
                      <a:pt x="24768" y="40531"/>
                      <a:pt x="23425" y="405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14" name="Google Shape;1914;g3f3ba1429e3_0_2817"/>
              <p:cNvSpPr/>
              <p:nvPr/>
            </p:nvSpPr>
            <p:spPr>
              <a:xfrm>
                <a:off x="6615678" y="5014715"/>
                <a:ext cx="416120" cy="539502"/>
              </a:xfrm>
              <a:custGeom>
                <a:rect b="b" l="l" r="r" t="t"/>
                <a:pathLst>
                  <a:path extrusionOk="0" h="539502" w="416120">
                    <a:moveTo>
                      <a:pt x="62914" y="0"/>
                    </a:moveTo>
                    <a:lnTo>
                      <a:pt x="294473" y="19557"/>
                    </a:lnTo>
                    <a:lnTo>
                      <a:pt x="231629" y="345514"/>
                    </a:lnTo>
                    <a:cubicBezTo>
                      <a:pt x="249257" y="383247"/>
                      <a:pt x="282113" y="411697"/>
                      <a:pt x="321984" y="423744"/>
                    </a:cubicBezTo>
                    <a:cubicBezTo>
                      <a:pt x="388610" y="443302"/>
                      <a:pt x="416121" y="455036"/>
                      <a:pt x="416121" y="486458"/>
                    </a:cubicBezTo>
                    <a:cubicBezTo>
                      <a:pt x="416121" y="517881"/>
                      <a:pt x="388610" y="525573"/>
                      <a:pt x="278828" y="537438"/>
                    </a:cubicBezTo>
                    <a:cubicBezTo>
                      <a:pt x="169045" y="549303"/>
                      <a:pt x="55091" y="506146"/>
                      <a:pt x="55091" y="506146"/>
                    </a:cubicBezTo>
                    <a:cubicBezTo>
                      <a:pt x="55091" y="506146"/>
                      <a:pt x="4111" y="498193"/>
                      <a:pt x="200" y="462990"/>
                    </a:cubicBezTo>
                    <a:cubicBezTo>
                      <a:pt x="-3712" y="427786"/>
                      <a:pt x="51179" y="329478"/>
                      <a:pt x="51179" y="329478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15" name="Google Shape;1915;g3f3ba1429e3_0_2817"/>
              <p:cNvSpPr/>
              <p:nvPr/>
            </p:nvSpPr>
            <p:spPr>
              <a:xfrm>
                <a:off x="6608211" y="5008164"/>
                <a:ext cx="430627" cy="553115"/>
              </a:xfrm>
              <a:custGeom>
                <a:rect b="b" l="l" r="r" t="t"/>
                <a:pathLst>
                  <a:path extrusionOk="0" h="553115" w="430627">
                    <a:moveTo>
                      <a:pt x="246266" y="553116"/>
                    </a:moveTo>
                    <a:cubicBezTo>
                      <a:pt x="182913" y="552190"/>
                      <a:pt x="120121" y="541003"/>
                      <a:pt x="60341" y="519998"/>
                    </a:cubicBezTo>
                    <a:cubicBezTo>
                      <a:pt x="53300" y="518825"/>
                      <a:pt x="4537" y="508916"/>
                      <a:pt x="234" y="470844"/>
                    </a:cubicBezTo>
                    <a:cubicBezTo>
                      <a:pt x="-3677" y="435641"/>
                      <a:pt x="42608" y="350240"/>
                      <a:pt x="51214" y="334725"/>
                    </a:cubicBezTo>
                    <a:lnTo>
                      <a:pt x="62948" y="6812"/>
                    </a:lnTo>
                    <a:cubicBezTo>
                      <a:pt x="63026" y="4843"/>
                      <a:pt x="63926" y="3004"/>
                      <a:pt x="65425" y="1727"/>
                    </a:cubicBezTo>
                    <a:cubicBezTo>
                      <a:pt x="66860" y="462"/>
                      <a:pt x="68737" y="-151"/>
                      <a:pt x="70641" y="32"/>
                    </a:cubicBezTo>
                    <a:lnTo>
                      <a:pt x="302201" y="19589"/>
                    </a:lnTo>
                    <a:cubicBezTo>
                      <a:pt x="304170" y="19733"/>
                      <a:pt x="305982" y="20737"/>
                      <a:pt x="307155" y="22327"/>
                    </a:cubicBezTo>
                    <a:cubicBezTo>
                      <a:pt x="308342" y="23944"/>
                      <a:pt x="308811" y="25965"/>
                      <a:pt x="308459" y="27934"/>
                    </a:cubicBezTo>
                    <a:lnTo>
                      <a:pt x="246527" y="350501"/>
                    </a:lnTo>
                    <a:cubicBezTo>
                      <a:pt x="263568" y="385391"/>
                      <a:pt x="294300" y="411676"/>
                      <a:pt x="331406" y="423124"/>
                    </a:cubicBezTo>
                    <a:cubicBezTo>
                      <a:pt x="394772" y="441769"/>
                      <a:pt x="430628" y="454155"/>
                      <a:pt x="430628" y="492618"/>
                    </a:cubicBezTo>
                    <a:cubicBezTo>
                      <a:pt x="430628" y="531081"/>
                      <a:pt x="393338" y="539295"/>
                      <a:pt x="287207" y="550638"/>
                    </a:cubicBezTo>
                    <a:cubicBezTo>
                      <a:pt x="273608" y="552190"/>
                      <a:pt x="259944" y="553012"/>
                      <a:pt x="246266" y="553116"/>
                    </a:cubicBezTo>
                    <a:close/>
                    <a:moveTo>
                      <a:pt x="76769" y="14113"/>
                    </a:moveTo>
                    <a:lnTo>
                      <a:pt x="65165" y="336289"/>
                    </a:lnTo>
                    <a:cubicBezTo>
                      <a:pt x="65191" y="337436"/>
                      <a:pt x="64865" y="338571"/>
                      <a:pt x="64252" y="339549"/>
                    </a:cubicBezTo>
                    <a:cubicBezTo>
                      <a:pt x="49388" y="365625"/>
                      <a:pt x="11186" y="441638"/>
                      <a:pt x="14185" y="468758"/>
                    </a:cubicBezTo>
                    <a:cubicBezTo>
                      <a:pt x="17445" y="498224"/>
                      <a:pt x="62687" y="505656"/>
                      <a:pt x="63209" y="505656"/>
                    </a:cubicBezTo>
                    <a:lnTo>
                      <a:pt x="64513" y="505656"/>
                    </a:lnTo>
                    <a:cubicBezTo>
                      <a:pt x="65686" y="505656"/>
                      <a:pt x="178076" y="548031"/>
                      <a:pt x="284990" y="536557"/>
                    </a:cubicBezTo>
                    <a:cubicBezTo>
                      <a:pt x="393990" y="524953"/>
                      <a:pt x="415373" y="517521"/>
                      <a:pt x="415373" y="492618"/>
                    </a:cubicBezTo>
                    <a:cubicBezTo>
                      <a:pt x="415373" y="467715"/>
                      <a:pt x="393078" y="456372"/>
                      <a:pt x="326191" y="436684"/>
                    </a:cubicBezTo>
                    <a:cubicBezTo>
                      <a:pt x="284182" y="424037"/>
                      <a:pt x="249643" y="393918"/>
                      <a:pt x="231403" y="354021"/>
                    </a:cubicBezTo>
                    <a:cubicBezTo>
                      <a:pt x="231025" y="352743"/>
                      <a:pt x="231025" y="351387"/>
                      <a:pt x="231403" y="350110"/>
                    </a:cubicBezTo>
                    <a:lnTo>
                      <a:pt x="292683" y="32106"/>
                    </a:lnTo>
                    <a:close/>
                    <a:moveTo>
                      <a:pt x="58124" y="336028"/>
                    </a:moveTo>
                    <a:lnTo>
                      <a:pt x="58124" y="336028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16" name="Google Shape;1916;g3f3ba1429e3_0_2817"/>
              <p:cNvSpPr/>
              <p:nvPr/>
            </p:nvSpPr>
            <p:spPr>
              <a:xfrm>
                <a:off x="6615772" y="5452410"/>
                <a:ext cx="415765" cy="101806"/>
              </a:xfrm>
              <a:custGeom>
                <a:rect b="b" l="l" r="r" t="t"/>
                <a:pathLst>
                  <a:path extrusionOk="0" h="101806" w="415765">
                    <a:moveTo>
                      <a:pt x="278733" y="99743"/>
                    </a:moveTo>
                    <a:cubicBezTo>
                      <a:pt x="383039" y="88660"/>
                      <a:pt x="413027" y="80968"/>
                      <a:pt x="415765" y="53196"/>
                    </a:cubicBezTo>
                    <a:cubicBezTo>
                      <a:pt x="352504" y="67851"/>
                      <a:pt x="287260" y="71906"/>
                      <a:pt x="222668" y="65191"/>
                    </a:cubicBezTo>
                    <a:cubicBezTo>
                      <a:pt x="146486" y="55661"/>
                      <a:pt x="72389" y="33626"/>
                      <a:pt x="3365" y="0"/>
                    </a:cubicBezTo>
                    <a:cubicBezTo>
                      <a:pt x="744" y="8162"/>
                      <a:pt x="-365" y="16741"/>
                      <a:pt x="105" y="25294"/>
                    </a:cubicBezTo>
                    <a:cubicBezTo>
                      <a:pt x="4016" y="60497"/>
                      <a:pt x="54996" y="68451"/>
                      <a:pt x="54996" y="68451"/>
                    </a:cubicBezTo>
                    <a:cubicBezTo>
                      <a:pt x="54996" y="68451"/>
                      <a:pt x="168820" y="111608"/>
                      <a:pt x="278733" y="997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17" name="Google Shape;1917;g3f3ba1429e3_0_2817"/>
              <p:cNvSpPr/>
              <p:nvPr/>
            </p:nvSpPr>
            <p:spPr>
              <a:xfrm>
                <a:off x="6608328" y="5445809"/>
                <a:ext cx="429883" cy="115488"/>
              </a:xfrm>
              <a:custGeom>
                <a:rect b="b" l="l" r="r" t="t"/>
                <a:pathLst>
                  <a:path extrusionOk="0" h="115488" w="429883">
                    <a:moveTo>
                      <a:pt x="246150" y="115470"/>
                    </a:moveTo>
                    <a:cubicBezTo>
                      <a:pt x="182797" y="114544"/>
                      <a:pt x="120004" y="103358"/>
                      <a:pt x="60224" y="82353"/>
                    </a:cubicBezTo>
                    <a:cubicBezTo>
                      <a:pt x="53183" y="81180"/>
                      <a:pt x="4420" y="71270"/>
                      <a:pt x="117" y="33199"/>
                    </a:cubicBezTo>
                    <a:cubicBezTo>
                      <a:pt x="-391" y="23772"/>
                      <a:pt x="756" y="14332"/>
                      <a:pt x="3507" y="5297"/>
                    </a:cubicBezTo>
                    <a:cubicBezTo>
                      <a:pt x="4081" y="3276"/>
                      <a:pt x="5515" y="1607"/>
                      <a:pt x="7419" y="733"/>
                    </a:cubicBezTo>
                    <a:cubicBezTo>
                      <a:pt x="9349" y="-244"/>
                      <a:pt x="11617" y="-244"/>
                      <a:pt x="13547" y="733"/>
                    </a:cubicBezTo>
                    <a:cubicBezTo>
                      <a:pt x="81906" y="33929"/>
                      <a:pt x="155234" y="55690"/>
                      <a:pt x="230634" y="65142"/>
                    </a:cubicBezTo>
                    <a:cubicBezTo>
                      <a:pt x="294391" y="71987"/>
                      <a:pt x="358840" y="67985"/>
                      <a:pt x="421254" y="53277"/>
                    </a:cubicBezTo>
                    <a:cubicBezTo>
                      <a:pt x="423496" y="52769"/>
                      <a:pt x="425843" y="53408"/>
                      <a:pt x="427512" y="54973"/>
                    </a:cubicBezTo>
                    <a:cubicBezTo>
                      <a:pt x="429181" y="56446"/>
                      <a:pt x="430042" y="58623"/>
                      <a:pt x="429859" y="60840"/>
                    </a:cubicBezTo>
                    <a:cubicBezTo>
                      <a:pt x="426469" y="95522"/>
                      <a:pt x="387876" y="102953"/>
                      <a:pt x="286438" y="113775"/>
                    </a:cubicBezTo>
                    <a:cubicBezTo>
                      <a:pt x="273048" y="115040"/>
                      <a:pt x="259605" y="115600"/>
                      <a:pt x="246150" y="115470"/>
                    </a:cubicBezTo>
                    <a:close/>
                    <a:moveTo>
                      <a:pt x="15633" y="17162"/>
                    </a:moveTo>
                    <a:cubicBezTo>
                      <a:pt x="14577" y="21816"/>
                      <a:pt x="14225" y="26614"/>
                      <a:pt x="14590" y="31373"/>
                    </a:cubicBezTo>
                    <a:cubicBezTo>
                      <a:pt x="17849" y="60840"/>
                      <a:pt x="63092" y="68272"/>
                      <a:pt x="63614" y="68272"/>
                    </a:cubicBezTo>
                    <a:lnTo>
                      <a:pt x="64918" y="68272"/>
                    </a:lnTo>
                    <a:cubicBezTo>
                      <a:pt x="66091" y="68272"/>
                      <a:pt x="178481" y="110646"/>
                      <a:pt x="285395" y="99172"/>
                    </a:cubicBezTo>
                    <a:lnTo>
                      <a:pt x="285395" y="99172"/>
                    </a:lnTo>
                    <a:cubicBezTo>
                      <a:pt x="371448" y="90046"/>
                      <a:pt x="402740" y="83266"/>
                      <a:pt x="412779" y="69054"/>
                    </a:cubicBezTo>
                    <a:cubicBezTo>
                      <a:pt x="352516" y="82183"/>
                      <a:pt x="290506" y="85391"/>
                      <a:pt x="229200" y="78572"/>
                    </a:cubicBezTo>
                    <a:cubicBezTo>
                      <a:pt x="155208" y="69523"/>
                      <a:pt x="83132" y="48792"/>
                      <a:pt x="15633" y="1716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18" name="Google Shape;1918;g3f3ba1429e3_0_2817"/>
              <p:cNvSpPr/>
              <p:nvPr/>
            </p:nvSpPr>
            <p:spPr>
              <a:xfrm>
                <a:off x="5909685" y="3155683"/>
                <a:ext cx="922758" cy="985080"/>
              </a:xfrm>
              <a:custGeom>
                <a:rect b="b" l="l" r="r" t="t"/>
                <a:pathLst>
                  <a:path extrusionOk="0" h="985080" w="922758">
                    <a:moveTo>
                      <a:pt x="359635" y="92475"/>
                    </a:moveTo>
                    <a:cubicBezTo>
                      <a:pt x="359635" y="92475"/>
                      <a:pt x="91699" y="229117"/>
                      <a:pt x="30028" y="296133"/>
                    </a:cubicBezTo>
                    <a:cubicBezTo>
                      <a:pt x="-31644" y="363150"/>
                      <a:pt x="16989" y="424691"/>
                      <a:pt x="40719" y="494315"/>
                    </a:cubicBezTo>
                    <a:cubicBezTo>
                      <a:pt x="64449" y="563940"/>
                      <a:pt x="378802" y="962781"/>
                      <a:pt x="402922" y="981556"/>
                    </a:cubicBezTo>
                    <a:cubicBezTo>
                      <a:pt x="427043" y="1000331"/>
                      <a:pt x="550255" y="941398"/>
                      <a:pt x="716493" y="869035"/>
                    </a:cubicBezTo>
                    <a:cubicBezTo>
                      <a:pt x="882731" y="796673"/>
                      <a:pt x="922759" y="767207"/>
                      <a:pt x="922759" y="727048"/>
                    </a:cubicBezTo>
                    <a:cubicBezTo>
                      <a:pt x="922759" y="686891"/>
                      <a:pt x="707888" y="36020"/>
                      <a:pt x="694589" y="6683"/>
                    </a:cubicBezTo>
                    <a:cubicBezTo>
                      <a:pt x="681290" y="-22653"/>
                      <a:pt x="429260" y="51665"/>
                      <a:pt x="359635" y="9247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19" name="Google Shape;1919;g3f3ba1429e3_0_2817"/>
              <p:cNvSpPr/>
              <p:nvPr/>
            </p:nvSpPr>
            <p:spPr>
              <a:xfrm>
                <a:off x="5902152" y="3148608"/>
                <a:ext cx="936810" cy="999252"/>
              </a:xfrm>
              <a:custGeom>
                <a:rect b="b" l="l" r="r" t="t"/>
                <a:pathLst>
                  <a:path extrusionOk="0" h="999252" w="936810">
                    <a:moveTo>
                      <a:pt x="424406" y="999192"/>
                    </a:moveTo>
                    <a:cubicBezTo>
                      <a:pt x="417939" y="999609"/>
                      <a:pt x="411524" y="997862"/>
                      <a:pt x="406152" y="994237"/>
                    </a:cubicBezTo>
                    <a:cubicBezTo>
                      <a:pt x="387247" y="979504"/>
                      <a:pt x="67157" y="577012"/>
                      <a:pt x="41080" y="503737"/>
                    </a:cubicBezTo>
                    <a:cubicBezTo>
                      <a:pt x="36386" y="490699"/>
                      <a:pt x="30650" y="476878"/>
                      <a:pt x="25173" y="463840"/>
                    </a:cubicBezTo>
                    <a:cubicBezTo>
                      <a:pt x="2617" y="410643"/>
                      <a:pt x="-20721" y="355492"/>
                      <a:pt x="31823" y="298384"/>
                    </a:cubicBezTo>
                    <a:cubicBezTo>
                      <a:pt x="93364" y="231498"/>
                      <a:pt x="350088" y="99941"/>
                      <a:pt x="363256" y="93292"/>
                    </a:cubicBezTo>
                    <a:cubicBezTo>
                      <a:pt x="429230" y="55350"/>
                      <a:pt x="650881" y="-12579"/>
                      <a:pt x="697036" y="2024"/>
                    </a:cubicBezTo>
                    <a:cubicBezTo>
                      <a:pt x="701795" y="3171"/>
                      <a:pt x="705811" y="6366"/>
                      <a:pt x="707988" y="10760"/>
                    </a:cubicBezTo>
                    <a:cubicBezTo>
                      <a:pt x="722852" y="43355"/>
                      <a:pt x="936810" y="693444"/>
                      <a:pt x="936810" y="733993"/>
                    </a:cubicBezTo>
                    <a:cubicBezTo>
                      <a:pt x="936810" y="779105"/>
                      <a:pt x="893523" y="809615"/>
                      <a:pt x="726242" y="882499"/>
                    </a:cubicBezTo>
                    <a:cubicBezTo>
                      <a:pt x="703295" y="892408"/>
                      <a:pt x="681130" y="902187"/>
                      <a:pt x="660007" y="911574"/>
                    </a:cubicBezTo>
                    <a:cubicBezTo>
                      <a:pt x="533536" y="967509"/>
                      <a:pt x="459739" y="999061"/>
                      <a:pt x="424406" y="999192"/>
                    </a:cubicBezTo>
                    <a:close/>
                    <a:moveTo>
                      <a:pt x="680999" y="13367"/>
                    </a:moveTo>
                    <a:cubicBezTo>
                      <a:pt x="625586" y="13367"/>
                      <a:pt x="436922" y="67346"/>
                      <a:pt x="370688" y="105678"/>
                    </a:cubicBezTo>
                    <a:lnTo>
                      <a:pt x="370688" y="105678"/>
                    </a:lnTo>
                    <a:cubicBezTo>
                      <a:pt x="368080" y="106982"/>
                      <a:pt x="103142" y="242450"/>
                      <a:pt x="43166" y="307772"/>
                    </a:cubicBezTo>
                    <a:cubicBezTo>
                      <a:pt x="-3250" y="358230"/>
                      <a:pt x="16307" y="404515"/>
                      <a:pt x="39124" y="458234"/>
                    </a:cubicBezTo>
                    <a:cubicBezTo>
                      <a:pt x="44731" y="471272"/>
                      <a:pt x="50468" y="485092"/>
                      <a:pt x="55292" y="499043"/>
                    </a:cubicBezTo>
                    <a:cubicBezTo>
                      <a:pt x="80456" y="571797"/>
                      <a:pt x="396504" y="968421"/>
                      <a:pt x="415148" y="982894"/>
                    </a:cubicBezTo>
                    <a:cubicBezTo>
                      <a:pt x="433793" y="997366"/>
                      <a:pt x="540707" y="948994"/>
                      <a:pt x="655183" y="898536"/>
                    </a:cubicBezTo>
                    <a:lnTo>
                      <a:pt x="721548" y="869461"/>
                    </a:lnTo>
                    <a:cubicBezTo>
                      <a:pt x="878007" y="801271"/>
                      <a:pt x="923641" y="770761"/>
                      <a:pt x="923641" y="733993"/>
                    </a:cubicBezTo>
                    <a:cubicBezTo>
                      <a:pt x="923641" y="699572"/>
                      <a:pt x="713856" y="56002"/>
                      <a:pt x="695993" y="16887"/>
                    </a:cubicBezTo>
                    <a:cubicBezTo>
                      <a:pt x="693776" y="14410"/>
                      <a:pt x="688170" y="13367"/>
                      <a:pt x="680999" y="13367"/>
                    </a:cubicBezTo>
                    <a:close/>
                    <a:moveTo>
                      <a:pt x="367168" y="99550"/>
                    </a:moveTo>
                    <a:lnTo>
                      <a:pt x="367168" y="9955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1920" name="Google Shape;1920;g3f3ba1429e3_0_2817"/>
              <p:cNvGrpSpPr/>
              <p:nvPr/>
            </p:nvGrpSpPr>
            <p:grpSpPr>
              <a:xfrm>
                <a:off x="5909424" y="3227297"/>
                <a:ext cx="721708" cy="913466"/>
                <a:chOff x="5909424" y="3227297"/>
                <a:chExt cx="721708" cy="913466"/>
              </a:xfrm>
            </p:grpSpPr>
            <p:sp>
              <p:nvSpPr>
                <p:cNvPr id="1921" name="Google Shape;1921;g3f3ba1429e3_0_2817"/>
                <p:cNvSpPr/>
                <p:nvPr/>
              </p:nvSpPr>
              <p:spPr>
                <a:xfrm>
                  <a:off x="5909424" y="3227297"/>
                  <a:ext cx="721708" cy="913466"/>
                </a:xfrm>
                <a:custGeom>
                  <a:rect b="b" l="l" r="r" t="t"/>
                  <a:pathLst>
                    <a:path extrusionOk="0" h="913466" w="721708">
                      <a:moveTo>
                        <a:pt x="286230" y="553736"/>
                      </a:moveTo>
                      <a:lnTo>
                        <a:pt x="465767" y="560907"/>
                      </a:lnTo>
                      <a:lnTo>
                        <a:pt x="224559" y="513708"/>
                      </a:lnTo>
                      <a:cubicBezTo>
                        <a:pt x="224559" y="513708"/>
                        <a:pt x="55713" y="438217"/>
                        <a:pt x="55713" y="348383"/>
                      </a:cubicBezTo>
                      <a:cubicBezTo>
                        <a:pt x="55713" y="258549"/>
                        <a:pt x="160019" y="226345"/>
                        <a:pt x="160019" y="226345"/>
                      </a:cubicBezTo>
                      <a:lnTo>
                        <a:pt x="415178" y="158024"/>
                      </a:lnTo>
                      <a:lnTo>
                        <a:pt x="433171" y="0"/>
                      </a:lnTo>
                      <a:cubicBezTo>
                        <a:pt x="429129" y="0"/>
                        <a:pt x="417525" y="0"/>
                        <a:pt x="401358" y="1043"/>
                      </a:cubicBezTo>
                      <a:cubicBezTo>
                        <a:pt x="387055" y="6767"/>
                        <a:pt x="373117" y="13390"/>
                        <a:pt x="359635" y="20861"/>
                      </a:cubicBezTo>
                      <a:cubicBezTo>
                        <a:pt x="359635" y="20861"/>
                        <a:pt x="91698" y="157502"/>
                        <a:pt x="30027" y="224519"/>
                      </a:cubicBezTo>
                      <a:cubicBezTo>
                        <a:pt x="-31644" y="291536"/>
                        <a:pt x="16989" y="353077"/>
                        <a:pt x="40719" y="422701"/>
                      </a:cubicBezTo>
                      <a:cubicBezTo>
                        <a:pt x="64448" y="492326"/>
                        <a:pt x="378801" y="891167"/>
                        <a:pt x="402922" y="909942"/>
                      </a:cubicBezTo>
                      <a:cubicBezTo>
                        <a:pt x="427043" y="928717"/>
                        <a:pt x="550255" y="869784"/>
                        <a:pt x="716493" y="797421"/>
                      </a:cubicBezTo>
                      <a:lnTo>
                        <a:pt x="721708" y="795075"/>
                      </a:lnTo>
                      <a:cubicBezTo>
                        <a:pt x="673988" y="804723"/>
                        <a:pt x="520788" y="842273"/>
                        <a:pt x="472677" y="801072"/>
                      </a:cubicBezTo>
                      <a:cubicBezTo>
                        <a:pt x="422480" y="757915"/>
                        <a:pt x="318304" y="650219"/>
                        <a:pt x="318304" y="650219"/>
                      </a:cubicBezTo>
                      <a:lnTo>
                        <a:pt x="706193" y="653740"/>
                      </a:ln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922" name="Google Shape;1922;g3f3ba1429e3_0_2817"/>
                <p:cNvSpPr/>
                <p:nvPr/>
              </p:nvSpPr>
              <p:spPr>
                <a:xfrm>
                  <a:off x="5909424" y="3227297"/>
                  <a:ext cx="721708" cy="913466"/>
                </a:xfrm>
                <a:custGeom>
                  <a:rect b="b" l="l" r="r" t="t"/>
                  <a:pathLst>
                    <a:path extrusionOk="0" h="913466" w="721708">
                      <a:moveTo>
                        <a:pt x="286230" y="553736"/>
                      </a:moveTo>
                      <a:lnTo>
                        <a:pt x="465767" y="560907"/>
                      </a:lnTo>
                      <a:lnTo>
                        <a:pt x="224559" y="513708"/>
                      </a:lnTo>
                      <a:cubicBezTo>
                        <a:pt x="224559" y="513708"/>
                        <a:pt x="55713" y="438217"/>
                        <a:pt x="55713" y="348383"/>
                      </a:cubicBezTo>
                      <a:cubicBezTo>
                        <a:pt x="55713" y="258549"/>
                        <a:pt x="160019" y="226345"/>
                        <a:pt x="160019" y="226345"/>
                      </a:cubicBezTo>
                      <a:lnTo>
                        <a:pt x="415178" y="158024"/>
                      </a:lnTo>
                      <a:lnTo>
                        <a:pt x="433171" y="0"/>
                      </a:lnTo>
                      <a:cubicBezTo>
                        <a:pt x="429129" y="0"/>
                        <a:pt x="417525" y="0"/>
                        <a:pt x="401358" y="1043"/>
                      </a:cubicBezTo>
                      <a:cubicBezTo>
                        <a:pt x="387055" y="6767"/>
                        <a:pt x="373117" y="13390"/>
                        <a:pt x="359635" y="20861"/>
                      </a:cubicBezTo>
                      <a:cubicBezTo>
                        <a:pt x="359635" y="20861"/>
                        <a:pt x="91698" y="157502"/>
                        <a:pt x="30027" y="224519"/>
                      </a:cubicBezTo>
                      <a:cubicBezTo>
                        <a:pt x="-31644" y="291536"/>
                        <a:pt x="16989" y="353077"/>
                        <a:pt x="40719" y="422701"/>
                      </a:cubicBezTo>
                      <a:cubicBezTo>
                        <a:pt x="64448" y="492326"/>
                        <a:pt x="378801" y="891167"/>
                        <a:pt x="402922" y="909942"/>
                      </a:cubicBezTo>
                      <a:cubicBezTo>
                        <a:pt x="427043" y="928717"/>
                        <a:pt x="550255" y="869784"/>
                        <a:pt x="716493" y="797421"/>
                      </a:cubicBezTo>
                      <a:lnTo>
                        <a:pt x="721708" y="795075"/>
                      </a:lnTo>
                      <a:cubicBezTo>
                        <a:pt x="673988" y="804723"/>
                        <a:pt x="520788" y="842273"/>
                        <a:pt x="472677" y="801072"/>
                      </a:cubicBezTo>
                      <a:cubicBezTo>
                        <a:pt x="422480" y="757915"/>
                        <a:pt x="318304" y="650219"/>
                        <a:pt x="318304" y="650219"/>
                      </a:cubicBezTo>
                      <a:lnTo>
                        <a:pt x="706193" y="653740"/>
                      </a:lnTo>
                      <a:close/>
                    </a:path>
                  </a:pathLst>
                </a:custGeom>
                <a:solidFill>
                  <a:srgbClr val="FFFFFF">
                    <a:alpha val="48627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1923" name="Google Shape;1923;g3f3ba1429e3_0_2817"/>
              <p:cNvSpPr/>
              <p:nvPr/>
            </p:nvSpPr>
            <p:spPr>
              <a:xfrm>
                <a:off x="6194350" y="3178664"/>
                <a:ext cx="302407" cy="265486"/>
              </a:xfrm>
              <a:custGeom>
                <a:rect b="b" l="l" r="r" t="t"/>
                <a:pathLst>
                  <a:path extrusionOk="0" h="265486" w="302407">
                    <a:moveTo>
                      <a:pt x="0" y="109130"/>
                    </a:moveTo>
                    <a:cubicBezTo>
                      <a:pt x="32374" y="157489"/>
                      <a:pt x="74305" y="198716"/>
                      <a:pt x="123212" y="230256"/>
                    </a:cubicBezTo>
                    <a:cubicBezTo>
                      <a:pt x="208873" y="283843"/>
                      <a:pt x="265199" y="273152"/>
                      <a:pt x="294665" y="219434"/>
                    </a:cubicBezTo>
                    <a:cubicBezTo>
                      <a:pt x="318786" y="175626"/>
                      <a:pt x="280193" y="45764"/>
                      <a:pt x="265329" y="0"/>
                    </a:cubicBezTo>
                    <a:cubicBezTo>
                      <a:pt x="191402" y="20079"/>
                      <a:pt x="110043" y="49154"/>
                      <a:pt x="74970" y="69494"/>
                    </a:cubicBezTo>
                    <a:cubicBezTo>
                      <a:pt x="74970" y="69494"/>
                      <a:pt x="43939" y="85401"/>
                      <a:pt x="0" y="10913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24" name="Google Shape;1924;g3f3ba1429e3_0_2817"/>
              <p:cNvSpPr/>
              <p:nvPr/>
            </p:nvSpPr>
            <p:spPr>
              <a:xfrm>
                <a:off x="6187227" y="3171522"/>
                <a:ext cx="316442" cy="279644"/>
              </a:xfrm>
              <a:custGeom>
                <a:rect b="b" l="l" r="r" t="t"/>
                <a:pathLst>
                  <a:path extrusionOk="0" h="279644" w="316442">
                    <a:moveTo>
                      <a:pt x="228513" y="279642"/>
                    </a:moveTo>
                    <a:cubicBezTo>
                      <a:pt x="199307" y="279642"/>
                      <a:pt x="165147" y="267517"/>
                      <a:pt x="126554" y="243396"/>
                    </a:cubicBezTo>
                    <a:cubicBezTo>
                      <a:pt x="76904" y="211191"/>
                      <a:pt x="34295" y="169273"/>
                      <a:pt x="1256" y="120184"/>
                    </a:cubicBezTo>
                    <a:cubicBezTo>
                      <a:pt x="96" y="118554"/>
                      <a:pt x="-283" y="116507"/>
                      <a:pt x="213" y="114577"/>
                    </a:cubicBezTo>
                    <a:cubicBezTo>
                      <a:pt x="708" y="112635"/>
                      <a:pt x="1986" y="110992"/>
                      <a:pt x="3733" y="110014"/>
                    </a:cubicBezTo>
                    <a:cubicBezTo>
                      <a:pt x="47020" y="86545"/>
                      <a:pt x="78573" y="70899"/>
                      <a:pt x="78834" y="70247"/>
                    </a:cubicBezTo>
                    <a:cubicBezTo>
                      <a:pt x="112994" y="50560"/>
                      <a:pt x="192006" y="21745"/>
                      <a:pt x="270496" y="232"/>
                    </a:cubicBezTo>
                    <a:cubicBezTo>
                      <a:pt x="274147" y="-720"/>
                      <a:pt x="277915" y="1340"/>
                      <a:pt x="279102" y="4926"/>
                    </a:cubicBezTo>
                    <a:cubicBezTo>
                      <a:pt x="296182" y="57079"/>
                      <a:pt x="333080" y="184463"/>
                      <a:pt x="307916" y="230097"/>
                    </a:cubicBezTo>
                    <a:cubicBezTo>
                      <a:pt x="296703" y="252901"/>
                      <a:pt x="276312" y="269877"/>
                      <a:pt x="251852" y="276774"/>
                    </a:cubicBezTo>
                    <a:cubicBezTo>
                      <a:pt x="244224" y="278730"/>
                      <a:pt x="236388" y="279694"/>
                      <a:pt x="228513" y="279642"/>
                    </a:cubicBezTo>
                    <a:close/>
                    <a:moveTo>
                      <a:pt x="17293" y="118750"/>
                    </a:moveTo>
                    <a:cubicBezTo>
                      <a:pt x="48767" y="163523"/>
                      <a:pt x="88612" y="201777"/>
                      <a:pt x="134638" y="231401"/>
                    </a:cubicBezTo>
                    <a:cubicBezTo>
                      <a:pt x="180793" y="260215"/>
                      <a:pt x="219256" y="270515"/>
                      <a:pt x="248983" y="263083"/>
                    </a:cubicBezTo>
                    <a:cubicBezTo>
                      <a:pt x="269662" y="257086"/>
                      <a:pt x="286820" y="242574"/>
                      <a:pt x="296182" y="223186"/>
                    </a:cubicBezTo>
                    <a:cubicBezTo>
                      <a:pt x="318217" y="183420"/>
                      <a:pt x="283144" y="61642"/>
                      <a:pt x="268410" y="15747"/>
                    </a:cubicBezTo>
                    <a:cubicBezTo>
                      <a:pt x="194092" y="36348"/>
                      <a:pt x="118340" y="64119"/>
                      <a:pt x="85874" y="82764"/>
                    </a:cubicBezTo>
                    <a:cubicBezTo>
                      <a:pt x="84962" y="83025"/>
                      <a:pt x="56799" y="97367"/>
                      <a:pt x="17293" y="11875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25" name="Google Shape;1925;g3f3ba1429e3_0_2817"/>
              <p:cNvSpPr/>
              <p:nvPr/>
            </p:nvSpPr>
            <p:spPr>
              <a:xfrm>
                <a:off x="6175444" y="3103042"/>
                <a:ext cx="276215" cy="290553"/>
              </a:xfrm>
              <a:custGeom>
                <a:rect b="b" l="l" r="r" t="t"/>
                <a:pathLst>
                  <a:path extrusionOk="0" h="290553" w="276215">
                    <a:moveTo>
                      <a:pt x="262591" y="43287"/>
                    </a:moveTo>
                    <a:cubicBezTo>
                      <a:pt x="250439" y="57290"/>
                      <a:pt x="244637" y="75700"/>
                      <a:pt x="246554" y="94136"/>
                    </a:cubicBezTo>
                    <a:cubicBezTo>
                      <a:pt x="251900" y="120995"/>
                      <a:pt x="278759" y="225432"/>
                      <a:pt x="276021" y="260244"/>
                    </a:cubicBezTo>
                    <a:cubicBezTo>
                      <a:pt x="273282" y="295056"/>
                      <a:pt x="241208" y="300532"/>
                      <a:pt x="174191" y="273282"/>
                    </a:cubicBezTo>
                    <a:cubicBezTo>
                      <a:pt x="107175" y="246032"/>
                      <a:pt x="64409" y="168976"/>
                      <a:pt x="53587" y="150071"/>
                    </a:cubicBezTo>
                    <a:cubicBezTo>
                      <a:pt x="42766" y="131165"/>
                      <a:pt x="0" y="18775"/>
                      <a:pt x="0" y="18775"/>
                    </a:cubicBezTo>
                    <a:lnTo>
                      <a:pt x="29467" y="0"/>
                    </a:lnTo>
                    <a:cubicBezTo>
                      <a:pt x="29467" y="0"/>
                      <a:pt x="59064" y="45504"/>
                      <a:pt x="131296" y="45504"/>
                    </a:cubicBezTo>
                    <a:cubicBezTo>
                      <a:pt x="203528" y="45504"/>
                      <a:pt x="254638" y="7953"/>
                      <a:pt x="262591" y="24121"/>
                    </a:cubicBezTo>
                    <a:cubicBezTo>
                      <a:pt x="270544" y="40288"/>
                      <a:pt x="262591" y="43287"/>
                      <a:pt x="262591" y="4328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26" name="Google Shape;1926;g3f3ba1429e3_0_2817"/>
              <p:cNvSpPr/>
              <p:nvPr/>
            </p:nvSpPr>
            <p:spPr>
              <a:xfrm>
                <a:off x="6168474" y="3096336"/>
                <a:ext cx="289997" cy="304531"/>
              </a:xfrm>
              <a:custGeom>
                <a:rect b="b" l="l" r="r" t="t"/>
                <a:pathLst>
                  <a:path extrusionOk="0" h="304531" w="289997">
                    <a:moveTo>
                      <a:pt x="247918" y="304500"/>
                    </a:moveTo>
                    <a:cubicBezTo>
                      <a:pt x="223928" y="302844"/>
                      <a:pt x="200433" y="296886"/>
                      <a:pt x="178554" y="286899"/>
                    </a:cubicBezTo>
                    <a:cubicBezTo>
                      <a:pt x="133703" y="269036"/>
                      <a:pt x="92371" y="227053"/>
                      <a:pt x="55343" y="162253"/>
                    </a:cubicBezTo>
                    <a:lnTo>
                      <a:pt x="54430" y="160688"/>
                    </a:lnTo>
                    <a:cubicBezTo>
                      <a:pt x="43608" y="141652"/>
                      <a:pt x="2277" y="32913"/>
                      <a:pt x="451" y="28350"/>
                    </a:cubicBezTo>
                    <a:cubicBezTo>
                      <a:pt x="-709" y="25233"/>
                      <a:pt x="425" y="21726"/>
                      <a:pt x="3190" y="19875"/>
                    </a:cubicBezTo>
                    <a:lnTo>
                      <a:pt x="32656" y="1100"/>
                    </a:lnTo>
                    <a:cubicBezTo>
                      <a:pt x="35942" y="-961"/>
                      <a:pt x="40283" y="-48"/>
                      <a:pt x="42435" y="3186"/>
                    </a:cubicBezTo>
                    <a:cubicBezTo>
                      <a:pt x="43608" y="4881"/>
                      <a:pt x="70989" y="45560"/>
                      <a:pt x="138266" y="45560"/>
                    </a:cubicBezTo>
                    <a:cubicBezTo>
                      <a:pt x="169441" y="44660"/>
                      <a:pt x="200263" y="38715"/>
                      <a:pt x="229534" y="27958"/>
                    </a:cubicBezTo>
                    <a:cubicBezTo>
                      <a:pt x="252481" y="20396"/>
                      <a:pt x="268649" y="14920"/>
                      <a:pt x="275690" y="27958"/>
                    </a:cubicBezTo>
                    <a:cubicBezTo>
                      <a:pt x="279771" y="34295"/>
                      <a:pt x="280918" y="42092"/>
                      <a:pt x="278819" y="49341"/>
                    </a:cubicBezTo>
                    <a:cubicBezTo>
                      <a:pt x="277854" y="51779"/>
                      <a:pt x="276172" y="53865"/>
                      <a:pt x="273995" y="55339"/>
                    </a:cubicBezTo>
                    <a:cubicBezTo>
                      <a:pt x="263603" y="67490"/>
                      <a:pt x="258609" y="83358"/>
                      <a:pt x="260174" y="99278"/>
                    </a:cubicBezTo>
                    <a:cubicBezTo>
                      <a:pt x="261348" y="105014"/>
                      <a:pt x="263434" y="114141"/>
                      <a:pt x="266041" y="125354"/>
                    </a:cubicBezTo>
                    <a:cubicBezTo>
                      <a:pt x="275690" y="167859"/>
                      <a:pt x="292118" y="238918"/>
                      <a:pt x="289771" y="267341"/>
                    </a:cubicBezTo>
                    <a:cubicBezTo>
                      <a:pt x="289797" y="279662"/>
                      <a:pt x="283630" y="291188"/>
                      <a:pt x="273343" y="297981"/>
                    </a:cubicBezTo>
                    <a:cubicBezTo>
                      <a:pt x="265676" y="302558"/>
                      <a:pt x="256849" y="304826"/>
                      <a:pt x="247918" y="304500"/>
                    </a:cubicBezTo>
                    <a:close/>
                    <a:moveTo>
                      <a:pt x="15706" y="28741"/>
                    </a:moveTo>
                    <a:cubicBezTo>
                      <a:pt x="24312" y="51297"/>
                      <a:pt x="57690" y="137871"/>
                      <a:pt x="66686" y="153647"/>
                    </a:cubicBezTo>
                    <a:lnTo>
                      <a:pt x="67599" y="155212"/>
                    </a:lnTo>
                    <a:cubicBezTo>
                      <a:pt x="102932" y="217274"/>
                      <a:pt x="142047" y="257171"/>
                      <a:pt x="183770" y="273860"/>
                    </a:cubicBezTo>
                    <a:cubicBezTo>
                      <a:pt x="235271" y="294330"/>
                      <a:pt x="256915" y="291853"/>
                      <a:pt x="266172" y="286116"/>
                    </a:cubicBezTo>
                    <a:cubicBezTo>
                      <a:pt x="272547" y="281631"/>
                      <a:pt x="276224" y="274225"/>
                      <a:pt x="275950" y="266428"/>
                    </a:cubicBezTo>
                    <a:cubicBezTo>
                      <a:pt x="278037" y="240352"/>
                      <a:pt x="261348" y="167598"/>
                      <a:pt x="252481" y="128614"/>
                    </a:cubicBezTo>
                    <a:cubicBezTo>
                      <a:pt x="249874" y="117270"/>
                      <a:pt x="247788" y="108013"/>
                      <a:pt x="246614" y="102537"/>
                    </a:cubicBezTo>
                    <a:cubicBezTo>
                      <a:pt x="244202" y="81898"/>
                      <a:pt x="250643" y="61193"/>
                      <a:pt x="264346" y="45560"/>
                    </a:cubicBezTo>
                    <a:cubicBezTo>
                      <a:pt x="264816" y="44973"/>
                      <a:pt x="265389" y="44491"/>
                      <a:pt x="266041" y="44126"/>
                    </a:cubicBezTo>
                    <a:cubicBezTo>
                      <a:pt x="266106" y="40749"/>
                      <a:pt x="265155" y="37437"/>
                      <a:pt x="263303" y="34608"/>
                    </a:cubicBezTo>
                    <a:cubicBezTo>
                      <a:pt x="253238" y="35312"/>
                      <a:pt x="243368" y="37685"/>
                      <a:pt x="234098" y="41648"/>
                    </a:cubicBezTo>
                    <a:cubicBezTo>
                      <a:pt x="203353" y="52888"/>
                      <a:pt x="170992" y="59055"/>
                      <a:pt x="138266" y="59902"/>
                    </a:cubicBezTo>
                    <a:cubicBezTo>
                      <a:pt x="99086" y="61701"/>
                      <a:pt x="61145" y="45873"/>
                      <a:pt x="34873" y="1674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1927" name="Google Shape;1927;g3f3ba1429e3_0_2817"/>
              <p:cNvGrpSpPr/>
              <p:nvPr/>
            </p:nvGrpSpPr>
            <p:grpSpPr>
              <a:xfrm>
                <a:off x="6175444" y="3103172"/>
                <a:ext cx="262591" cy="280323"/>
                <a:chOff x="6175444" y="3103172"/>
                <a:chExt cx="262591" cy="280323"/>
              </a:xfrm>
            </p:grpSpPr>
            <p:sp>
              <p:nvSpPr>
                <p:cNvPr id="1928" name="Google Shape;1928;g3f3ba1429e3_0_2817"/>
                <p:cNvSpPr/>
                <p:nvPr/>
              </p:nvSpPr>
              <p:spPr>
                <a:xfrm>
                  <a:off x="6175444" y="3103172"/>
                  <a:ext cx="262591" cy="280323"/>
                </a:xfrm>
                <a:custGeom>
                  <a:rect b="b" l="l" r="r" t="t"/>
                  <a:pathLst>
                    <a:path extrusionOk="0" h="280323" w="262591">
                      <a:moveTo>
                        <a:pt x="139249" y="160241"/>
                      </a:moveTo>
                      <a:lnTo>
                        <a:pt x="262591" y="42896"/>
                      </a:lnTo>
                      <a:lnTo>
                        <a:pt x="258680" y="20861"/>
                      </a:lnTo>
                      <a:cubicBezTo>
                        <a:pt x="243816" y="15516"/>
                        <a:pt x="196226" y="45504"/>
                        <a:pt x="131296" y="45504"/>
                      </a:cubicBezTo>
                      <a:cubicBezTo>
                        <a:pt x="59064" y="45504"/>
                        <a:pt x="29467" y="0"/>
                        <a:pt x="29467" y="0"/>
                      </a:cubicBezTo>
                      <a:lnTo>
                        <a:pt x="0" y="18775"/>
                      </a:lnTo>
                      <a:cubicBezTo>
                        <a:pt x="0" y="18775"/>
                        <a:pt x="42896" y="131296"/>
                        <a:pt x="53587" y="150071"/>
                      </a:cubicBezTo>
                      <a:cubicBezTo>
                        <a:pt x="64279" y="168846"/>
                        <a:pt x="107175" y="246554"/>
                        <a:pt x="174191" y="273282"/>
                      </a:cubicBezTo>
                      <a:cubicBezTo>
                        <a:pt x="180971" y="276020"/>
                        <a:pt x="187230" y="278367"/>
                        <a:pt x="193488" y="280323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929" name="Google Shape;1929;g3f3ba1429e3_0_2817"/>
                <p:cNvSpPr/>
                <p:nvPr/>
              </p:nvSpPr>
              <p:spPr>
                <a:xfrm>
                  <a:off x="6175444" y="3103172"/>
                  <a:ext cx="262591" cy="280323"/>
                </a:xfrm>
                <a:custGeom>
                  <a:rect b="b" l="l" r="r" t="t"/>
                  <a:pathLst>
                    <a:path extrusionOk="0" h="280323" w="262591">
                      <a:moveTo>
                        <a:pt x="139249" y="160241"/>
                      </a:moveTo>
                      <a:lnTo>
                        <a:pt x="262591" y="42896"/>
                      </a:lnTo>
                      <a:lnTo>
                        <a:pt x="258680" y="20861"/>
                      </a:lnTo>
                      <a:cubicBezTo>
                        <a:pt x="243816" y="15516"/>
                        <a:pt x="196226" y="45504"/>
                        <a:pt x="131296" y="45504"/>
                      </a:cubicBezTo>
                      <a:cubicBezTo>
                        <a:pt x="59064" y="45504"/>
                        <a:pt x="29467" y="0"/>
                        <a:pt x="29467" y="0"/>
                      </a:cubicBezTo>
                      <a:lnTo>
                        <a:pt x="0" y="18775"/>
                      </a:lnTo>
                      <a:cubicBezTo>
                        <a:pt x="0" y="18775"/>
                        <a:pt x="42896" y="131296"/>
                        <a:pt x="53587" y="150071"/>
                      </a:cubicBezTo>
                      <a:cubicBezTo>
                        <a:pt x="64279" y="168846"/>
                        <a:pt x="107175" y="246554"/>
                        <a:pt x="174191" y="273282"/>
                      </a:cubicBezTo>
                      <a:cubicBezTo>
                        <a:pt x="180971" y="276020"/>
                        <a:pt x="187230" y="278367"/>
                        <a:pt x="193488" y="280323"/>
                      </a:cubicBezTo>
                      <a:close/>
                    </a:path>
                  </a:pathLst>
                </a:custGeom>
                <a:solidFill>
                  <a:srgbClr val="FFFFFF">
                    <a:alpha val="48627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1930" name="Google Shape;1930;g3f3ba1429e3_0_2817"/>
              <p:cNvSpPr/>
              <p:nvPr/>
            </p:nvSpPr>
            <p:spPr>
              <a:xfrm>
                <a:off x="6065662" y="2977483"/>
                <a:ext cx="128557" cy="128557"/>
              </a:xfrm>
              <a:custGeom>
                <a:rect b="b" l="l" r="r" t="t"/>
                <a:pathLst>
                  <a:path extrusionOk="0" h="128557" w="128557">
                    <a:moveTo>
                      <a:pt x="0" y="56195"/>
                    </a:moveTo>
                    <a:lnTo>
                      <a:pt x="56195" y="128557"/>
                    </a:lnTo>
                    <a:lnTo>
                      <a:pt x="128557" y="99091"/>
                    </a:lnTo>
                    <a:lnTo>
                      <a:pt x="74970" y="0"/>
                    </a:lnTo>
                    <a:lnTo>
                      <a:pt x="0" y="56195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31" name="Google Shape;1931;g3f3ba1429e3_0_2817"/>
              <p:cNvSpPr/>
              <p:nvPr/>
            </p:nvSpPr>
            <p:spPr>
              <a:xfrm>
                <a:off x="6058555" y="2970151"/>
                <a:ext cx="142499" cy="142930"/>
              </a:xfrm>
              <a:custGeom>
                <a:rect b="b" l="l" r="r" t="t"/>
                <a:pathLst>
                  <a:path extrusionOk="0" h="142930" w="142499">
                    <a:moveTo>
                      <a:pt x="63302" y="142930"/>
                    </a:moveTo>
                    <a:cubicBezTo>
                      <a:pt x="61176" y="142957"/>
                      <a:pt x="59155" y="141992"/>
                      <a:pt x="57825" y="140323"/>
                    </a:cubicBezTo>
                    <a:lnTo>
                      <a:pt x="1500" y="67700"/>
                    </a:lnTo>
                    <a:cubicBezTo>
                      <a:pt x="327" y="66187"/>
                      <a:pt x="-195" y="64257"/>
                      <a:pt x="66" y="62354"/>
                    </a:cubicBezTo>
                    <a:cubicBezTo>
                      <a:pt x="366" y="60502"/>
                      <a:pt x="1343" y="58834"/>
                      <a:pt x="2804" y="57660"/>
                    </a:cubicBezTo>
                    <a:lnTo>
                      <a:pt x="77904" y="1465"/>
                    </a:lnTo>
                    <a:cubicBezTo>
                      <a:pt x="79521" y="200"/>
                      <a:pt x="81633" y="-282"/>
                      <a:pt x="83641" y="161"/>
                    </a:cubicBezTo>
                    <a:cubicBezTo>
                      <a:pt x="85649" y="591"/>
                      <a:pt x="87357" y="1882"/>
                      <a:pt x="88335" y="3682"/>
                    </a:cubicBezTo>
                    <a:lnTo>
                      <a:pt x="141922" y="102773"/>
                    </a:lnTo>
                    <a:cubicBezTo>
                      <a:pt x="142692" y="104650"/>
                      <a:pt x="142692" y="106762"/>
                      <a:pt x="141922" y="108640"/>
                    </a:cubicBezTo>
                    <a:cubicBezTo>
                      <a:pt x="141283" y="110504"/>
                      <a:pt x="139849" y="111977"/>
                      <a:pt x="138011" y="112682"/>
                    </a:cubicBezTo>
                    <a:lnTo>
                      <a:pt x="65648" y="142148"/>
                    </a:lnTo>
                    <a:cubicBezTo>
                      <a:pt x="64918" y="142552"/>
                      <a:pt x="64123" y="142813"/>
                      <a:pt x="63302" y="142930"/>
                    </a:cubicBezTo>
                    <a:close/>
                    <a:moveTo>
                      <a:pt x="17016" y="64701"/>
                    </a:moveTo>
                    <a:lnTo>
                      <a:pt x="65648" y="127154"/>
                    </a:lnTo>
                    <a:lnTo>
                      <a:pt x="125755" y="102642"/>
                    </a:lnTo>
                    <a:lnTo>
                      <a:pt x="79730" y="17633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32" name="Google Shape;1932;g3f3ba1429e3_0_2817"/>
              <p:cNvSpPr/>
              <p:nvPr/>
            </p:nvSpPr>
            <p:spPr>
              <a:xfrm>
                <a:off x="6083871" y="2778266"/>
                <a:ext cx="421712" cy="401488"/>
              </a:xfrm>
              <a:custGeom>
                <a:rect b="b" l="l" r="r" t="t"/>
                <a:pathLst>
                  <a:path extrusionOk="0" h="401488" w="421712">
                    <a:moveTo>
                      <a:pt x="78275" y="285662"/>
                    </a:moveTo>
                    <a:cubicBezTo>
                      <a:pt x="78275" y="285662"/>
                      <a:pt x="-2172" y="178357"/>
                      <a:pt x="45" y="146282"/>
                    </a:cubicBezTo>
                    <a:cubicBezTo>
                      <a:pt x="2261" y="114208"/>
                      <a:pt x="170195" y="-7700"/>
                      <a:pt x="215829" y="384"/>
                    </a:cubicBezTo>
                    <a:cubicBezTo>
                      <a:pt x="261463" y="8468"/>
                      <a:pt x="333173" y="144848"/>
                      <a:pt x="333173" y="144848"/>
                    </a:cubicBezTo>
                    <a:lnTo>
                      <a:pt x="373461" y="185136"/>
                    </a:lnTo>
                    <a:lnTo>
                      <a:pt x="360423" y="222687"/>
                    </a:lnTo>
                    <a:cubicBezTo>
                      <a:pt x="360423" y="222687"/>
                      <a:pt x="429135" y="317736"/>
                      <a:pt x="421051" y="331165"/>
                    </a:cubicBezTo>
                    <a:cubicBezTo>
                      <a:pt x="412967" y="344595"/>
                      <a:pt x="351427" y="382014"/>
                      <a:pt x="276326" y="398182"/>
                    </a:cubicBezTo>
                    <a:cubicBezTo>
                      <a:pt x="201226" y="414349"/>
                      <a:pt x="128994" y="365977"/>
                      <a:pt x="128994" y="365977"/>
                    </a:cubicBezTo>
                    <a:cubicBezTo>
                      <a:pt x="128994" y="365977"/>
                      <a:pt x="78144" y="387360"/>
                      <a:pt x="56631" y="374061"/>
                    </a:cubicBezTo>
                    <a:cubicBezTo>
                      <a:pt x="35118" y="360762"/>
                      <a:pt x="5782" y="312390"/>
                      <a:pt x="11127" y="301699"/>
                    </a:cubicBezTo>
                    <a:cubicBezTo>
                      <a:pt x="16473" y="291007"/>
                      <a:pt x="78275" y="285662"/>
                      <a:pt x="78275" y="28566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33" name="Google Shape;1933;g3f3ba1429e3_0_2817"/>
              <p:cNvSpPr/>
              <p:nvPr/>
            </p:nvSpPr>
            <p:spPr>
              <a:xfrm>
                <a:off x="6077313" y="2770815"/>
                <a:ext cx="435145" cy="415280"/>
              </a:xfrm>
              <a:custGeom>
                <a:rect b="b" l="l" r="r" t="t"/>
                <a:pathLst>
                  <a:path extrusionOk="0" h="415280" w="435145">
                    <a:moveTo>
                      <a:pt x="251070" y="415280"/>
                    </a:moveTo>
                    <a:cubicBezTo>
                      <a:pt x="210065" y="413951"/>
                      <a:pt x="170090" y="402047"/>
                      <a:pt x="135030" y="380729"/>
                    </a:cubicBezTo>
                    <a:cubicBezTo>
                      <a:pt x="121991" y="385684"/>
                      <a:pt x="80790" y="400026"/>
                      <a:pt x="59668" y="386857"/>
                    </a:cubicBezTo>
                    <a:cubicBezTo>
                      <a:pt x="38546" y="373688"/>
                      <a:pt x="3082" y="321666"/>
                      <a:pt x="11427" y="305368"/>
                    </a:cubicBezTo>
                    <a:cubicBezTo>
                      <a:pt x="16512" y="295068"/>
                      <a:pt x="44805" y="289591"/>
                      <a:pt x="71794" y="286593"/>
                    </a:cubicBezTo>
                    <a:cubicBezTo>
                      <a:pt x="50933" y="257909"/>
                      <a:pt x="-2394" y="181374"/>
                      <a:pt x="83" y="152429"/>
                    </a:cubicBezTo>
                    <a:cubicBezTo>
                      <a:pt x="1648" y="132871"/>
                      <a:pt x="43501" y="97929"/>
                      <a:pt x="68274" y="78762"/>
                    </a:cubicBezTo>
                    <a:cubicBezTo>
                      <a:pt x="107388" y="48905"/>
                      <a:pt x="189399" y="-5986"/>
                      <a:pt x="224733" y="533"/>
                    </a:cubicBezTo>
                    <a:cubicBezTo>
                      <a:pt x="271410" y="8747"/>
                      <a:pt x="336993" y="129612"/>
                      <a:pt x="346511" y="147735"/>
                    </a:cubicBezTo>
                    <a:lnTo>
                      <a:pt x="385625" y="186850"/>
                    </a:lnTo>
                    <a:cubicBezTo>
                      <a:pt x="387620" y="188780"/>
                      <a:pt x="388233" y="191713"/>
                      <a:pt x="387190" y="194282"/>
                    </a:cubicBezTo>
                    <a:lnTo>
                      <a:pt x="375064" y="228312"/>
                    </a:lnTo>
                    <a:cubicBezTo>
                      <a:pt x="420959" y="292069"/>
                      <a:pt x="440256" y="330141"/>
                      <a:pt x="433997" y="341484"/>
                    </a:cubicBezTo>
                    <a:cubicBezTo>
                      <a:pt x="424610" y="356999"/>
                      <a:pt x="360983" y="395332"/>
                      <a:pt x="284709" y="411760"/>
                    </a:cubicBezTo>
                    <a:cubicBezTo>
                      <a:pt x="273653" y="414081"/>
                      <a:pt x="262374" y="415268"/>
                      <a:pt x="251070" y="415280"/>
                    </a:cubicBezTo>
                    <a:close/>
                    <a:moveTo>
                      <a:pt x="135682" y="365735"/>
                    </a:moveTo>
                    <a:cubicBezTo>
                      <a:pt x="137077" y="365722"/>
                      <a:pt x="138433" y="366126"/>
                      <a:pt x="139593" y="366909"/>
                    </a:cubicBezTo>
                    <a:cubicBezTo>
                      <a:pt x="140375" y="366909"/>
                      <a:pt x="210391" y="413325"/>
                      <a:pt x="281580" y="398070"/>
                    </a:cubicBezTo>
                    <a:cubicBezTo>
                      <a:pt x="358375" y="381642"/>
                      <a:pt x="415744" y="344222"/>
                      <a:pt x="421741" y="334313"/>
                    </a:cubicBezTo>
                    <a:cubicBezTo>
                      <a:pt x="422654" y="325447"/>
                      <a:pt x="391232" y="274858"/>
                      <a:pt x="361374" y="233657"/>
                    </a:cubicBezTo>
                    <a:cubicBezTo>
                      <a:pt x="359992" y="231780"/>
                      <a:pt x="359640" y="229329"/>
                      <a:pt x="360462" y="227138"/>
                    </a:cubicBezTo>
                    <a:lnTo>
                      <a:pt x="372326" y="193760"/>
                    </a:lnTo>
                    <a:lnTo>
                      <a:pt x="335167" y="156731"/>
                    </a:lnTo>
                    <a:cubicBezTo>
                      <a:pt x="334659" y="156184"/>
                      <a:pt x="334228" y="155571"/>
                      <a:pt x="333863" y="154906"/>
                    </a:cubicBezTo>
                    <a:cubicBezTo>
                      <a:pt x="314436" y="117877"/>
                      <a:pt x="255634" y="20221"/>
                      <a:pt x="221604" y="14093"/>
                    </a:cubicBezTo>
                    <a:cubicBezTo>
                      <a:pt x="200482" y="10442"/>
                      <a:pt x="136855" y="43689"/>
                      <a:pt x="76879" y="89975"/>
                    </a:cubicBezTo>
                    <a:cubicBezTo>
                      <a:pt x="34635" y="122441"/>
                      <a:pt x="14817" y="145779"/>
                      <a:pt x="14165" y="153602"/>
                    </a:cubicBezTo>
                    <a:cubicBezTo>
                      <a:pt x="12339" y="175115"/>
                      <a:pt x="59929" y="247608"/>
                      <a:pt x="90439" y="288157"/>
                    </a:cubicBezTo>
                    <a:cubicBezTo>
                      <a:pt x="91964" y="290230"/>
                      <a:pt x="92264" y="292968"/>
                      <a:pt x="91221" y="295328"/>
                    </a:cubicBezTo>
                    <a:cubicBezTo>
                      <a:pt x="90191" y="297675"/>
                      <a:pt x="87922" y="299240"/>
                      <a:pt x="85354" y="299370"/>
                    </a:cubicBezTo>
                    <a:cubicBezTo>
                      <a:pt x="56018" y="301978"/>
                      <a:pt x="27725" y="307715"/>
                      <a:pt x="23813" y="312408"/>
                    </a:cubicBezTo>
                    <a:cubicBezTo>
                      <a:pt x="22509" y="319971"/>
                      <a:pt x="46630" y="362476"/>
                      <a:pt x="67100" y="375253"/>
                    </a:cubicBezTo>
                    <a:cubicBezTo>
                      <a:pt x="82094" y="384641"/>
                      <a:pt x="120688" y="371863"/>
                      <a:pt x="132292" y="366648"/>
                    </a:cubicBezTo>
                    <a:cubicBezTo>
                      <a:pt x="133322" y="366048"/>
                      <a:pt x="134495" y="365735"/>
                      <a:pt x="135682" y="3657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1934" name="Google Shape;1934;g3f3ba1429e3_0_2817"/>
              <p:cNvGrpSpPr/>
              <p:nvPr/>
            </p:nvGrpSpPr>
            <p:grpSpPr>
              <a:xfrm>
                <a:off x="6084245" y="2777613"/>
                <a:ext cx="361352" cy="401447"/>
                <a:chOff x="6084245" y="2777613"/>
                <a:chExt cx="361352" cy="401447"/>
              </a:xfrm>
            </p:grpSpPr>
            <p:sp>
              <p:nvSpPr>
                <p:cNvPr id="1935" name="Google Shape;1935;g3f3ba1429e3_0_2817"/>
                <p:cNvSpPr/>
                <p:nvPr/>
              </p:nvSpPr>
              <p:spPr>
                <a:xfrm>
                  <a:off x="6084245" y="2777613"/>
                  <a:ext cx="361352" cy="401447"/>
                </a:xfrm>
                <a:custGeom>
                  <a:rect b="b" l="l" r="r" t="t"/>
                  <a:pathLst>
                    <a:path extrusionOk="0" h="401447" w="361352">
                      <a:moveTo>
                        <a:pt x="276082" y="398182"/>
                      </a:moveTo>
                      <a:cubicBezTo>
                        <a:pt x="305458" y="391728"/>
                        <a:pt x="334050" y="382119"/>
                        <a:pt x="361352" y="369498"/>
                      </a:cubicBezTo>
                      <a:cubicBezTo>
                        <a:pt x="358823" y="369381"/>
                        <a:pt x="356294" y="369120"/>
                        <a:pt x="353790" y="368716"/>
                      </a:cubicBezTo>
                      <a:cubicBezTo>
                        <a:pt x="322107" y="362327"/>
                        <a:pt x="230448" y="341726"/>
                        <a:pt x="194984" y="297396"/>
                      </a:cubicBezTo>
                      <a:cubicBezTo>
                        <a:pt x="179351" y="276313"/>
                        <a:pt x="161515" y="256952"/>
                        <a:pt x="141788" y="239637"/>
                      </a:cubicBezTo>
                      <a:lnTo>
                        <a:pt x="340231" y="151889"/>
                      </a:lnTo>
                      <a:lnTo>
                        <a:pt x="333190" y="144848"/>
                      </a:lnTo>
                      <a:cubicBezTo>
                        <a:pt x="333190" y="144848"/>
                        <a:pt x="261479" y="8468"/>
                        <a:pt x="215845" y="384"/>
                      </a:cubicBezTo>
                      <a:cubicBezTo>
                        <a:pt x="170211" y="-7700"/>
                        <a:pt x="2669" y="114078"/>
                        <a:pt x="62" y="146283"/>
                      </a:cubicBezTo>
                      <a:cubicBezTo>
                        <a:pt x="-2546" y="178487"/>
                        <a:pt x="78291" y="285531"/>
                        <a:pt x="78291" y="285531"/>
                      </a:cubicBezTo>
                      <a:cubicBezTo>
                        <a:pt x="78291" y="285531"/>
                        <a:pt x="16620" y="291008"/>
                        <a:pt x="11275" y="301699"/>
                      </a:cubicBezTo>
                      <a:cubicBezTo>
                        <a:pt x="5929" y="312390"/>
                        <a:pt x="35395" y="360632"/>
                        <a:pt x="56778" y="374061"/>
                      </a:cubicBezTo>
                      <a:cubicBezTo>
                        <a:pt x="78161" y="387491"/>
                        <a:pt x="129141" y="365978"/>
                        <a:pt x="129141" y="365978"/>
                      </a:cubicBezTo>
                      <a:cubicBezTo>
                        <a:pt x="129141" y="365978"/>
                        <a:pt x="201112" y="414219"/>
                        <a:pt x="276082" y="398182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936" name="Google Shape;1936;g3f3ba1429e3_0_2817"/>
                <p:cNvSpPr/>
                <p:nvPr/>
              </p:nvSpPr>
              <p:spPr>
                <a:xfrm>
                  <a:off x="6084245" y="2777613"/>
                  <a:ext cx="361352" cy="401447"/>
                </a:xfrm>
                <a:custGeom>
                  <a:rect b="b" l="l" r="r" t="t"/>
                  <a:pathLst>
                    <a:path extrusionOk="0" h="401447" w="361352">
                      <a:moveTo>
                        <a:pt x="276082" y="398182"/>
                      </a:moveTo>
                      <a:cubicBezTo>
                        <a:pt x="305458" y="391728"/>
                        <a:pt x="334050" y="382119"/>
                        <a:pt x="361352" y="369498"/>
                      </a:cubicBezTo>
                      <a:cubicBezTo>
                        <a:pt x="358823" y="369381"/>
                        <a:pt x="356294" y="369120"/>
                        <a:pt x="353790" y="368716"/>
                      </a:cubicBezTo>
                      <a:cubicBezTo>
                        <a:pt x="322107" y="362327"/>
                        <a:pt x="230448" y="341726"/>
                        <a:pt x="194984" y="297396"/>
                      </a:cubicBezTo>
                      <a:cubicBezTo>
                        <a:pt x="179351" y="276313"/>
                        <a:pt x="161515" y="256952"/>
                        <a:pt x="141788" y="239637"/>
                      </a:cubicBezTo>
                      <a:lnTo>
                        <a:pt x="340231" y="151889"/>
                      </a:lnTo>
                      <a:lnTo>
                        <a:pt x="333190" y="144848"/>
                      </a:lnTo>
                      <a:cubicBezTo>
                        <a:pt x="333190" y="144848"/>
                        <a:pt x="261479" y="8468"/>
                        <a:pt x="215845" y="384"/>
                      </a:cubicBezTo>
                      <a:cubicBezTo>
                        <a:pt x="170211" y="-7700"/>
                        <a:pt x="2669" y="114078"/>
                        <a:pt x="62" y="146283"/>
                      </a:cubicBezTo>
                      <a:cubicBezTo>
                        <a:pt x="-2546" y="178487"/>
                        <a:pt x="78291" y="285531"/>
                        <a:pt x="78291" y="285531"/>
                      </a:cubicBezTo>
                      <a:cubicBezTo>
                        <a:pt x="78291" y="285531"/>
                        <a:pt x="16620" y="291008"/>
                        <a:pt x="11275" y="301699"/>
                      </a:cubicBezTo>
                      <a:cubicBezTo>
                        <a:pt x="5929" y="312390"/>
                        <a:pt x="35395" y="360632"/>
                        <a:pt x="56778" y="374061"/>
                      </a:cubicBezTo>
                      <a:cubicBezTo>
                        <a:pt x="78161" y="387491"/>
                        <a:pt x="129141" y="365978"/>
                        <a:pt x="129141" y="365978"/>
                      </a:cubicBezTo>
                      <a:cubicBezTo>
                        <a:pt x="129141" y="365978"/>
                        <a:pt x="201112" y="414219"/>
                        <a:pt x="276082" y="398182"/>
                      </a:cubicBezTo>
                      <a:close/>
                    </a:path>
                  </a:pathLst>
                </a:custGeom>
                <a:solidFill>
                  <a:srgbClr val="FFFFFF">
                    <a:alpha val="48627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1937" name="Google Shape;1937;g3f3ba1429e3_0_2817"/>
              <p:cNvSpPr/>
              <p:nvPr/>
            </p:nvSpPr>
            <p:spPr>
              <a:xfrm>
                <a:off x="7083821" y="3078912"/>
                <a:ext cx="334953" cy="1959141"/>
              </a:xfrm>
              <a:custGeom>
                <a:rect b="b" l="l" r="r" t="t"/>
                <a:pathLst>
                  <a:path extrusionOk="0" h="1959141" w="334953">
                    <a:moveTo>
                      <a:pt x="0" y="5746"/>
                    </a:moveTo>
                    <a:lnTo>
                      <a:pt x="297534" y="1959141"/>
                    </a:lnTo>
                    <a:lnTo>
                      <a:pt x="334953" y="1953795"/>
                    </a:lnTo>
                    <a:lnTo>
                      <a:pt x="48111" y="3008"/>
                    </a:lnTo>
                    <a:cubicBezTo>
                      <a:pt x="32257" y="-1791"/>
                      <a:pt x="15216" y="-826"/>
                      <a:pt x="0" y="574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38" name="Google Shape;1938;g3f3ba1429e3_0_2817"/>
              <p:cNvSpPr/>
              <p:nvPr/>
            </p:nvSpPr>
            <p:spPr>
              <a:xfrm>
                <a:off x="7076844" y="3071818"/>
                <a:ext cx="349190" cy="1973928"/>
              </a:xfrm>
              <a:custGeom>
                <a:rect b="b" l="l" r="r" t="t"/>
                <a:pathLst>
                  <a:path extrusionOk="0" h="1973928" w="349190">
                    <a:moveTo>
                      <a:pt x="304511" y="1973928"/>
                    </a:moveTo>
                    <a:cubicBezTo>
                      <a:pt x="300991" y="1973967"/>
                      <a:pt x="297992" y="1971411"/>
                      <a:pt x="297471" y="1967930"/>
                    </a:cubicBezTo>
                    <a:lnTo>
                      <a:pt x="68" y="13883"/>
                    </a:lnTo>
                    <a:cubicBezTo>
                      <a:pt x="-389" y="10571"/>
                      <a:pt x="1502" y="7377"/>
                      <a:pt x="4631" y="6190"/>
                    </a:cubicBezTo>
                    <a:cubicBezTo>
                      <a:pt x="21555" y="-1098"/>
                      <a:pt x="40564" y="-1985"/>
                      <a:pt x="58088" y="3713"/>
                    </a:cubicBezTo>
                    <a:cubicBezTo>
                      <a:pt x="60343" y="4691"/>
                      <a:pt x="61921" y="6764"/>
                      <a:pt x="62260" y="9189"/>
                    </a:cubicBezTo>
                    <a:lnTo>
                      <a:pt x="349102" y="1959846"/>
                    </a:lnTo>
                    <a:cubicBezTo>
                      <a:pt x="349402" y="1961737"/>
                      <a:pt x="348933" y="1963654"/>
                      <a:pt x="347799" y="1965192"/>
                    </a:cubicBezTo>
                    <a:cubicBezTo>
                      <a:pt x="346625" y="1966652"/>
                      <a:pt x="344956" y="1967630"/>
                      <a:pt x="343105" y="1967930"/>
                    </a:cubicBezTo>
                    <a:lnTo>
                      <a:pt x="305554" y="1973276"/>
                    </a:lnTo>
                    <a:close/>
                    <a:moveTo>
                      <a:pt x="14931" y="18185"/>
                    </a:moveTo>
                    <a:lnTo>
                      <a:pt x="310379" y="1958282"/>
                    </a:lnTo>
                    <a:lnTo>
                      <a:pt x="333978" y="1954892"/>
                    </a:lnTo>
                    <a:lnTo>
                      <a:pt x="48961" y="15578"/>
                    </a:lnTo>
                    <a:cubicBezTo>
                      <a:pt x="37579" y="13465"/>
                      <a:pt x="25857" y="14365"/>
                      <a:pt x="14931" y="1818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39" name="Google Shape;1939;g3f3ba1429e3_0_2817"/>
              <p:cNvSpPr/>
              <p:nvPr/>
            </p:nvSpPr>
            <p:spPr>
              <a:xfrm>
                <a:off x="7032378" y="3323444"/>
                <a:ext cx="68639" cy="137851"/>
              </a:xfrm>
              <a:custGeom>
                <a:rect b="b" l="l" r="r" t="t"/>
                <a:pathLst>
                  <a:path extrusionOk="0" h="137851" w="68639">
                    <a:moveTo>
                      <a:pt x="59527" y="2422"/>
                    </a:moveTo>
                    <a:cubicBezTo>
                      <a:pt x="59527" y="2422"/>
                      <a:pt x="594" y="-10616"/>
                      <a:pt x="594" y="23805"/>
                    </a:cubicBezTo>
                    <a:cubicBezTo>
                      <a:pt x="594" y="58226"/>
                      <a:pt x="-4752" y="117550"/>
                      <a:pt x="16631" y="130980"/>
                    </a:cubicBezTo>
                    <a:cubicBezTo>
                      <a:pt x="38014" y="144409"/>
                      <a:pt x="64873" y="139064"/>
                      <a:pt x="67611" y="106859"/>
                    </a:cubicBezTo>
                    <a:cubicBezTo>
                      <a:pt x="70349" y="74655"/>
                      <a:pt x="67611" y="-5661"/>
                      <a:pt x="59527" y="2422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40" name="Google Shape;1940;g3f3ba1429e3_0_2817"/>
              <p:cNvSpPr/>
              <p:nvPr/>
            </p:nvSpPr>
            <p:spPr>
              <a:xfrm>
                <a:off x="7025042" y="3315838"/>
                <a:ext cx="82255" cy="152276"/>
              </a:xfrm>
              <a:custGeom>
                <a:rect b="b" l="l" r="r" t="t"/>
                <a:pathLst>
                  <a:path extrusionOk="0" h="152276" w="82255">
                    <a:moveTo>
                      <a:pt x="46133" y="152276"/>
                    </a:moveTo>
                    <a:cubicBezTo>
                      <a:pt x="36862" y="152133"/>
                      <a:pt x="27827" y="149369"/>
                      <a:pt x="20056" y="144323"/>
                    </a:cubicBezTo>
                    <a:cubicBezTo>
                      <a:pt x="-1457" y="131285"/>
                      <a:pt x="-544" y="87346"/>
                      <a:pt x="368" y="49013"/>
                    </a:cubicBezTo>
                    <a:cubicBezTo>
                      <a:pt x="368" y="42624"/>
                      <a:pt x="368" y="36627"/>
                      <a:pt x="368" y="31151"/>
                    </a:cubicBezTo>
                    <a:cubicBezTo>
                      <a:pt x="55" y="22532"/>
                      <a:pt x="3823" y="14266"/>
                      <a:pt x="10538" y="8855"/>
                    </a:cubicBezTo>
                    <a:cubicBezTo>
                      <a:pt x="26575" y="-4183"/>
                      <a:pt x="56303" y="511"/>
                      <a:pt x="65560" y="2336"/>
                    </a:cubicBezTo>
                    <a:cubicBezTo>
                      <a:pt x="67294" y="1762"/>
                      <a:pt x="69171" y="1762"/>
                      <a:pt x="70905" y="2336"/>
                    </a:cubicBezTo>
                    <a:cubicBezTo>
                      <a:pt x="86551" y="9507"/>
                      <a:pt x="81466" y="113292"/>
                      <a:pt x="81466" y="114335"/>
                    </a:cubicBezTo>
                    <a:cubicBezTo>
                      <a:pt x="81349" y="128351"/>
                      <a:pt x="73735" y="141233"/>
                      <a:pt x="61518" y="148104"/>
                    </a:cubicBezTo>
                    <a:cubicBezTo>
                      <a:pt x="56785" y="150660"/>
                      <a:pt x="51517" y="152094"/>
                      <a:pt x="46133" y="152276"/>
                    </a:cubicBezTo>
                    <a:close/>
                    <a:moveTo>
                      <a:pt x="43134" y="14201"/>
                    </a:moveTo>
                    <a:cubicBezTo>
                      <a:pt x="34959" y="13575"/>
                      <a:pt x="26797" y="15544"/>
                      <a:pt x="19795" y="19807"/>
                    </a:cubicBezTo>
                    <a:cubicBezTo>
                      <a:pt x="16392" y="22545"/>
                      <a:pt x="14580" y="26796"/>
                      <a:pt x="14971" y="31151"/>
                    </a:cubicBezTo>
                    <a:cubicBezTo>
                      <a:pt x="14971" y="36627"/>
                      <a:pt x="14971" y="42885"/>
                      <a:pt x="14971" y="49274"/>
                    </a:cubicBezTo>
                    <a:cubicBezTo>
                      <a:pt x="14319" y="78740"/>
                      <a:pt x="13406" y="123201"/>
                      <a:pt x="28009" y="132328"/>
                    </a:cubicBezTo>
                    <a:cubicBezTo>
                      <a:pt x="36119" y="138234"/>
                      <a:pt x="46680" y="139616"/>
                      <a:pt x="56042" y="135978"/>
                    </a:cubicBezTo>
                    <a:cubicBezTo>
                      <a:pt x="63786" y="131258"/>
                      <a:pt x="68415" y="122757"/>
                      <a:pt x="68167" y="113683"/>
                    </a:cubicBezTo>
                    <a:cubicBezTo>
                      <a:pt x="70384" y="81231"/>
                      <a:pt x="69210" y="48622"/>
                      <a:pt x="64647" y="16417"/>
                    </a:cubicBezTo>
                    <a:cubicBezTo>
                      <a:pt x="57567" y="15035"/>
                      <a:pt x="50357" y="14383"/>
                      <a:pt x="43134" y="1446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41" name="Google Shape;1941;g3f3ba1429e3_0_2817"/>
              <p:cNvSpPr/>
              <p:nvPr/>
            </p:nvSpPr>
            <p:spPr>
              <a:xfrm>
                <a:off x="7126215" y="3460018"/>
                <a:ext cx="128490" cy="59009"/>
              </a:xfrm>
              <a:custGeom>
                <a:rect b="b" l="l" r="r" t="t"/>
                <a:pathLst>
                  <a:path extrusionOk="0" h="59009" w="128490">
                    <a:moveTo>
                      <a:pt x="242" y="11617"/>
                    </a:moveTo>
                    <a:cubicBezTo>
                      <a:pt x="242" y="11617"/>
                      <a:pt x="-1844" y="53730"/>
                      <a:pt x="6239" y="57903"/>
                    </a:cubicBezTo>
                    <a:cubicBezTo>
                      <a:pt x="14323" y="62075"/>
                      <a:pt x="122411" y="53730"/>
                      <a:pt x="126452" y="44864"/>
                    </a:cubicBezTo>
                    <a:cubicBezTo>
                      <a:pt x="130494" y="35998"/>
                      <a:pt x="128539" y="2750"/>
                      <a:pt x="120455" y="664"/>
                    </a:cubicBezTo>
                    <a:cubicBezTo>
                      <a:pt x="112371" y="-1422"/>
                      <a:pt x="10281" y="1186"/>
                      <a:pt x="242" y="1161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42" name="Google Shape;1942;g3f3ba1429e3_0_2817"/>
              <p:cNvSpPr/>
              <p:nvPr/>
            </p:nvSpPr>
            <p:spPr>
              <a:xfrm>
                <a:off x="7119044" y="3453381"/>
                <a:ext cx="142681" cy="72881"/>
              </a:xfrm>
              <a:custGeom>
                <a:rect b="b" l="l" r="r" t="t"/>
                <a:pathLst>
                  <a:path extrusionOk="0" h="72881" w="142681">
                    <a:moveTo>
                      <a:pt x="28795" y="72753"/>
                    </a:moveTo>
                    <a:cubicBezTo>
                      <a:pt x="22511" y="73183"/>
                      <a:pt x="16201" y="72531"/>
                      <a:pt x="10151" y="70797"/>
                    </a:cubicBezTo>
                    <a:cubicBezTo>
                      <a:pt x="2197" y="66625"/>
                      <a:pt x="-1192" y="48893"/>
                      <a:pt x="372" y="17992"/>
                    </a:cubicBezTo>
                    <a:cubicBezTo>
                      <a:pt x="385" y="16297"/>
                      <a:pt x="1037" y="14667"/>
                      <a:pt x="2197" y="13429"/>
                    </a:cubicBezTo>
                    <a:cubicBezTo>
                      <a:pt x="16018" y="-1044"/>
                      <a:pt x="123845" y="-522"/>
                      <a:pt x="129451" y="390"/>
                    </a:cubicBezTo>
                    <a:cubicBezTo>
                      <a:pt x="133441" y="1720"/>
                      <a:pt x="136609" y="4784"/>
                      <a:pt x="138056" y="8735"/>
                    </a:cubicBezTo>
                    <a:cubicBezTo>
                      <a:pt x="143467" y="23416"/>
                      <a:pt x="144145" y="39414"/>
                      <a:pt x="140012" y="54499"/>
                    </a:cubicBezTo>
                    <a:cubicBezTo>
                      <a:pt x="137939" y="57759"/>
                      <a:pt x="134653" y="60066"/>
                      <a:pt x="130885" y="60888"/>
                    </a:cubicBezTo>
                    <a:cubicBezTo>
                      <a:pt x="97351" y="68307"/>
                      <a:pt x="63138" y="72283"/>
                      <a:pt x="28795" y="72753"/>
                    </a:cubicBezTo>
                    <a:close/>
                    <a:moveTo>
                      <a:pt x="17191" y="58280"/>
                    </a:moveTo>
                    <a:cubicBezTo>
                      <a:pt x="54325" y="58893"/>
                      <a:pt x="91405" y="55347"/>
                      <a:pt x="127756" y="47719"/>
                    </a:cubicBezTo>
                    <a:cubicBezTo>
                      <a:pt x="129568" y="36572"/>
                      <a:pt x="128591" y="25150"/>
                      <a:pt x="124888" y="14472"/>
                    </a:cubicBezTo>
                    <a:cubicBezTo>
                      <a:pt x="111849" y="12777"/>
                      <a:pt x="30490" y="15776"/>
                      <a:pt x="14323" y="22295"/>
                    </a:cubicBezTo>
                    <a:cubicBezTo>
                      <a:pt x="13358" y="34368"/>
                      <a:pt x="14323" y="46520"/>
                      <a:pt x="17191" y="5828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43" name="Google Shape;1943;g3f3ba1429e3_0_2817"/>
              <p:cNvSpPr/>
              <p:nvPr/>
            </p:nvSpPr>
            <p:spPr>
              <a:xfrm>
                <a:off x="7094343" y="3402669"/>
                <a:ext cx="163717" cy="74559"/>
              </a:xfrm>
              <a:custGeom>
                <a:rect b="b" l="l" r="r" t="t"/>
                <a:pathLst>
                  <a:path extrusionOk="0" h="74559" w="163717">
                    <a:moveTo>
                      <a:pt x="300" y="14205"/>
                    </a:moveTo>
                    <a:cubicBezTo>
                      <a:pt x="300" y="14205"/>
                      <a:pt x="-2308" y="67792"/>
                      <a:pt x="7862" y="73138"/>
                    </a:cubicBezTo>
                    <a:cubicBezTo>
                      <a:pt x="18032" y="78483"/>
                      <a:pt x="156107" y="67792"/>
                      <a:pt x="161192" y="57101"/>
                    </a:cubicBezTo>
                    <a:cubicBezTo>
                      <a:pt x="166277" y="46409"/>
                      <a:pt x="163669" y="3513"/>
                      <a:pt x="153499" y="906"/>
                    </a:cubicBezTo>
                    <a:cubicBezTo>
                      <a:pt x="143330" y="-1702"/>
                      <a:pt x="13077" y="906"/>
                      <a:pt x="300" y="14205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44" name="Google Shape;1944;g3f3ba1429e3_0_2817"/>
              <p:cNvSpPr/>
              <p:nvPr/>
            </p:nvSpPr>
            <p:spPr>
              <a:xfrm>
                <a:off x="7086936" y="3396120"/>
                <a:ext cx="178088" cy="88334"/>
              </a:xfrm>
              <a:custGeom>
                <a:rect b="b" l="l" r="r" t="t"/>
                <a:pathLst>
                  <a:path extrusionOk="0" h="88334" w="178088">
                    <a:moveTo>
                      <a:pt x="34045" y="88161"/>
                    </a:moveTo>
                    <a:cubicBezTo>
                      <a:pt x="26626" y="88709"/>
                      <a:pt x="19168" y="87953"/>
                      <a:pt x="12010" y="85945"/>
                    </a:cubicBezTo>
                    <a:cubicBezTo>
                      <a:pt x="276" y="79817"/>
                      <a:pt x="-1028" y="46830"/>
                      <a:pt x="536" y="20753"/>
                    </a:cubicBezTo>
                    <a:cubicBezTo>
                      <a:pt x="641" y="19045"/>
                      <a:pt x="1332" y="17442"/>
                      <a:pt x="2492" y="16190"/>
                    </a:cubicBezTo>
                    <a:cubicBezTo>
                      <a:pt x="19051" y="-1151"/>
                      <a:pt x="155692" y="-1021"/>
                      <a:pt x="162733" y="805"/>
                    </a:cubicBezTo>
                    <a:cubicBezTo>
                      <a:pt x="167244" y="2317"/>
                      <a:pt x="170816" y="5825"/>
                      <a:pt x="172381" y="10323"/>
                    </a:cubicBezTo>
                    <a:cubicBezTo>
                      <a:pt x="178965" y="28485"/>
                      <a:pt x="179878" y="48212"/>
                      <a:pt x="174988" y="66909"/>
                    </a:cubicBezTo>
                    <a:cubicBezTo>
                      <a:pt x="172576" y="70638"/>
                      <a:pt x="168769" y="73272"/>
                      <a:pt x="164427" y="74210"/>
                    </a:cubicBezTo>
                    <a:cubicBezTo>
                      <a:pt x="121518" y="83089"/>
                      <a:pt x="77853" y="87770"/>
                      <a:pt x="34045" y="88161"/>
                    </a:cubicBezTo>
                    <a:close/>
                    <a:moveTo>
                      <a:pt x="14618" y="24534"/>
                    </a:moveTo>
                    <a:cubicBezTo>
                      <a:pt x="12883" y="41093"/>
                      <a:pt x="14383" y="57834"/>
                      <a:pt x="19051" y="73819"/>
                    </a:cubicBezTo>
                    <a:cubicBezTo>
                      <a:pt x="30655" y="77209"/>
                      <a:pt x="147347" y="68082"/>
                      <a:pt x="162472" y="59607"/>
                    </a:cubicBezTo>
                    <a:cubicBezTo>
                      <a:pt x="165992" y="49568"/>
                      <a:pt x="163124" y="18276"/>
                      <a:pt x="158169" y="13843"/>
                    </a:cubicBezTo>
                    <a:cubicBezTo>
                      <a:pt x="145652" y="11235"/>
                      <a:pt x="33523" y="15408"/>
                      <a:pt x="14618" y="2453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45" name="Google Shape;1945;g3f3ba1429e3_0_2817"/>
              <p:cNvSpPr/>
              <p:nvPr/>
            </p:nvSpPr>
            <p:spPr>
              <a:xfrm>
                <a:off x="7088983" y="3343554"/>
                <a:ext cx="171719" cy="74741"/>
              </a:xfrm>
              <a:custGeom>
                <a:rect b="b" l="l" r="r" t="t"/>
                <a:pathLst>
                  <a:path extrusionOk="0" h="74741" w="171719">
                    <a:moveTo>
                      <a:pt x="314" y="14387"/>
                    </a:moveTo>
                    <a:cubicBezTo>
                      <a:pt x="314" y="14387"/>
                      <a:pt x="-2424" y="67974"/>
                      <a:pt x="8267" y="73320"/>
                    </a:cubicBezTo>
                    <a:cubicBezTo>
                      <a:pt x="18959" y="78665"/>
                      <a:pt x="163684" y="67974"/>
                      <a:pt x="169030" y="57282"/>
                    </a:cubicBezTo>
                    <a:cubicBezTo>
                      <a:pt x="174375" y="46591"/>
                      <a:pt x="171767" y="3695"/>
                      <a:pt x="161076" y="957"/>
                    </a:cubicBezTo>
                    <a:cubicBezTo>
                      <a:pt x="150385" y="-1781"/>
                      <a:pt x="13613" y="957"/>
                      <a:pt x="314" y="1438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46" name="Google Shape;1946;g3f3ba1429e3_0_2817"/>
              <p:cNvSpPr/>
              <p:nvPr/>
            </p:nvSpPr>
            <p:spPr>
              <a:xfrm>
                <a:off x="7081796" y="3337297"/>
                <a:ext cx="185946" cy="87537"/>
              </a:xfrm>
              <a:custGeom>
                <a:rect b="b" l="l" r="r" t="t"/>
                <a:pathLst>
                  <a:path extrusionOk="0" h="87537" w="185946">
                    <a:moveTo>
                      <a:pt x="34882" y="87399"/>
                    </a:moveTo>
                    <a:cubicBezTo>
                      <a:pt x="27333" y="87804"/>
                      <a:pt x="19758" y="87321"/>
                      <a:pt x="12326" y="85965"/>
                    </a:cubicBezTo>
                    <a:cubicBezTo>
                      <a:pt x="70" y="79837"/>
                      <a:pt x="-712" y="46850"/>
                      <a:pt x="331" y="20774"/>
                    </a:cubicBezTo>
                    <a:cubicBezTo>
                      <a:pt x="448" y="19014"/>
                      <a:pt x="1191" y="17345"/>
                      <a:pt x="2417" y="16080"/>
                    </a:cubicBezTo>
                    <a:cubicBezTo>
                      <a:pt x="19758" y="-1261"/>
                      <a:pt x="162657" y="-1000"/>
                      <a:pt x="169959" y="825"/>
                    </a:cubicBezTo>
                    <a:cubicBezTo>
                      <a:pt x="174770" y="2377"/>
                      <a:pt x="178590" y="6093"/>
                      <a:pt x="180259" y="10865"/>
                    </a:cubicBezTo>
                    <a:cubicBezTo>
                      <a:pt x="186935" y="28884"/>
                      <a:pt x="187756" y="48545"/>
                      <a:pt x="182606" y="67060"/>
                    </a:cubicBezTo>
                    <a:cubicBezTo>
                      <a:pt x="175696" y="80620"/>
                      <a:pt x="79864" y="87399"/>
                      <a:pt x="34882" y="87399"/>
                    </a:cubicBezTo>
                    <a:close/>
                    <a:moveTo>
                      <a:pt x="14282" y="24555"/>
                    </a:moveTo>
                    <a:cubicBezTo>
                      <a:pt x="13499" y="47633"/>
                      <a:pt x="15585" y="70059"/>
                      <a:pt x="19106" y="73579"/>
                    </a:cubicBezTo>
                    <a:cubicBezTo>
                      <a:pt x="30710" y="77099"/>
                      <a:pt x="154834" y="67712"/>
                      <a:pt x="170350" y="59367"/>
                    </a:cubicBezTo>
                    <a:cubicBezTo>
                      <a:pt x="173870" y="49589"/>
                      <a:pt x="171002" y="17905"/>
                      <a:pt x="165787" y="13864"/>
                    </a:cubicBezTo>
                    <a:cubicBezTo>
                      <a:pt x="154704" y="11517"/>
                      <a:pt x="34361" y="15167"/>
                      <a:pt x="14282" y="2455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47" name="Google Shape;1947;g3f3ba1429e3_0_2817"/>
              <p:cNvSpPr/>
              <p:nvPr/>
            </p:nvSpPr>
            <p:spPr>
              <a:xfrm>
                <a:off x="7080905" y="3284274"/>
                <a:ext cx="171810" cy="74696"/>
              </a:xfrm>
              <a:custGeom>
                <a:rect b="b" l="l" r="r" t="t"/>
                <a:pathLst>
                  <a:path extrusionOk="0" h="74696" w="171810">
                    <a:moveTo>
                      <a:pt x="309" y="14342"/>
                    </a:moveTo>
                    <a:cubicBezTo>
                      <a:pt x="309" y="14342"/>
                      <a:pt x="-2429" y="67929"/>
                      <a:pt x="8393" y="73275"/>
                    </a:cubicBezTo>
                    <a:cubicBezTo>
                      <a:pt x="19215" y="78620"/>
                      <a:pt x="163809" y="67929"/>
                      <a:pt x="169155" y="57238"/>
                    </a:cubicBezTo>
                    <a:cubicBezTo>
                      <a:pt x="174501" y="46546"/>
                      <a:pt x="171763" y="3650"/>
                      <a:pt x="161071" y="912"/>
                    </a:cubicBezTo>
                    <a:cubicBezTo>
                      <a:pt x="150380" y="-1826"/>
                      <a:pt x="13738" y="1303"/>
                      <a:pt x="309" y="14342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48" name="Google Shape;1948;g3f3ba1429e3_0_2817"/>
              <p:cNvSpPr/>
              <p:nvPr/>
            </p:nvSpPr>
            <p:spPr>
              <a:xfrm>
                <a:off x="7073519" y="3277973"/>
                <a:ext cx="185878" cy="87837"/>
              </a:xfrm>
              <a:custGeom>
                <a:rect b="b" l="l" r="r" t="t"/>
                <a:pathLst>
                  <a:path extrusionOk="0" h="87837" w="185878">
                    <a:moveTo>
                      <a:pt x="35075" y="87791"/>
                    </a:moveTo>
                    <a:cubicBezTo>
                      <a:pt x="27422" y="88025"/>
                      <a:pt x="19768" y="87373"/>
                      <a:pt x="12258" y="85835"/>
                    </a:cubicBezTo>
                    <a:cubicBezTo>
                      <a:pt x="2" y="79707"/>
                      <a:pt x="-780" y="46720"/>
                      <a:pt x="393" y="20644"/>
                    </a:cubicBezTo>
                    <a:cubicBezTo>
                      <a:pt x="485" y="18909"/>
                      <a:pt x="1228" y="17280"/>
                      <a:pt x="2479" y="16080"/>
                    </a:cubicBezTo>
                    <a:cubicBezTo>
                      <a:pt x="19690" y="-1261"/>
                      <a:pt x="162590" y="-1000"/>
                      <a:pt x="169891" y="825"/>
                    </a:cubicBezTo>
                    <a:cubicBezTo>
                      <a:pt x="174702" y="2377"/>
                      <a:pt x="178522" y="6093"/>
                      <a:pt x="180191" y="10865"/>
                    </a:cubicBezTo>
                    <a:cubicBezTo>
                      <a:pt x="186867" y="28884"/>
                      <a:pt x="187688" y="48545"/>
                      <a:pt x="182538" y="67060"/>
                    </a:cubicBezTo>
                    <a:cubicBezTo>
                      <a:pt x="175889" y="80880"/>
                      <a:pt x="80057" y="87791"/>
                      <a:pt x="35075" y="87791"/>
                    </a:cubicBezTo>
                    <a:close/>
                    <a:moveTo>
                      <a:pt x="14605" y="24946"/>
                    </a:moveTo>
                    <a:cubicBezTo>
                      <a:pt x="12832" y="41440"/>
                      <a:pt x="14422" y="58115"/>
                      <a:pt x="19299" y="73970"/>
                    </a:cubicBezTo>
                    <a:cubicBezTo>
                      <a:pt x="31033" y="77490"/>
                      <a:pt x="155158" y="67973"/>
                      <a:pt x="170673" y="59758"/>
                    </a:cubicBezTo>
                    <a:cubicBezTo>
                      <a:pt x="174194" y="49980"/>
                      <a:pt x="170673" y="18297"/>
                      <a:pt x="166110" y="14255"/>
                    </a:cubicBezTo>
                    <a:cubicBezTo>
                      <a:pt x="155679" y="11908"/>
                      <a:pt x="34684" y="15428"/>
                      <a:pt x="14605" y="2494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49" name="Google Shape;1949;g3f3ba1429e3_0_2817"/>
              <p:cNvSpPr/>
              <p:nvPr/>
            </p:nvSpPr>
            <p:spPr>
              <a:xfrm>
                <a:off x="5914287" y="3433562"/>
                <a:ext cx="962877" cy="299112"/>
              </a:xfrm>
              <a:custGeom>
                <a:rect b="b" l="l" r="r" t="t"/>
                <a:pathLst>
                  <a:path extrusionOk="0" h="299112" w="962877">
                    <a:moveTo>
                      <a:pt x="0" y="113694"/>
                    </a:moveTo>
                    <a:cubicBezTo>
                      <a:pt x="3651" y="194531"/>
                      <a:pt x="73666" y="252030"/>
                      <a:pt x="117345" y="280062"/>
                    </a:cubicBezTo>
                    <a:cubicBezTo>
                      <a:pt x="137189" y="292840"/>
                      <a:pt x="160371" y="299463"/>
                      <a:pt x="183970" y="299098"/>
                    </a:cubicBezTo>
                    <a:lnTo>
                      <a:pt x="962877" y="288798"/>
                    </a:lnTo>
                    <a:lnTo>
                      <a:pt x="962877" y="117345"/>
                    </a:lnTo>
                    <a:lnTo>
                      <a:pt x="121517" y="0"/>
                    </a:lnTo>
                    <a:cubicBezTo>
                      <a:pt x="121517" y="0"/>
                      <a:pt x="54630" y="2608"/>
                      <a:pt x="36638" y="5293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50" name="Google Shape;1950;g3f3ba1429e3_0_2817"/>
              <p:cNvSpPr/>
              <p:nvPr/>
            </p:nvSpPr>
            <p:spPr>
              <a:xfrm>
                <a:off x="5907242" y="3425739"/>
                <a:ext cx="977354" cy="313962"/>
              </a:xfrm>
              <a:custGeom>
                <a:rect b="b" l="l" r="r" t="t"/>
                <a:pathLst>
                  <a:path extrusionOk="0" h="313962" w="977354">
                    <a:moveTo>
                      <a:pt x="189190" y="313962"/>
                    </a:moveTo>
                    <a:cubicBezTo>
                      <a:pt x="164770" y="314040"/>
                      <a:pt x="140857" y="307012"/>
                      <a:pt x="120348" y="293752"/>
                    </a:cubicBezTo>
                    <a:cubicBezTo>
                      <a:pt x="77061" y="265851"/>
                      <a:pt x="3916" y="206396"/>
                      <a:pt x="5" y="121778"/>
                    </a:cubicBezTo>
                    <a:cubicBezTo>
                      <a:pt x="-139" y="117866"/>
                      <a:pt x="2873" y="114554"/>
                      <a:pt x="6785" y="114346"/>
                    </a:cubicBezTo>
                    <a:cubicBezTo>
                      <a:pt x="10592" y="114124"/>
                      <a:pt x="13865" y="117045"/>
                      <a:pt x="14073" y="120852"/>
                    </a:cubicBezTo>
                    <a:cubicBezTo>
                      <a:pt x="14086" y="120943"/>
                      <a:pt x="14086" y="121034"/>
                      <a:pt x="14086" y="121126"/>
                    </a:cubicBezTo>
                    <a:cubicBezTo>
                      <a:pt x="17737" y="199355"/>
                      <a:pt x="86970" y="255550"/>
                      <a:pt x="128041" y="281888"/>
                    </a:cubicBezTo>
                    <a:cubicBezTo>
                      <a:pt x="146633" y="294130"/>
                      <a:pt x="168512" y="300402"/>
                      <a:pt x="190755" y="299881"/>
                    </a:cubicBezTo>
                    <a:lnTo>
                      <a:pt x="963273" y="289711"/>
                    </a:lnTo>
                    <a:lnTo>
                      <a:pt x="963273" y="131296"/>
                    </a:lnTo>
                    <a:lnTo>
                      <a:pt x="127910" y="13951"/>
                    </a:lnTo>
                    <a:cubicBezTo>
                      <a:pt x="128562" y="13951"/>
                      <a:pt x="66891" y="17211"/>
                      <a:pt x="50724" y="62323"/>
                    </a:cubicBezTo>
                    <a:cubicBezTo>
                      <a:pt x="49433" y="65987"/>
                      <a:pt x="45417" y="67916"/>
                      <a:pt x="41753" y="66639"/>
                    </a:cubicBezTo>
                    <a:cubicBezTo>
                      <a:pt x="41741" y="66626"/>
                      <a:pt x="41741" y="66626"/>
                      <a:pt x="41727" y="66626"/>
                    </a:cubicBezTo>
                    <a:cubicBezTo>
                      <a:pt x="38090" y="65217"/>
                      <a:pt x="36186" y="61202"/>
                      <a:pt x="37425" y="57499"/>
                    </a:cubicBezTo>
                    <a:cubicBezTo>
                      <a:pt x="56722" y="3390"/>
                      <a:pt x="125694" y="0"/>
                      <a:pt x="128693" y="0"/>
                    </a:cubicBezTo>
                    <a:lnTo>
                      <a:pt x="971227" y="117345"/>
                    </a:lnTo>
                    <a:cubicBezTo>
                      <a:pt x="974721" y="117853"/>
                      <a:pt x="977328" y="120852"/>
                      <a:pt x="977355" y="124385"/>
                    </a:cubicBezTo>
                    <a:lnTo>
                      <a:pt x="977355" y="296621"/>
                    </a:lnTo>
                    <a:cubicBezTo>
                      <a:pt x="977355" y="300454"/>
                      <a:pt x="974278" y="303596"/>
                      <a:pt x="970444" y="303662"/>
                    </a:cubicBezTo>
                    <a:lnTo>
                      <a:pt x="190885" y="313962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1951" name="Google Shape;1951;g3f3ba1429e3_0_2817"/>
              <p:cNvGrpSpPr/>
              <p:nvPr/>
            </p:nvGrpSpPr>
            <p:grpSpPr>
              <a:xfrm>
                <a:off x="5914287" y="3433041"/>
                <a:ext cx="962877" cy="299634"/>
                <a:chOff x="5914287" y="3433041"/>
                <a:chExt cx="962877" cy="299634"/>
              </a:xfrm>
            </p:grpSpPr>
            <p:sp>
              <p:nvSpPr>
                <p:cNvPr id="1952" name="Google Shape;1952;g3f3ba1429e3_0_2817"/>
                <p:cNvSpPr/>
                <p:nvPr/>
              </p:nvSpPr>
              <p:spPr>
                <a:xfrm>
                  <a:off x="5914287" y="3433041"/>
                  <a:ext cx="962877" cy="299634"/>
                </a:xfrm>
                <a:custGeom>
                  <a:rect b="b" l="l" r="r" t="t"/>
                  <a:pathLst>
                    <a:path extrusionOk="0" h="299634" w="962877">
                      <a:moveTo>
                        <a:pt x="121908" y="0"/>
                      </a:moveTo>
                      <a:cubicBezTo>
                        <a:pt x="121908" y="0"/>
                        <a:pt x="55022" y="2608"/>
                        <a:pt x="37029" y="52935"/>
                      </a:cubicBezTo>
                      <a:lnTo>
                        <a:pt x="0" y="114215"/>
                      </a:lnTo>
                      <a:cubicBezTo>
                        <a:pt x="3651" y="195053"/>
                        <a:pt x="73666" y="252551"/>
                        <a:pt x="117345" y="280584"/>
                      </a:cubicBezTo>
                      <a:cubicBezTo>
                        <a:pt x="137189" y="293361"/>
                        <a:pt x="160371" y="299985"/>
                        <a:pt x="183970" y="299620"/>
                      </a:cubicBezTo>
                      <a:lnTo>
                        <a:pt x="962877" y="289320"/>
                      </a:lnTo>
                      <a:lnTo>
                        <a:pt x="962877" y="158937"/>
                      </a:lnTo>
                      <a:cubicBezTo>
                        <a:pt x="946710" y="140422"/>
                        <a:pt x="931325" y="123473"/>
                        <a:pt x="920764" y="111869"/>
                      </a:cubicBezTo>
                      <a:lnTo>
                        <a:pt x="902901" y="109261"/>
                      </a:lnTo>
                      <a:lnTo>
                        <a:pt x="862874" y="246684"/>
                      </a:lnTo>
                      <a:cubicBezTo>
                        <a:pt x="862874" y="246684"/>
                        <a:pt x="395842" y="235993"/>
                        <a:pt x="255811" y="210829"/>
                      </a:cubicBezTo>
                      <a:cubicBezTo>
                        <a:pt x="115780" y="185665"/>
                        <a:pt x="72623" y="156981"/>
                        <a:pt x="68973" y="92311"/>
                      </a:cubicBezTo>
                      <a:cubicBezTo>
                        <a:pt x="67460" y="53939"/>
                        <a:pt x="88022" y="18071"/>
                        <a:pt x="121908" y="0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1953" name="Google Shape;1953;g3f3ba1429e3_0_2817"/>
                <p:cNvSpPr/>
                <p:nvPr/>
              </p:nvSpPr>
              <p:spPr>
                <a:xfrm>
                  <a:off x="5914287" y="3433041"/>
                  <a:ext cx="962877" cy="299634"/>
                </a:xfrm>
                <a:custGeom>
                  <a:rect b="b" l="l" r="r" t="t"/>
                  <a:pathLst>
                    <a:path extrusionOk="0" h="299634" w="962877">
                      <a:moveTo>
                        <a:pt x="121908" y="0"/>
                      </a:moveTo>
                      <a:cubicBezTo>
                        <a:pt x="121908" y="0"/>
                        <a:pt x="55022" y="2608"/>
                        <a:pt x="37029" y="52935"/>
                      </a:cubicBezTo>
                      <a:lnTo>
                        <a:pt x="0" y="114215"/>
                      </a:lnTo>
                      <a:cubicBezTo>
                        <a:pt x="3651" y="195053"/>
                        <a:pt x="73666" y="252551"/>
                        <a:pt x="117345" y="280584"/>
                      </a:cubicBezTo>
                      <a:cubicBezTo>
                        <a:pt x="137189" y="293361"/>
                        <a:pt x="160371" y="299985"/>
                        <a:pt x="183970" y="299620"/>
                      </a:cubicBezTo>
                      <a:lnTo>
                        <a:pt x="962877" y="289320"/>
                      </a:lnTo>
                      <a:lnTo>
                        <a:pt x="962877" y="158937"/>
                      </a:lnTo>
                      <a:cubicBezTo>
                        <a:pt x="946710" y="140422"/>
                        <a:pt x="931325" y="123473"/>
                        <a:pt x="920764" y="111869"/>
                      </a:cubicBezTo>
                      <a:lnTo>
                        <a:pt x="902901" y="109261"/>
                      </a:lnTo>
                      <a:lnTo>
                        <a:pt x="862874" y="246684"/>
                      </a:lnTo>
                      <a:cubicBezTo>
                        <a:pt x="862874" y="246684"/>
                        <a:pt x="395842" y="235993"/>
                        <a:pt x="255811" y="210829"/>
                      </a:cubicBezTo>
                      <a:cubicBezTo>
                        <a:pt x="115780" y="185665"/>
                        <a:pt x="72623" y="156981"/>
                        <a:pt x="68973" y="92311"/>
                      </a:cubicBezTo>
                      <a:cubicBezTo>
                        <a:pt x="67460" y="53939"/>
                        <a:pt x="88022" y="18071"/>
                        <a:pt x="121908" y="0"/>
                      </a:cubicBezTo>
                      <a:close/>
                    </a:path>
                  </a:pathLst>
                </a:custGeom>
                <a:solidFill>
                  <a:srgbClr val="FFFFFF">
                    <a:alpha val="48627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1954" name="Google Shape;1954;g3f3ba1429e3_0_2817"/>
              <p:cNvSpPr/>
              <p:nvPr/>
            </p:nvSpPr>
            <p:spPr>
              <a:xfrm>
                <a:off x="6815885" y="3528007"/>
                <a:ext cx="489979" cy="253025"/>
              </a:xfrm>
              <a:custGeom>
                <a:rect b="b" l="l" r="r" t="t"/>
                <a:pathLst>
                  <a:path extrusionOk="0" h="253025" w="489979">
                    <a:moveTo>
                      <a:pt x="5346" y="1517"/>
                    </a:moveTo>
                    <a:lnTo>
                      <a:pt x="0" y="253025"/>
                    </a:lnTo>
                    <a:lnTo>
                      <a:pt x="256854" y="199829"/>
                    </a:lnTo>
                    <a:cubicBezTo>
                      <a:pt x="256854" y="199829"/>
                      <a:pt x="388150" y="210521"/>
                      <a:pt x="417616" y="207913"/>
                    </a:cubicBezTo>
                    <a:cubicBezTo>
                      <a:pt x="447083" y="205305"/>
                      <a:pt x="471204" y="162279"/>
                      <a:pt x="471204" y="140896"/>
                    </a:cubicBezTo>
                    <a:lnTo>
                      <a:pt x="471204" y="92655"/>
                    </a:lnTo>
                    <a:cubicBezTo>
                      <a:pt x="483094" y="83841"/>
                      <a:pt x="490057" y="69903"/>
                      <a:pt x="489979" y="55104"/>
                    </a:cubicBezTo>
                    <a:cubicBezTo>
                      <a:pt x="487371" y="33721"/>
                      <a:pt x="444475" y="20292"/>
                      <a:pt x="444475" y="20292"/>
                    </a:cubicBezTo>
                    <a:cubicBezTo>
                      <a:pt x="444475" y="20292"/>
                      <a:pt x="321263" y="-6567"/>
                      <a:pt x="286321" y="1517"/>
                    </a:cubicBezTo>
                    <a:cubicBezTo>
                      <a:pt x="251378" y="9601"/>
                      <a:pt x="5346" y="1517"/>
                      <a:pt x="5346" y="151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55" name="Google Shape;1955;g3f3ba1429e3_0_2817"/>
              <p:cNvSpPr/>
              <p:nvPr/>
            </p:nvSpPr>
            <p:spPr>
              <a:xfrm>
                <a:off x="6808844" y="3520839"/>
                <a:ext cx="504530" cy="268146"/>
              </a:xfrm>
              <a:custGeom>
                <a:rect b="b" l="l" r="r" t="t"/>
                <a:pathLst>
                  <a:path extrusionOk="0" h="268146" w="504530">
                    <a:moveTo>
                      <a:pt x="7041" y="267625"/>
                    </a:moveTo>
                    <a:cubicBezTo>
                      <a:pt x="5424" y="267651"/>
                      <a:pt x="3846" y="267091"/>
                      <a:pt x="2608" y="266061"/>
                    </a:cubicBezTo>
                    <a:cubicBezTo>
                      <a:pt x="965" y="264665"/>
                      <a:pt x="13" y="262619"/>
                      <a:pt x="0" y="260454"/>
                    </a:cubicBezTo>
                    <a:lnTo>
                      <a:pt x="5346" y="8555"/>
                    </a:lnTo>
                    <a:cubicBezTo>
                      <a:pt x="5450" y="6690"/>
                      <a:pt x="6232" y="4917"/>
                      <a:pt x="7562" y="3600"/>
                    </a:cubicBezTo>
                    <a:cubicBezTo>
                      <a:pt x="8840" y="2166"/>
                      <a:pt x="10730" y="1449"/>
                      <a:pt x="12647" y="1644"/>
                    </a:cubicBezTo>
                    <a:cubicBezTo>
                      <a:pt x="97657" y="4382"/>
                      <a:pt x="265329" y="8033"/>
                      <a:pt x="292188" y="1644"/>
                    </a:cubicBezTo>
                    <a:cubicBezTo>
                      <a:pt x="328174" y="-6700"/>
                      <a:pt x="448647" y="19376"/>
                      <a:pt x="453341" y="20419"/>
                    </a:cubicBezTo>
                    <a:cubicBezTo>
                      <a:pt x="458035" y="21462"/>
                      <a:pt x="501322" y="36065"/>
                      <a:pt x="504451" y="61229"/>
                    </a:cubicBezTo>
                    <a:cubicBezTo>
                      <a:pt x="505364" y="77618"/>
                      <a:pt x="498323" y="93434"/>
                      <a:pt x="485546" y="103734"/>
                    </a:cubicBezTo>
                    <a:lnTo>
                      <a:pt x="485546" y="148716"/>
                    </a:lnTo>
                    <a:cubicBezTo>
                      <a:pt x="485546" y="172185"/>
                      <a:pt x="459469" y="219514"/>
                      <a:pt x="425439" y="222774"/>
                    </a:cubicBezTo>
                    <a:cubicBezTo>
                      <a:pt x="396885" y="225381"/>
                      <a:pt x="277715" y="215863"/>
                      <a:pt x="264547" y="214820"/>
                    </a:cubicBezTo>
                    <a:lnTo>
                      <a:pt x="8214" y="268147"/>
                    </a:lnTo>
                    <a:close/>
                    <a:moveTo>
                      <a:pt x="19297" y="15986"/>
                    </a:moveTo>
                    <a:lnTo>
                      <a:pt x="14342" y="251849"/>
                    </a:lnTo>
                    <a:lnTo>
                      <a:pt x="262852" y="199696"/>
                    </a:lnTo>
                    <a:lnTo>
                      <a:pt x="264938" y="199696"/>
                    </a:lnTo>
                    <a:cubicBezTo>
                      <a:pt x="266242" y="199696"/>
                      <a:pt x="395321" y="210257"/>
                      <a:pt x="424396" y="207780"/>
                    </a:cubicBezTo>
                    <a:cubicBezTo>
                      <a:pt x="449821" y="205432"/>
                      <a:pt x="471595" y="166057"/>
                      <a:pt x="471595" y="147803"/>
                    </a:cubicBezTo>
                    <a:lnTo>
                      <a:pt x="471595" y="99562"/>
                    </a:lnTo>
                    <a:cubicBezTo>
                      <a:pt x="471595" y="97345"/>
                      <a:pt x="472664" y="95259"/>
                      <a:pt x="474463" y="93955"/>
                    </a:cubicBezTo>
                    <a:cubicBezTo>
                      <a:pt x="474463" y="93955"/>
                      <a:pt x="492586" y="79874"/>
                      <a:pt x="490500" y="62924"/>
                    </a:cubicBezTo>
                    <a:cubicBezTo>
                      <a:pt x="488805" y="49886"/>
                      <a:pt x="462338" y="37891"/>
                      <a:pt x="449821" y="33979"/>
                    </a:cubicBezTo>
                    <a:cubicBezTo>
                      <a:pt x="416573" y="26808"/>
                      <a:pt x="322697" y="8946"/>
                      <a:pt x="295448" y="15334"/>
                    </a:cubicBezTo>
                    <a:cubicBezTo>
                      <a:pt x="262982" y="23027"/>
                      <a:pt x="60889" y="17290"/>
                      <a:pt x="19297" y="1598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56" name="Google Shape;1956;g3f3ba1429e3_0_2817"/>
              <p:cNvSpPr/>
              <p:nvPr/>
            </p:nvSpPr>
            <p:spPr>
              <a:xfrm>
                <a:off x="5996317" y="2708886"/>
                <a:ext cx="490509" cy="356996"/>
              </a:xfrm>
              <a:custGeom>
                <a:rect b="b" l="l" r="r" t="t"/>
                <a:pathLst>
                  <a:path extrusionOk="0" h="356996" w="490509">
                    <a:moveTo>
                      <a:pt x="34533" y="356997"/>
                    </a:moveTo>
                    <a:lnTo>
                      <a:pt x="484615" y="150731"/>
                    </a:lnTo>
                    <a:cubicBezTo>
                      <a:pt x="484615" y="150731"/>
                      <a:pt x="503390" y="137693"/>
                      <a:pt x="473923" y="134564"/>
                    </a:cubicBezTo>
                    <a:cubicBezTo>
                      <a:pt x="444261" y="134459"/>
                      <a:pt x="414664" y="137158"/>
                      <a:pt x="385524" y="142647"/>
                    </a:cubicBezTo>
                    <a:cubicBezTo>
                      <a:pt x="385524" y="142647"/>
                      <a:pt x="290475" y="7440"/>
                      <a:pt x="271699" y="2095"/>
                    </a:cubicBezTo>
                    <a:cubicBezTo>
                      <a:pt x="252924" y="-3251"/>
                      <a:pt x="242233" y="2095"/>
                      <a:pt x="239625" y="12916"/>
                    </a:cubicBezTo>
                    <a:lnTo>
                      <a:pt x="236887" y="23608"/>
                    </a:lnTo>
                    <a:cubicBezTo>
                      <a:pt x="236887" y="23608"/>
                      <a:pt x="82775" y="67547"/>
                      <a:pt x="23711" y="145255"/>
                    </a:cubicBezTo>
                    <a:cubicBezTo>
                      <a:pt x="-35352" y="222963"/>
                      <a:pt x="34533" y="356997"/>
                      <a:pt x="34533" y="35699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57" name="Google Shape;1957;g3f3ba1429e3_0_2817"/>
              <p:cNvSpPr/>
              <p:nvPr/>
            </p:nvSpPr>
            <p:spPr>
              <a:xfrm>
                <a:off x="5989189" y="2701775"/>
                <a:ext cx="504812" cy="371148"/>
              </a:xfrm>
              <a:custGeom>
                <a:rect b="b" l="l" r="r" t="t"/>
                <a:pathLst>
                  <a:path extrusionOk="0" h="371148" w="504812">
                    <a:moveTo>
                      <a:pt x="41660" y="371148"/>
                    </a:moveTo>
                    <a:cubicBezTo>
                      <a:pt x="39027" y="371161"/>
                      <a:pt x="36615" y="369701"/>
                      <a:pt x="35402" y="367367"/>
                    </a:cubicBezTo>
                    <a:cubicBezTo>
                      <a:pt x="32403" y="361761"/>
                      <a:pt x="-35656" y="228509"/>
                      <a:pt x="25232" y="148194"/>
                    </a:cubicBezTo>
                    <a:cubicBezTo>
                      <a:pt x="80384" y="75570"/>
                      <a:pt x="212983" y="32674"/>
                      <a:pt x="238147" y="25112"/>
                    </a:cubicBezTo>
                    <a:lnTo>
                      <a:pt x="239842" y="18202"/>
                    </a:lnTo>
                    <a:cubicBezTo>
                      <a:pt x="241250" y="12100"/>
                      <a:pt x="245123" y="6859"/>
                      <a:pt x="250534" y="3729"/>
                    </a:cubicBezTo>
                    <a:cubicBezTo>
                      <a:pt x="260039" y="-743"/>
                      <a:pt x="270939" y="-1212"/>
                      <a:pt x="280782" y="2426"/>
                    </a:cubicBezTo>
                    <a:cubicBezTo>
                      <a:pt x="299688" y="7902"/>
                      <a:pt x="370486" y="106732"/>
                      <a:pt x="395780" y="142066"/>
                    </a:cubicBezTo>
                    <a:cubicBezTo>
                      <a:pt x="424099" y="136694"/>
                      <a:pt x="452888" y="134217"/>
                      <a:pt x="481702" y="134634"/>
                    </a:cubicBezTo>
                    <a:cubicBezTo>
                      <a:pt x="490308" y="135416"/>
                      <a:pt x="501912" y="137502"/>
                      <a:pt x="504389" y="146499"/>
                    </a:cubicBezTo>
                    <a:cubicBezTo>
                      <a:pt x="506866" y="155495"/>
                      <a:pt x="497740" y="162275"/>
                      <a:pt x="495914" y="163579"/>
                    </a:cubicBezTo>
                    <a:lnTo>
                      <a:pt x="494741" y="163579"/>
                    </a:lnTo>
                    <a:lnTo>
                      <a:pt x="44529" y="369844"/>
                    </a:lnTo>
                    <a:cubicBezTo>
                      <a:pt x="43707" y="370535"/>
                      <a:pt x="42717" y="370992"/>
                      <a:pt x="41660" y="371148"/>
                    </a:cubicBezTo>
                    <a:close/>
                    <a:moveTo>
                      <a:pt x="265528" y="14160"/>
                    </a:moveTo>
                    <a:cubicBezTo>
                      <a:pt x="262803" y="14056"/>
                      <a:pt x="260104" y="14682"/>
                      <a:pt x="257705" y="15985"/>
                    </a:cubicBezTo>
                    <a:cubicBezTo>
                      <a:pt x="255541" y="17198"/>
                      <a:pt x="254015" y="19297"/>
                      <a:pt x="253533" y="21722"/>
                    </a:cubicBezTo>
                    <a:lnTo>
                      <a:pt x="250925" y="32414"/>
                    </a:lnTo>
                    <a:cubicBezTo>
                      <a:pt x="250286" y="34865"/>
                      <a:pt x="248409" y="36795"/>
                      <a:pt x="245970" y="37499"/>
                    </a:cubicBezTo>
                    <a:cubicBezTo>
                      <a:pt x="244406" y="37499"/>
                      <a:pt x="93292" y="81829"/>
                      <a:pt x="36576" y="156669"/>
                    </a:cubicBezTo>
                    <a:cubicBezTo>
                      <a:pt x="-12188" y="220947"/>
                      <a:pt x="32664" y="328252"/>
                      <a:pt x="44920" y="354850"/>
                    </a:cubicBezTo>
                    <a:lnTo>
                      <a:pt x="488222" y="151714"/>
                    </a:lnTo>
                    <a:lnTo>
                      <a:pt x="489656" y="150410"/>
                    </a:lnTo>
                    <a:cubicBezTo>
                      <a:pt x="486683" y="149536"/>
                      <a:pt x="483619" y="148963"/>
                      <a:pt x="480529" y="148715"/>
                    </a:cubicBezTo>
                    <a:cubicBezTo>
                      <a:pt x="451532" y="148663"/>
                      <a:pt x="422587" y="151323"/>
                      <a:pt x="394085" y="156669"/>
                    </a:cubicBezTo>
                    <a:cubicBezTo>
                      <a:pt x="391373" y="157164"/>
                      <a:pt x="388635" y="156056"/>
                      <a:pt x="387045" y="153800"/>
                    </a:cubicBezTo>
                    <a:cubicBezTo>
                      <a:pt x="341541" y="88609"/>
                      <a:pt x="287954" y="20027"/>
                      <a:pt x="277001" y="15985"/>
                    </a:cubicBezTo>
                    <a:cubicBezTo>
                      <a:pt x="273273" y="14877"/>
                      <a:pt x="269413" y="14264"/>
                      <a:pt x="265528" y="1416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58" name="Google Shape;1958;g3f3ba1429e3_0_2817"/>
              <p:cNvSpPr/>
              <p:nvPr/>
            </p:nvSpPr>
            <p:spPr>
              <a:xfrm>
                <a:off x="6201260" y="2739601"/>
                <a:ext cx="65478" cy="193944"/>
              </a:xfrm>
              <a:custGeom>
                <a:rect b="b" l="l" r="r" t="t"/>
                <a:pathLst>
                  <a:path extrusionOk="0" h="193944" w="65478">
                    <a:moveTo>
                      <a:pt x="46938" y="193943"/>
                    </a:moveTo>
                    <a:cubicBezTo>
                      <a:pt x="44526" y="193917"/>
                      <a:pt x="42283" y="192692"/>
                      <a:pt x="40940" y="190684"/>
                    </a:cubicBezTo>
                    <a:cubicBezTo>
                      <a:pt x="36768" y="184165"/>
                      <a:pt x="0" y="125492"/>
                      <a:pt x="0" y="98112"/>
                    </a:cubicBezTo>
                    <a:cubicBezTo>
                      <a:pt x="0" y="73209"/>
                      <a:pt x="33769" y="52087"/>
                      <a:pt x="48633" y="44003"/>
                    </a:cubicBezTo>
                    <a:lnTo>
                      <a:pt x="31813" y="10364"/>
                    </a:lnTo>
                    <a:cubicBezTo>
                      <a:pt x="30079" y="6766"/>
                      <a:pt x="31605" y="2450"/>
                      <a:pt x="35203" y="716"/>
                    </a:cubicBezTo>
                    <a:cubicBezTo>
                      <a:pt x="38802" y="-1018"/>
                      <a:pt x="43117" y="507"/>
                      <a:pt x="44852" y="4106"/>
                    </a:cubicBezTo>
                    <a:lnTo>
                      <a:pt x="64931" y="44003"/>
                    </a:lnTo>
                    <a:cubicBezTo>
                      <a:pt x="65661" y="45750"/>
                      <a:pt x="65661" y="47732"/>
                      <a:pt x="64931" y="49479"/>
                    </a:cubicBezTo>
                    <a:cubicBezTo>
                      <a:pt x="64357" y="51292"/>
                      <a:pt x="63027" y="52765"/>
                      <a:pt x="61280" y="53521"/>
                    </a:cubicBezTo>
                    <a:cubicBezTo>
                      <a:pt x="49154" y="59388"/>
                      <a:pt x="14342" y="79598"/>
                      <a:pt x="14342" y="98112"/>
                    </a:cubicBezTo>
                    <a:cubicBezTo>
                      <a:pt x="14342" y="118191"/>
                      <a:pt x="42374" y="166172"/>
                      <a:pt x="53457" y="182991"/>
                    </a:cubicBezTo>
                    <a:cubicBezTo>
                      <a:pt x="55504" y="186316"/>
                      <a:pt x="54513" y="190658"/>
                      <a:pt x="51240" y="192770"/>
                    </a:cubicBezTo>
                    <a:cubicBezTo>
                      <a:pt x="49950" y="193552"/>
                      <a:pt x="48450" y="193969"/>
                      <a:pt x="46938" y="1939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59" name="Google Shape;1959;g3f3ba1429e3_0_2817"/>
              <p:cNvSpPr/>
              <p:nvPr/>
            </p:nvSpPr>
            <p:spPr>
              <a:xfrm>
                <a:off x="6059404" y="2824336"/>
                <a:ext cx="48897" cy="171277"/>
              </a:xfrm>
              <a:custGeom>
                <a:rect b="b" l="l" r="r" t="t"/>
                <a:pathLst>
                  <a:path extrusionOk="0" h="171277" w="48897">
                    <a:moveTo>
                      <a:pt x="42505" y="171271"/>
                    </a:moveTo>
                    <a:cubicBezTo>
                      <a:pt x="39923" y="171219"/>
                      <a:pt x="37563" y="169837"/>
                      <a:pt x="36246" y="167620"/>
                    </a:cubicBezTo>
                    <a:cubicBezTo>
                      <a:pt x="34812" y="164882"/>
                      <a:pt x="0" y="101255"/>
                      <a:pt x="0" y="66573"/>
                    </a:cubicBezTo>
                    <a:cubicBezTo>
                      <a:pt x="1187" y="42739"/>
                      <a:pt x="10379" y="20001"/>
                      <a:pt x="26077" y="2034"/>
                    </a:cubicBezTo>
                    <a:cubicBezTo>
                      <a:pt x="28815" y="-678"/>
                      <a:pt x="33248" y="-678"/>
                      <a:pt x="35986" y="2034"/>
                    </a:cubicBezTo>
                    <a:cubicBezTo>
                      <a:pt x="38724" y="4824"/>
                      <a:pt x="38724" y="9283"/>
                      <a:pt x="35986" y="12073"/>
                    </a:cubicBezTo>
                    <a:cubicBezTo>
                      <a:pt x="22635" y="27446"/>
                      <a:pt x="14707" y="46781"/>
                      <a:pt x="13429" y="67095"/>
                    </a:cubicBezTo>
                    <a:cubicBezTo>
                      <a:pt x="13429" y="98126"/>
                      <a:pt x="47720" y="160579"/>
                      <a:pt x="47981" y="161231"/>
                    </a:cubicBezTo>
                    <a:cubicBezTo>
                      <a:pt x="49897" y="164608"/>
                      <a:pt x="48711" y="168911"/>
                      <a:pt x="45334" y="170827"/>
                    </a:cubicBezTo>
                    <a:cubicBezTo>
                      <a:pt x="45308" y="170841"/>
                      <a:pt x="45269" y="170867"/>
                      <a:pt x="45243" y="170880"/>
                    </a:cubicBezTo>
                    <a:cubicBezTo>
                      <a:pt x="44356" y="171180"/>
                      <a:pt x="43430" y="171310"/>
                      <a:pt x="42505" y="17127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60" name="Google Shape;1960;g3f3ba1429e3_0_2817"/>
              <p:cNvSpPr/>
              <p:nvPr/>
            </p:nvSpPr>
            <p:spPr>
              <a:xfrm>
                <a:off x="6029008" y="2899900"/>
                <a:ext cx="272913" cy="133598"/>
              </a:xfrm>
              <a:custGeom>
                <a:rect b="b" l="l" r="r" t="t"/>
                <a:pathLst>
                  <a:path extrusionOk="0" h="133598" w="272913">
                    <a:moveTo>
                      <a:pt x="6405" y="133388"/>
                    </a:moveTo>
                    <a:cubicBezTo>
                      <a:pt x="2533" y="133036"/>
                      <a:pt x="-323" y="129607"/>
                      <a:pt x="29" y="125734"/>
                    </a:cubicBezTo>
                    <a:cubicBezTo>
                      <a:pt x="238" y="123505"/>
                      <a:pt x="1490" y="121510"/>
                      <a:pt x="3406" y="120349"/>
                    </a:cubicBezTo>
                    <a:lnTo>
                      <a:pt x="262738" y="658"/>
                    </a:lnTo>
                    <a:cubicBezTo>
                      <a:pt x="266336" y="-998"/>
                      <a:pt x="270600" y="580"/>
                      <a:pt x="272256" y="4178"/>
                    </a:cubicBezTo>
                    <a:cubicBezTo>
                      <a:pt x="273911" y="7777"/>
                      <a:pt x="272334" y="12040"/>
                      <a:pt x="268735" y="13696"/>
                    </a:cubicBezTo>
                    <a:lnTo>
                      <a:pt x="9274" y="133518"/>
                    </a:lnTo>
                    <a:cubicBezTo>
                      <a:pt x="8322" y="133662"/>
                      <a:pt x="7344" y="133609"/>
                      <a:pt x="6405" y="13338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61" name="Google Shape;1961;g3f3ba1429e3_0_2817"/>
              <p:cNvSpPr/>
              <p:nvPr/>
            </p:nvSpPr>
            <p:spPr>
              <a:xfrm>
                <a:off x="7044315" y="4966343"/>
                <a:ext cx="766259" cy="353207"/>
              </a:xfrm>
              <a:custGeom>
                <a:rect b="b" l="l" r="r" t="t"/>
                <a:pathLst>
                  <a:path extrusionOk="0" h="353207" w="766259">
                    <a:moveTo>
                      <a:pt x="765347" y="353207"/>
                    </a:moveTo>
                    <a:cubicBezTo>
                      <a:pt x="765347" y="345645"/>
                      <a:pt x="766260" y="337952"/>
                      <a:pt x="766260" y="330260"/>
                    </a:cubicBezTo>
                    <a:cubicBezTo>
                      <a:pt x="766260" y="147724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260"/>
                    </a:cubicBezTo>
                    <a:cubicBezTo>
                      <a:pt x="0" y="337952"/>
                      <a:pt x="0" y="345645"/>
                      <a:pt x="1043" y="3532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62" name="Google Shape;1962;g3f3ba1429e3_0_2817"/>
              <p:cNvSpPr/>
              <p:nvPr/>
            </p:nvSpPr>
            <p:spPr>
              <a:xfrm>
                <a:off x="7037275" y="4959693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9"/>
                    </a:moveTo>
                    <a:lnTo>
                      <a:pt x="8084" y="367289"/>
                    </a:lnTo>
                    <a:cubicBezTo>
                      <a:pt x="4394" y="367302"/>
                      <a:pt x="1317" y="364459"/>
                      <a:pt x="1043" y="360769"/>
                    </a:cubicBezTo>
                    <a:cubicBezTo>
                      <a:pt x="391" y="351904"/>
                      <a:pt x="0" y="344472"/>
                      <a:pt x="0" y="337300"/>
                    </a:cubicBezTo>
                    <a:cubicBezTo>
                      <a:pt x="0" y="151375"/>
                      <a:pt x="175104" y="0"/>
                      <a:pt x="390236" y="0"/>
                    </a:cubicBezTo>
                    <a:cubicBezTo>
                      <a:pt x="605367" y="0"/>
                      <a:pt x="780472" y="151375"/>
                      <a:pt x="780472" y="337300"/>
                    </a:cubicBezTo>
                    <a:cubicBezTo>
                      <a:pt x="780472" y="344341"/>
                      <a:pt x="780472" y="351904"/>
                      <a:pt x="779429" y="360769"/>
                    </a:cubicBezTo>
                    <a:cubicBezTo>
                      <a:pt x="779090" y="364420"/>
                      <a:pt x="776052" y="367236"/>
                      <a:pt x="772388" y="367289"/>
                    </a:cubicBezTo>
                    <a:close/>
                    <a:moveTo>
                      <a:pt x="14603" y="353207"/>
                    </a:moveTo>
                    <a:lnTo>
                      <a:pt x="765608" y="353207"/>
                    </a:lnTo>
                    <a:cubicBezTo>
                      <a:pt x="765608" y="347340"/>
                      <a:pt x="765608" y="342255"/>
                      <a:pt x="765608" y="337300"/>
                    </a:cubicBezTo>
                    <a:cubicBezTo>
                      <a:pt x="765608" y="159067"/>
                      <a:pt x="596893" y="14212"/>
                      <a:pt x="389584" y="14212"/>
                    </a:cubicBezTo>
                    <a:cubicBezTo>
                      <a:pt x="182275" y="14212"/>
                      <a:pt x="13429" y="159067"/>
                      <a:pt x="13429" y="337300"/>
                    </a:cubicBezTo>
                    <a:cubicBezTo>
                      <a:pt x="14081" y="342255"/>
                      <a:pt x="14342" y="347470"/>
                      <a:pt x="14603" y="35320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63" name="Google Shape;1963;g3f3ba1429e3_0_2817"/>
              <p:cNvSpPr/>
              <p:nvPr/>
            </p:nvSpPr>
            <p:spPr>
              <a:xfrm>
                <a:off x="7044315" y="4998156"/>
                <a:ext cx="766259" cy="353207"/>
              </a:xfrm>
              <a:custGeom>
                <a:rect b="b" l="l" r="r" t="t"/>
                <a:pathLst>
                  <a:path extrusionOk="0" h="353207" w="766259">
                    <a:moveTo>
                      <a:pt x="765347" y="353207"/>
                    </a:moveTo>
                    <a:cubicBezTo>
                      <a:pt x="765347" y="345514"/>
                      <a:pt x="766260" y="337952"/>
                      <a:pt x="766260" y="330260"/>
                    </a:cubicBezTo>
                    <a:cubicBezTo>
                      <a:pt x="766260" y="147724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260"/>
                    </a:cubicBezTo>
                    <a:cubicBezTo>
                      <a:pt x="0" y="337952"/>
                      <a:pt x="0" y="345514"/>
                      <a:pt x="1043" y="3532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64" name="Google Shape;1964;g3f3ba1429e3_0_2817"/>
              <p:cNvSpPr/>
              <p:nvPr/>
            </p:nvSpPr>
            <p:spPr>
              <a:xfrm>
                <a:off x="7037275" y="4991376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9"/>
                    </a:moveTo>
                    <a:lnTo>
                      <a:pt x="8084" y="367289"/>
                    </a:lnTo>
                    <a:cubicBezTo>
                      <a:pt x="4394" y="367302"/>
                      <a:pt x="1317" y="364459"/>
                      <a:pt x="1043" y="360769"/>
                    </a:cubicBezTo>
                    <a:cubicBezTo>
                      <a:pt x="391" y="351904"/>
                      <a:pt x="0" y="344341"/>
                      <a:pt x="0" y="337301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301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20"/>
                      <a:pt x="776052" y="367236"/>
                      <a:pt x="772388" y="367289"/>
                    </a:cubicBezTo>
                    <a:close/>
                    <a:moveTo>
                      <a:pt x="14603" y="353077"/>
                    </a:moveTo>
                    <a:lnTo>
                      <a:pt x="765608" y="353077"/>
                    </a:lnTo>
                    <a:cubicBezTo>
                      <a:pt x="765608" y="347340"/>
                      <a:pt x="765608" y="342125"/>
                      <a:pt x="765608" y="337301"/>
                    </a:cubicBezTo>
                    <a:cubicBezTo>
                      <a:pt x="765608" y="159067"/>
                      <a:pt x="596893" y="14082"/>
                      <a:pt x="389584" y="14082"/>
                    </a:cubicBezTo>
                    <a:cubicBezTo>
                      <a:pt x="182275" y="14082"/>
                      <a:pt x="14081" y="158676"/>
                      <a:pt x="14081" y="337040"/>
                    </a:cubicBezTo>
                    <a:cubicBezTo>
                      <a:pt x="14081" y="341994"/>
                      <a:pt x="14342" y="347079"/>
                      <a:pt x="14603" y="35281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65" name="Google Shape;1965;g3f3ba1429e3_0_2817"/>
              <p:cNvSpPr/>
              <p:nvPr/>
            </p:nvSpPr>
            <p:spPr>
              <a:xfrm>
                <a:off x="7112766" y="4998156"/>
                <a:ext cx="634572" cy="212914"/>
              </a:xfrm>
              <a:custGeom>
                <a:rect b="b" l="l" r="r" t="t"/>
                <a:pathLst>
                  <a:path extrusionOk="0" h="212914" w="634572">
                    <a:moveTo>
                      <a:pt x="314744" y="0"/>
                    </a:moveTo>
                    <a:cubicBezTo>
                      <a:pt x="184361" y="0"/>
                      <a:pt x="69233" y="56195"/>
                      <a:pt x="0" y="141987"/>
                    </a:cubicBezTo>
                    <a:lnTo>
                      <a:pt x="89834" y="212915"/>
                    </a:lnTo>
                    <a:cubicBezTo>
                      <a:pt x="184948" y="94892"/>
                      <a:pt x="357731" y="76326"/>
                      <a:pt x="475754" y="171440"/>
                    </a:cubicBezTo>
                    <a:cubicBezTo>
                      <a:pt x="491022" y="183735"/>
                      <a:pt x="504920" y="197647"/>
                      <a:pt x="517228" y="212915"/>
                    </a:cubicBezTo>
                    <a:lnTo>
                      <a:pt x="634573" y="147724"/>
                    </a:lnTo>
                    <a:cubicBezTo>
                      <a:pt x="565470" y="58672"/>
                      <a:pt x="447995" y="0"/>
                      <a:pt x="314744" y="0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66" name="Google Shape;1966;g3f3ba1429e3_0_2817"/>
              <p:cNvSpPr/>
              <p:nvPr/>
            </p:nvSpPr>
            <p:spPr>
              <a:xfrm>
                <a:off x="7105704" y="4991116"/>
                <a:ext cx="648138" cy="227127"/>
              </a:xfrm>
              <a:custGeom>
                <a:rect b="b" l="l" r="r" t="t"/>
                <a:pathLst>
                  <a:path extrusionOk="0" h="227127" w="648138">
                    <a:moveTo>
                      <a:pt x="524291" y="227127"/>
                    </a:moveTo>
                    <a:cubicBezTo>
                      <a:pt x="522127" y="227153"/>
                      <a:pt x="520093" y="226136"/>
                      <a:pt x="518815" y="224389"/>
                    </a:cubicBezTo>
                    <a:cubicBezTo>
                      <a:pt x="426139" y="109391"/>
                      <a:pt x="257802" y="91294"/>
                      <a:pt x="142804" y="183957"/>
                    </a:cubicBezTo>
                    <a:cubicBezTo>
                      <a:pt x="127915" y="195952"/>
                      <a:pt x="114368" y="209512"/>
                      <a:pt x="102373" y="224389"/>
                    </a:cubicBezTo>
                    <a:cubicBezTo>
                      <a:pt x="99974" y="227375"/>
                      <a:pt x="95632" y="227896"/>
                      <a:pt x="92594" y="225562"/>
                    </a:cubicBezTo>
                    <a:lnTo>
                      <a:pt x="2630" y="154504"/>
                    </a:lnTo>
                    <a:cubicBezTo>
                      <a:pt x="1169" y="153343"/>
                      <a:pt x="231" y="151661"/>
                      <a:pt x="22" y="149810"/>
                    </a:cubicBezTo>
                    <a:cubicBezTo>
                      <a:pt x="-121" y="147932"/>
                      <a:pt x="439" y="146081"/>
                      <a:pt x="1587" y="144595"/>
                    </a:cubicBezTo>
                    <a:cubicBezTo>
                      <a:pt x="74601" y="54109"/>
                      <a:pt x="194292" y="0"/>
                      <a:pt x="321807" y="0"/>
                    </a:cubicBezTo>
                    <a:cubicBezTo>
                      <a:pt x="452190" y="0"/>
                      <a:pt x="574098" y="56325"/>
                      <a:pt x="646721" y="150462"/>
                    </a:cubicBezTo>
                    <a:cubicBezTo>
                      <a:pt x="647907" y="152118"/>
                      <a:pt x="648377" y="154191"/>
                      <a:pt x="648025" y="156199"/>
                    </a:cubicBezTo>
                    <a:cubicBezTo>
                      <a:pt x="647621" y="158246"/>
                      <a:pt x="646330" y="160019"/>
                      <a:pt x="644504" y="161023"/>
                    </a:cubicBezTo>
                    <a:lnTo>
                      <a:pt x="527160" y="226214"/>
                    </a:lnTo>
                    <a:cubicBezTo>
                      <a:pt x="526273" y="226710"/>
                      <a:pt x="525295" y="227010"/>
                      <a:pt x="524291" y="227127"/>
                    </a:cubicBezTo>
                    <a:close/>
                    <a:moveTo>
                      <a:pt x="310594" y="110695"/>
                    </a:moveTo>
                    <a:cubicBezTo>
                      <a:pt x="393726" y="110552"/>
                      <a:pt x="472634" y="147332"/>
                      <a:pt x="525986" y="211090"/>
                    </a:cubicBezTo>
                    <a:lnTo>
                      <a:pt x="630293" y="152809"/>
                    </a:lnTo>
                    <a:cubicBezTo>
                      <a:pt x="559755" y="65843"/>
                      <a:pt x="445149" y="14212"/>
                      <a:pt x="321676" y="14212"/>
                    </a:cubicBezTo>
                    <a:cubicBezTo>
                      <a:pt x="201072" y="14212"/>
                      <a:pt x="87770" y="64149"/>
                      <a:pt x="16972" y="148115"/>
                    </a:cubicBezTo>
                    <a:lnTo>
                      <a:pt x="95202" y="210308"/>
                    </a:lnTo>
                    <a:cubicBezTo>
                      <a:pt x="148750" y="146889"/>
                      <a:pt x="227605" y="110421"/>
                      <a:pt x="310594" y="11069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67" name="Google Shape;1967;g3f3ba1429e3_0_2817"/>
              <p:cNvSpPr/>
              <p:nvPr/>
            </p:nvSpPr>
            <p:spPr>
              <a:xfrm>
                <a:off x="7299344" y="5229050"/>
                <a:ext cx="232733" cy="122313"/>
              </a:xfrm>
              <a:custGeom>
                <a:rect b="b" l="l" r="r" t="t"/>
                <a:pathLst>
                  <a:path extrusionOk="0" h="122313" w="232733">
                    <a:moveTo>
                      <a:pt x="232733" y="112535"/>
                    </a:moveTo>
                    <a:cubicBezTo>
                      <a:pt x="230582" y="48269"/>
                      <a:pt x="176734" y="-2085"/>
                      <a:pt x="112468" y="66"/>
                    </a:cubicBezTo>
                    <a:cubicBezTo>
                      <a:pt x="51227" y="2114"/>
                      <a:pt x="2047" y="51294"/>
                      <a:pt x="0" y="112535"/>
                    </a:cubicBezTo>
                    <a:cubicBezTo>
                      <a:pt x="0" y="115794"/>
                      <a:pt x="0" y="119054"/>
                      <a:pt x="0" y="122313"/>
                    </a:cubicBezTo>
                    <a:lnTo>
                      <a:pt x="231690" y="122313"/>
                    </a:lnTo>
                    <a:cubicBezTo>
                      <a:pt x="232472" y="119054"/>
                      <a:pt x="232733" y="115794"/>
                      <a:pt x="232733" y="1125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1968" name="Google Shape;1968;g3f3ba1429e3_0_2817"/>
              <p:cNvSpPr/>
              <p:nvPr/>
            </p:nvSpPr>
            <p:spPr>
              <a:xfrm>
                <a:off x="7292825" y="5222387"/>
                <a:ext cx="246814" cy="136357"/>
              </a:xfrm>
              <a:custGeom>
                <a:rect b="b" l="l" r="r" t="t"/>
                <a:pathLst>
                  <a:path extrusionOk="0" h="136357" w="246814">
                    <a:moveTo>
                      <a:pt x="238731" y="136277"/>
                    </a:moveTo>
                    <a:lnTo>
                      <a:pt x="7041" y="136277"/>
                    </a:lnTo>
                    <a:cubicBezTo>
                      <a:pt x="3377" y="136225"/>
                      <a:pt x="339" y="133409"/>
                      <a:pt x="0" y="129758"/>
                    </a:cubicBezTo>
                    <a:cubicBezTo>
                      <a:pt x="0" y="126368"/>
                      <a:pt x="0" y="122978"/>
                      <a:pt x="0" y="119458"/>
                    </a:cubicBezTo>
                    <a:cubicBezTo>
                      <a:pt x="2216" y="51307"/>
                      <a:pt x="59259" y="-2150"/>
                      <a:pt x="127423" y="67"/>
                    </a:cubicBezTo>
                    <a:cubicBezTo>
                      <a:pt x="192458" y="2179"/>
                      <a:pt x="244703" y="54410"/>
                      <a:pt x="246815" y="119458"/>
                    </a:cubicBezTo>
                    <a:cubicBezTo>
                      <a:pt x="246815" y="122978"/>
                      <a:pt x="246815" y="126368"/>
                      <a:pt x="246815" y="129758"/>
                    </a:cubicBezTo>
                    <a:cubicBezTo>
                      <a:pt x="246567" y="133644"/>
                      <a:pt x="243229" y="136590"/>
                      <a:pt x="239344" y="136343"/>
                    </a:cubicBezTo>
                    <a:cubicBezTo>
                      <a:pt x="239135" y="136329"/>
                      <a:pt x="238939" y="136304"/>
                      <a:pt x="238731" y="136277"/>
                    </a:cubicBezTo>
                    <a:close/>
                    <a:moveTo>
                      <a:pt x="13690" y="122066"/>
                    </a:moveTo>
                    <a:lnTo>
                      <a:pt x="232212" y="122066"/>
                    </a:lnTo>
                    <a:lnTo>
                      <a:pt x="232212" y="119458"/>
                    </a:lnTo>
                    <a:cubicBezTo>
                      <a:pt x="232212" y="59117"/>
                      <a:pt x="183292" y="10197"/>
                      <a:pt x="122951" y="10197"/>
                    </a:cubicBezTo>
                    <a:cubicBezTo>
                      <a:pt x="62610" y="10197"/>
                      <a:pt x="13690" y="59117"/>
                      <a:pt x="13690" y="11945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</p:grpSp>
      <p:sp>
        <p:nvSpPr>
          <p:cNvPr id="1969" name="Google Shape;1969;g3f3ba1429e3_0_2817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970" name="Google Shape;1970;g3f3ba1429e3_0_2817"/>
          <p:cNvSpPr txBox="1"/>
          <p:nvPr>
            <p:ph type="title"/>
          </p:nvPr>
        </p:nvSpPr>
        <p:spPr>
          <a:xfrm>
            <a:off x="2956267" y="691450"/>
            <a:ext cx="557400" cy="9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b="0" i="0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b="0" i="0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b="0" i="0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b="0" i="0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b="0" i="0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b="0" i="0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b="0" i="0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b="0" i="0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b="0" i="0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!">
  <p:cSld name="Thank You!">
    <p:spTree>
      <p:nvGrpSpPr>
        <p:cNvPr id="1988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g3f3ba1429e3_0_4951"/>
          <p:cNvSpPr txBox="1"/>
          <p:nvPr/>
        </p:nvSpPr>
        <p:spPr>
          <a:xfrm>
            <a:off x="2505636" y="2773309"/>
            <a:ext cx="71808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172A4B"/>
                </a:solidFill>
                <a:latin typeface="Fredoka"/>
                <a:ea typeface="Fredoka"/>
                <a:cs typeface="Fredoka"/>
                <a:sym typeface="Fredoka"/>
              </a:rPr>
              <a:t>THANK YOU!</a:t>
            </a:r>
            <a:endParaRPr b="0" i="0" sz="2400" u="none" cap="none" strike="noStrike">
              <a:solidFill>
                <a:srgbClr val="172A4B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ssion Entry Point with Science background">
  <p:cSld name="Session Entry Point with Science background">
    <p:spTree>
      <p:nvGrpSpPr>
        <p:cNvPr id="1990" name="Shape 1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Google Shape;1991;g3f3ba1429e3_0_4571"/>
          <p:cNvSpPr txBox="1"/>
          <p:nvPr>
            <p:ph type="title"/>
          </p:nvPr>
        </p:nvSpPr>
        <p:spPr>
          <a:xfrm>
            <a:off x="838200" y="2523046"/>
            <a:ext cx="7754700" cy="6825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3529"/>
              </a:srgbClr>
            </a:outerShdw>
          </a:effectLst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7F"/>
              </a:buClr>
              <a:buSzPts val="4400"/>
              <a:buFont typeface="Fredoka"/>
              <a:buNone/>
              <a:defRPr b="1" i="0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92" name="Google Shape;1992;g3f3ba1429e3_0_4571"/>
          <p:cNvSpPr txBox="1"/>
          <p:nvPr>
            <p:ph idx="1" type="body"/>
          </p:nvPr>
        </p:nvSpPr>
        <p:spPr>
          <a:xfrm>
            <a:off x="838200" y="3077083"/>
            <a:ext cx="7752600" cy="5430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139700">
              <a:schemeClr val="dk1">
                <a:alpha val="14118"/>
              </a:schemeClr>
            </a:outerShdw>
          </a:effectLst>
        </p:spPr>
        <p:txBody>
          <a:bodyPr anchorCtr="0" anchor="t" bIns="0" lIns="0" spcFirstLastPara="1" rIns="0" wrap="square" tIns="9142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993" name="Google Shape;1993;g3f3ba1429e3_0_4571"/>
          <p:cNvSpPr txBox="1"/>
          <p:nvPr>
            <p:ph idx="12" type="sldNum"/>
          </p:nvPr>
        </p:nvSpPr>
        <p:spPr>
          <a:xfrm>
            <a:off x="5730320" y="6332997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1994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g3f3ba1429e3_0_4575"/>
          <p:cNvSpPr txBox="1"/>
          <p:nvPr/>
        </p:nvSpPr>
        <p:spPr>
          <a:xfrm>
            <a:off x="854675" y="2764213"/>
            <a:ext cx="3810000" cy="7941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3529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7F"/>
              </a:buClr>
              <a:buSzPts val="4400"/>
              <a:buFont typeface="Fredoka"/>
              <a:buNone/>
            </a:pPr>
            <a:r>
              <a:rPr b="1" i="0" lang="en-US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rPr>
              <a:t>ATTENDANCE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6" name="Google Shape;1996;g3f3ba1429e3_0_457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80675" y="1197038"/>
            <a:ext cx="4463924" cy="4463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 this session you will learn...">
  <p:cSld name="In this session you will learn...">
    <p:spTree>
      <p:nvGrpSpPr>
        <p:cNvPr id="1997" name="Shape 1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8" name="Google Shape;1998;g3f3ba1429e3_0_4578"/>
          <p:cNvSpPr txBox="1"/>
          <p:nvPr>
            <p:ph idx="1" type="body"/>
          </p:nvPr>
        </p:nvSpPr>
        <p:spPr>
          <a:xfrm>
            <a:off x="2022957" y="1116184"/>
            <a:ext cx="91500" cy="31089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1999" name="Google Shape;1999;g3f3ba1429e3_0_4578"/>
          <p:cNvSpPr txBox="1"/>
          <p:nvPr/>
        </p:nvSpPr>
        <p:spPr>
          <a:xfrm>
            <a:off x="996843" y="968220"/>
            <a:ext cx="10442700" cy="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Quicksand"/>
              <a:buNone/>
            </a:pPr>
            <a:r>
              <a:rPr b="1" i="0" lang="en-US" sz="48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Session Agenda</a:t>
            </a:r>
            <a:endParaRPr b="1" i="0" sz="4800" u="none" cap="none" strike="noStrike">
              <a:solidFill>
                <a:srgbClr val="FC7C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00" name="Google Shape;2000;g3f3ba1429e3_0_4578"/>
          <p:cNvSpPr txBox="1"/>
          <p:nvPr/>
        </p:nvSpPr>
        <p:spPr>
          <a:xfrm>
            <a:off x="1085620" y="597608"/>
            <a:ext cx="3338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small" strike="noStrike">
                <a:solidFill>
                  <a:srgbClr val="757070"/>
                </a:solidFill>
                <a:latin typeface="Quicksand"/>
                <a:ea typeface="Quicksand"/>
                <a:cs typeface="Quicksand"/>
                <a:sym typeface="Quicksand"/>
              </a:rPr>
              <a:t>Lesson</a:t>
            </a:r>
            <a:endParaRPr b="1" i="0" sz="2800" u="none" cap="small" strike="noStrike">
              <a:solidFill>
                <a:srgbClr val="75707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001" name="Google Shape;2001;g3f3ba1429e3_0_4578"/>
          <p:cNvSpPr txBox="1"/>
          <p:nvPr>
            <p:ph idx="2" type="body"/>
          </p:nvPr>
        </p:nvSpPr>
        <p:spPr>
          <a:xfrm>
            <a:off x="1871000" y="1667184"/>
            <a:ext cx="8773200" cy="40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Calibri"/>
              <a:buChar char="●"/>
              <a:defRPr b="0" i="0" sz="20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40005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700"/>
              <a:buFont typeface="Calibri"/>
              <a:buChar char="●"/>
              <a:defRPr b="0" i="0" sz="1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Calibri"/>
              <a:buChar char="●"/>
              <a:defRPr b="0" i="0" sz="16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6195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Calibri"/>
              <a:buChar char="●"/>
              <a:defRPr b="0" i="0" sz="1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6195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Calibri"/>
              <a:buChar char="●"/>
              <a:defRPr b="0" i="0" sz="14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002" name="Google Shape;2002;g3f3ba1429e3_0_4578"/>
          <p:cNvSpPr txBox="1"/>
          <p:nvPr>
            <p:ph idx="3" type="body"/>
          </p:nvPr>
        </p:nvSpPr>
        <p:spPr>
          <a:xfrm>
            <a:off x="2337773" y="654820"/>
            <a:ext cx="678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gage">
  <p:cSld name="Engage"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4" name="Google Shape;2004;g3f3ba1429e3_0_4584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2005" name="Google Shape;2005;g3f3ba1429e3_0_4584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2006" name="Google Shape;2006;g3f3ba1429e3_0_4584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2007" name="Google Shape;2007;g3f3ba1429e3_0_4584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08" name="Google Shape;2008;g3f3ba1429e3_0_4584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09" name="Google Shape;2009;g3f3ba1429e3_0_4584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010" name="Google Shape;2010;g3f3ba1429e3_0_4584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2011" name="Google Shape;2011;g3f3ba1429e3_0_4584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012" name="Google Shape;2012;g3f3ba1429e3_0_4584"/>
          <p:cNvSpPr txBox="1"/>
          <p:nvPr/>
        </p:nvSpPr>
        <p:spPr>
          <a:xfrm>
            <a:off x="680025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Engage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13" name="Google Shape;2013;g3f3ba1429e3_0_4584"/>
          <p:cNvGrpSpPr/>
          <p:nvPr/>
        </p:nvGrpSpPr>
        <p:grpSpPr>
          <a:xfrm>
            <a:off x="5346784" y="1129383"/>
            <a:ext cx="4318845" cy="2583681"/>
            <a:chOff x="5320151" y="896335"/>
            <a:chExt cx="4318845" cy="2583681"/>
          </a:xfrm>
        </p:grpSpPr>
        <p:sp>
          <p:nvSpPr>
            <p:cNvPr id="2014" name="Google Shape;2014;g3f3ba1429e3_0_4584"/>
            <p:cNvSpPr/>
            <p:nvPr/>
          </p:nvSpPr>
          <p:spPr>
            <a:xfrm>
              <a:off x="5320151" y="896335"/>
              <a:ext cx="4318845" cy="2583681"/>
            </a:xfrm>
            <a:custGeom>
              <a:rect b="b" l="l" r="r" t="t"/>
              <a:pathLst>
                <a:path extrusionOk="0" h="2583681" w="4318845">
                  <a:moveTo>
                    <a:pt x="1860346" y="563615"/>
                  </a:moveTo>
                  <a:cubicBezTo>
                    <a:pt x="1364834" y="534709"/>
                    <a:pt x="846325" y="242437"/>
                    <a:pt x="360319" y="524302"/>
                  </a:cubicBezTo>
                  <a:cubicBezTo>
                    <a:pt x="-4410" y="735894"/>
                    <a:pt x="-58240" y="1151112"/>
                    <a:pt x="49034" y="1539994"/>
                  </a:cubicBezTo>
                  <a:cubicBezTo>
                    <a:pt x="329614" y="2561467"/>
                    <a:pt x="1900686" y="2734774"/>
                    <a:pt x="2785466" y="2477832"/>
                  </a:cubicBezTo>
                  <a:cubicBezTo>
                    <a:pt x="3702749" y="2212540"/>
                    <a:pt x="4737325" y="1304121"/>
                    <a:pt x="4144303" y="379772"/>
                  </a:cubicBezTo>
                  <a:cubicBezTo>
                    <a:pt x="3900208" y="-1144"/>
                    <a:pt x="3474070" y="-68334"/>
                    <a:pt x="3009391" y="58595"/>
                  </a:cubicBezTo>
                  <a:cubicBezTo>
                    <a:pt x="2614599" y="165226"/>
                    <a:pt x="2248714" y="586225"/>
                    <a:pt x="1860346" y="56361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15" name="Google Shape;2015;g3f3ba1429e3_0_4584"/>
            <p:cNvSpPr/>
            <p:nvPr/>
          </p:nvSpPr>
          <p:spPr>
            <a:xfrm>
              <a:off x="5320151" y="896335"/>
              <a:ext cx="4318845" cy="2583681"/>
            </a:xfrm>
            <a:custGeom>
              <a:rect b="b" l="l" r="r" t="t"/>
              <a:pathLst>
                <a:path extrusionOk="0" h="2583681" w="4318845">
                  <a:moveTo>
                    <a:pt x="1860346" y="563615"/>
                  </a:moveTo>
                  <a:cubicBezTo>
                    <a:pt x="1364834" y="534709"/>
                    <a:pt x="846325" y="242437"/>
                    <a:pt x="360319" y="524302"/>
                  </a:cubicBezTo>
                  <a:cubicBezTo>
                    <a:pt x="-4410" y="735894"/>
                    <a:pt x="-58240" y="1151112"/>
                    <a:pt x="49034" y="1539994"/>
                  </a:cubicBezTo>
                  <a:cubicBezTo>
                    <a:pt x="329614" y="2561467"/>
                    <a:pt x="1900686" y="2734774"/>
                    <a:pt x="2785466" y="2477832"/>
                  </a:cubicBezTo>
                  <a:cubicBezTo>
                    <a:pt x="3702749" y="2212540"/>
                    <a:pt x="4737325" y="1304121"/>
                    <a:pt x="4144303" y="379772"/>
                  </a:cubicBezTo>
                  <a:cubicBezTo>
                    <a:pt x="3900208" y="-1144"/>
                    <a:pt x="3474070" y="-68334"/>
                    <a:pt x="3009391" y="58595"/>
                  </a:cubicBezTo>
                  <a:cubicBezTo>
                    <a:pt x="2614599" y="165226"/>
                    <a:pt x="2248714" y="586225"/>
                    <a:pt x="1860346" y="563615"/>
                  </a:cubicBezTo>
                  <a:close/>
                </a:path>
              </a:pathLst>
            </a:custGeom>
            <a:solidFill>
              <a:srgbClr val="FFFFFF">
                <a:alpha val="8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2016" name="Google Shape;2016;g3f3ba1429e3_0_4584"/>
          <p:cNvGrpSpPr/>
          <p:nvPr/>
        </p:nvGrpSpPr>
        <p:grpSpPr>
          <a:xfrm>
            <a:off x="8020375" y="1479739"/>
            <a:ext cx="1344658" cy="4110296"/>
            <a:chOff x="7993742" y="1246691"/>
            <a:chExt cx="1344658" cy="4110296"/>
          </a:xfrm>
        </p:grpSpPr>
        <p:sp>
          <p:nvSpPr>
            <p:cNvPr id="2017" name="Google Shape;2017;g3f3ba1429e3_0_4584"/>
            <p:cNvSpPr/>
            <p:nvPr/>
          </p:nvSpPr>
          <p:spPr>
            <a:xfrm>
              <a:off x="8617716" y="1305764"/>
              <a:ext cx="120606" cy="214213"/>
            </a:xfrm>
            <a:custGeom>
              <a:rect b="b" l="l" r="r" t="t"/>
              <a:pathLst>
                <a:path extrusionOk="0" h="214213" w="120606">
                  <a:moveTo>
                    <a:pt x="50604" y="201848"/>
                  </a:moveTo>
                  <a:cubicBezTo>
                    <a:pt x="23239" y="174484"/>
                    <a:pt x="-29434" y="70807"/>
                    <a:pt x="21055" y="21988"/>
                  </a:cubicBezTo>
                  <a:cubicBezTo>
                    <a:pt x="71544" y="-26831"/>
                    <a:pt x="116509" y="17492"/>
                    <a:pt x="119978" y="41259"/>
                  </a:cubicBezTo>
                  <a:cubicBezTo>
                    <a:pt x="123447" y="65026"/>
                    <a:pt x="114197" y="265312"/>
                    <a:pt x="50604" y="20184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18" name="Google Shape;2018;g3f3ba1429e3_0_4584"/>
            <p:cNvSpPr/>
            <p:nvPr/>
          </p:nvSpPr>
          <p:spPr>
            <a:xfrm>
              <a:off x="8510814" y="4971832"/>
              <a:ext cx="145942" cy="266191"/>
            </a:xfrm>
            <a:custGeom>
              <a:rect b="b" l="l" r="r" t="t"/>
              <a:pathLst>
                <a:path extrusionOk="0" h="266191" w="145942">
                  <a:moveTo>
                    <a:pt x="145943" y="265164"/>
                  </a:moveTo>
                  <a:lnTo>
                    <a:pt x="31218" y="266192"/>
                  </a:lnTo>
                  <a:lnTo>
                    <a:pt x="0" y="1028"/>
                  </a:lnTo>
                  <a:lnTo>
                    <a:pt x="114596" y="0"/>
                  </a:lnTo>
                  <a:lnTo>
                    <a:pt x="145943" y="265164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19" name="Google Shape;2019;g3f3ba1429e3_0_4584"/>
            <p:cNvSpPr/>
            <p:nvPr/>
          </p:nvSpPr>
          <p:spPr>
            <a:xfrm>
              <a:off x="8299416" y="5223635"/>
              <a:ext cx="409052" cy="133352"/>
            </a:xfrm>
            <a:custGeom>
              <a:rect b="b" l="l" r="r" t="t"/>
              <a:pathLst>
                <a:path extrusionOk="0" h="133352" w="409052">
                  <a:moveTo>
                    <a:pt x="242488" y="1157"/>
                  </a:moveTo>
                  <a:lnTo>
                    <a:pt x="367619" y="0"/>
                  </a:lnTo>
                  <a:cubicBezTo>
                    <a:pt x="372360" y="64"/>
                    <a:pt x="376509" y="3186"/>
                    <a:pt x="377897" y="7708"/>
                  </a:cubicBezTo>
                  <a:lnTo>
                    <a:pt x="408216" y="109329"/>
                  </a:lnTo>
                  <a:cubicBezTo>
                    <a:pt x="410991" y="117461"/>
                    <a:pt x="406636" y="126287"/>
                    <a:pt x="398516" y="129062"/>
                  </a:cubicBezTo>
                  <a:cubicBezTo>
                    <a:pt x="396795" y="129640"/>
                    <a:pt x="394996" y="129923"/>
                    <a:pt x="393185" y="129884"/>
                  </a:cubicBezTo>
                  <a:cubicBezTo>
                    <a:pt x="348091" y="129884"/>
                    <a:pt x="282571" y="127443"/>
                    <a:pt x="226173" y="127957"/>
                  </a:cubicBezTo>
                  <a:cubicBezTo>
                    <a:pt x="159881" y="127957"/>
                    <a:pt x="130333" y="132582"/>
                    <a:pt x="52480" y="133353"/>
                  </a:cubicBezTo>
                  <a:cubicBezTo>
                    <a:pt x="5459" y="133353"/>
                    <a:pt x="-11756" y="86333"/>
                    <a:pt x="8157" y="81965"/>
                  </a:cubicBezTo>
                  <a:cubicBezTo>
                    <a:pt x="96417" y="61538"/>
                    <a:pt x="142024" y="58840"/>
                    <a:pt x="215895" y="10407"/>
                  </a:cubicBezTo>
                  <a:cubicBezTo>
                    <a:pt x="223667" y="4792"/>
                    <a:pt x="232917" y="1580"/>
                    <a:pt x="242488" y="115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20" name="Google Shape;2020;g3f3ba1429e3_0_4584"/>
            <p:cNvSpPr/>
            <p:nvPr/>
          </p:nvSpPr>
          <p:spPr>
            <a:xfrm>
              <a:off x="8510814" y="4971960"/>
              <a:ext cx="130783" cy="137720"/>
            </a:xfrm>
            <a:custGeom>
              <a:rect b="b" l="l" r="r" t="t"/>
              <a:pathLst>
                <a:path extrusionOk="0" h="137720" w="130783">
                  <a:moveTo>
                    <a:pt x="0" y="1028"/>
                  </a:moveTo>
                  <a:lnTo>
                    <a:pt x="16187" y="137721"/>
                  </a:lnTo>
                  <a:lnTo>
                    <a:pt x="130783" y="136693"/>
                  </a:lnTo>
                  <a:lnTo>
                    <a:pt x="114724" y="0"/>
                  </a:lnTo>
                  <a:lnTo>
                    <a:pt x="0" y="1028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21" name="Google Shape;2021;g3f3ba1429e3_0_4584"/>
            <p:cNvSpPr/>
            <p:nvPr/>
          </p:nvSpPr>
          <p:spPr>
            <a:xfrm>
              <a:off x="8461219" y="5216393"/>
              <a:ext cx="72216" cy="28944"/>
            </a:xfrm>
            <a:custGeom>
              <a:rect b="b" l="l" r="r" t="t"/>
              <a:pathLst>
                <a:path extrusionOk="0" h="28944" w="72216">
                  <a:moveTo>
                    <a:pt x="33279" y="28825"/>
                  </a:moveTo>
                  <a:cubicBezTo>
                    <a:pt x="45651" y="28606"/>
                    <a:pt x="57958" y="27103"/>
                    <a:pt x="70022" y="24328"/>
                  </a:cubicBezTo>
                  <a:cubicBezTo>
                    <a:pt x="71191" y="24161"/>
                    <a:pt x="72103" y="23198"/>
                    <a:pt x="72206" y="22016"/>
                  </a:cubicBezTo>
                  <a:cubicBezTo>
                    <a:pt x="72308" y="20885"/>
                    <a:pt x="71692" y="19806"/>
                    <a:pt x="70664" y="19318"/>
                  </a:cubicBezTo>
                  <a:cubicBezTo>
                    <a:pt x="65268" y="16620"/>
                    <a:pt x="17092" y="-6377"/>
                    <a:pt x="3859" y="1717"/>
                  </a:cubicBezTo>
                  <a:cubicBezTo>
                    <a:pt x="1367" y="3310"/>
                    <a:pt x="-98" y="6085"/>
                    <a:pt x="5" y="9040"/>
                  </a:cubicBezTo>
                  <a:cubicBezTo>
                    <a:pt x="-59" y="14051"/>
                    <a:pt x="2228" y="18804"/>
                    <a:pt x="6172" y="21887"/>
                  </a:cubicBezTo>
                  <a:cubicBezTo>
                    <a:pt x="14201" y="27103"/>
                    <a:pt x="23734" y="29531"/>
                    <a:pt x="33279" y="28825"/>
                  </a:cubicBezTo>
                  <a:close/>
                  <a:moveTo>
                    <a:pt x="60772" y="20602"/>
                  </a:moveTo>
                  <a:cubicBezTo>
                    <a:pt x="35977" y="24970"/>
                    <a:pt x="17092" y="24071"/>
                    <a:pt x="9384" y="17905"/>
                  </a:cubicBezTo>
                  <a:cubicBezTo>
                    <a:pt x="6673" y="15785"/>
                    <a:pt x="5183" y="12470"/>
                    <a:pt x="5401" y="9040"/>
                  </a:cubicBezTo>
                  <a:cubicBezTo>
                    <a:pt x="5247" y="7961"/>
                    <a:pt x="5748" y="6895"/>
                    <a:pt x="6685" y="6342"/>
                  </a:cubicBezTo>
                  <a:cubicBezTo>
                    <a:pt x="13880" y="1974"/>
                    <a:pt x="41116" y="12252"/>
                    <a:pt x="60772" y="20602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22" name="Google Shape;2022;g3f3ba1429e3_0_4584"/>
            <p:cNvSpPr/>
            <p:nvPr/>
          </p:nvSpPr>
          <p:spPr>
            <a:xfrm>
              <a:off x="8487342" y="5189837"/>
              <a:ext cx="46031" cy="51655"/>
            </a:xfrm>
            <a:custGeom>
              <a:rect b="b" l="l" r="r" t="t"/>
              <a:pathLst>
                <a:path extrusionOk="0" h="51655" w="46031">
                  <a:moveTo>
                    <a:pt x="43385" y="51656"/>
                  </a:moveTo>
                  <a:cubicBezTo>
                    <a:pt x="43989" y="51617"/>
                    <a:pt x="44580" y="51386"/>
                    <a:pt x="45055" y="51013"/>
                  </a:cubicBezTo>
                  <a:cubicBezTo>
                    <a:pt x="45851" y="50422"/>
                    <a:pt x="46198" y="49408"/>
                    <a:pt x="45954" y="48444"/>
                  </a:cubicBezTo>
                  <a:cubicBezTo>
                    <a:pt x="45954" y="46388"/>
                    <a:pt x="36961" y="-2945"/>
                    <a:pt x="9726" y="139"/>
                  </a:cubicBezTo>
                  <a:cubicBezTo>
                    <a:pt x="2531" y="909"/>
                    <a:pt x="476" y="4635"/>
                    <a:pt x="90" y="7462"/>
                  </a:cubicBezTo>
                  <a:cubicBezTo>
                    <a:pt x="-1837" y="20309"/>
                    <a:pt x="27583" y="45232"/>
                    <a:pt x="42229" y="51399"/>
                  </a:cubicBezTo>
                  <a:close/>
                  <a:moveTo>
                    <a:pt x="12038" y="5406"/>
                  </a:moveTo>
                  <a:cubicBezTo>
                    <a:pt x="28482" y="5406"/>
                    <a:pt x="36705" y="32256"/>
                    <a:pt x="39531" y="43947"/>
                  </a:cubicBezTo>
                  <a:cubicBezTo>
                    <a:pt x="24371" y="35468"/>
                    <a:pt x="4330" y="15941"/>
                    <a:pt x="5486" y="8232"/>
                  </a:cubicBezTo>
                  <a:cubicBezTo>
                    <a:pt x="5486" y="8232"/>
                    <a:pt x="5486" y="6049"/>
                    <a:pt x="10368" y="553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23" name="Google Shape;2023;g3f3ba1429e3_0_4584"/>
            <p:cNvSpPr/>
            <p:nvPr/>
          </p:nvSpPr>
          <p:spPr>
            <a:xfrm>
              <a:off x="7993742" y="1838039"/>
              <a:ext cx="581950" cy="492687"/>
            </a:xfrm>
            <a:custGeom>
              <a:rect b="b" l="l" r="r" t="t"/>
              <a:pathLst>
                <a:path extrusionOk="0" h="492687" w="581950">
                  <a:moveTo>
                    <a:pt x="581951" y="248591"/>
                  </a:moveTo>
                  <a:lnTo>
                    <a:pt x="570131" y="261438"/>
                  </a:lnTo>
                  <a:lnTo>
                    <a:pt x="559083" y="272358"/>
                  </a:lnTo>
                  <a:cubicBezTo>
                    <a:pt x="551760" y="279553"/>
                    <a:pt x="544180" y="286362"/>
                    <a:pt x="536600" y="293042"/>
                  </a:cubicBezTo>
                  <a:cubicBezTo>
                    <a:pt x="521531" y="306570"/>
                    <a:pt x="506114" y="319417"/>
                    <a:pt x="490351" y="331584"/>
                  </a:cubicBezTo>
                  <a:cubicBezTo>
                    <a:pt x="458554" y="356854"/>
                    <a:pt x="425075" y="379953"/>
                    <a:pt x="390143" y="400701"/>
                  </a:cubicBezTo>
                  <a:cubicBezTo>
                    <a:pt x="372543" y="411107"/>
                    <a:pt x="354429" y="420999"/>
                    <a:pt x="336057" y="430378"/>
                  </a:cubicBezTo>
                  <a:cubicBezTo>
                    <a:pt x="317686" y="439756"/>
                    <a:pt x="298286" y="447850"/>
                    <a:pt x="278759" y="456072"/>
                  </a:cubicBezTo>
                  <a:cubicBezTo>
                    <a:pt x="238715" y="472054"/>
                    <a:pt x="197000" y="483462"/>
                    <a:pt x="154399" y="490117"/>
                  </a:cubicBezTo>
                  <a:lnTo>
                    <a:pt x="144892" y="491530"/>
                  </a:lnTo>
                  <a:cubicBezTo>
                    <a:pt x="138713" y="492326"/>
                    <a:pt x="132495" y="492712"/>
                    <a:pt x="126264" y="492686"/>
                  </a:cubicBezTo>
                  <a:cubicBezTo>
                    <a:pt x="111952" y="492558"/>
                    <a:pt x="97795" y="489770"/>
                    <a:pt x="84511" y="484464"/>
                  </a:cubicBezTo>
                  <a:cubicBezTo>
                    <a:pt x="71330" y="479171"/>
                    <a:pt x="59266" y="471463"/>
                    <a:pt x="48925" y="461725"/>
                  </a:cubicBezTo>
                  <a:cubicBezTo>
                    <a:pt x="40689" y="453875"/>
                    <a:pt x="33521" y="444972"/>
                    <a:pt x="27598" y="435260"/>
                  </a:cubicBezTo>
                  <a:cubicBezTo>
                    <a:pt x="19389" y="421166"/>
                    <a:pt x="13210" y="405981"/>
                    <a:pt x="9227" y="390166"/>
                  </a:cubicBezTo>
                  <a:cubicBezTo>
                    <a:pt x="6118" y="377923"/>
                    <a:pt x="3831" y="365474"/>
                    <a:pt x="2418" y="352910"/>
                  </a:cubicBezTo>
                  <a:cubicBezTo>
                    <a:pt x="80" y="331198"/>
                    <a:pt x="-563" y="309332"/>
                    <a:pt x="491" y="287518"/>
                  </a:cubicBezTo>
                  <a:cubicBezTo>
                    <a:pt x="1390" y="266706"/>
                    <a:pt x="3060" y="246664"/>
                    <a:pt x="5373" y="227008"/>
                  </a:cubicBezTo>
                  <a:cubicBezTo>
                    <a:pt x="10255" y="187568"/>
                    <a:pt x="17192" y="149926"/>
                    <a:pt x="25671" y="111384"/>
                  </a:cubicBezTo>
                  <a:cubicBezTo>
                    <a:pt x="34150" y="72843"/>
                    <a:pt x="43785" y="37257"/>
                    <a:pt x="56247" y="0"/>
                  </a:cubicBezTo>
                  <a:lnTo>
                    <a:pt x="140653" y="16701"/>
                  </a:lnTo>
                  <a:cubicBezTo>
                    <a:pt x="137569" y="88902"/>
                    <a:pt x="134101" y="162901"/>
                    <a:pt x="136413" y="232789"/>
                  </a:cubicBezTo>
                  <a:cubicBezTo>
                    <a:pt x="136837" y="265241"/>
                    <a:pt x="140280" y="297590"/>
                    <a:pt x="146691" y="329400"/>
                  </a:cubicBezTo>
                  <a:cubicBezTo>
                    <a:pt x="147963" y="335271"/>
                    <a:pt x="149723" y="341039"/>
                    <a:pt x="151958" y="346615"/>
                  </a:cubicBezTo>
                  <a:cubicBezTo>
                    <a:pt x="153757" y="350983"/>
                    <a:pt x="155941" y="353681"/>
                    <a:pt x="155812" y="352524"/>
                  </a:cubicBezTo>
                  <a:cubicBezTo>
                    <a:pt x="155067" y="350572"/>
                    <a:pt x="153885" y="348812"/>
                    <a:pt x="152344" y="347385"/>
                  </a:cubicBezTo>
                  <a:cubicBezTo>
                    <a:pt x="148849" y="344007"/>
                    <a:pt x="144751" y="341309"/>
                    <a:pt x="140267" y="339420"/>
                  </a:cubicBezTo>
                  <a:cubicBezTo>
                    <a:pt x="135655" y="337480"/>
                    <a:pt x="130748" y="336311"/>
                    <a:pt x="125750" y="335952"/>
                  </a:cubicBezTo>
                  <a:cubicBezTo>
                    <a:pt x="123438" y="335952"/>
                    <a:pt x="122410" y="335952"/>
                    <a:pt x="120997" y="335952"/>
                  </a:cubicBezTo>
                  <a:lnTo>
                    <a:pt x="122410" y="335952"/>
                  </a:lnTo>
                  <a:lnTo>
                    <a:pt x="125108" y="335181"/>
                  </a:lnTo>
                  <a:cubicBezTo>
                    <a:pt x="155542" y="327370"/>
                    <a:pt x="185142" y="316604"/>
                    <a:pt x="213496" y="303063"/>
                  </a:cubicBezTo>
                  <a:cubicBezTo>
                    <a:pt x="243160" y="288751"/>
                    <a:pt x="271873" y="272525"/>
                    <a:pt x="299443" y="254501"/>
                  </a:cubicBezTo>
                  <a:cubicBezTo>
                    <a:pt x="327321" y="236001"/>
                    <a:pt x="354814" y="215960"/>
                    <a:pt x="381279" y="194762"/>
                  </a:cubicBezTo>
                  <a:cubicBezTo>
                    <a:pt x="394126" y="184227"/>
                    <a:pt x="407615" y="173179"/>
                    <a:pt x="419820" y="162002"/>
                  </a:cubicBezTo>
                  <a:lnTo>
                    <a:pt x="438577" y="145044"/>
                  </a:lnTo>
                  <a:lnTo>
                    <a:pt x="447570" y="136693"/>
                  </a:lnTo>
                  <a:lnTo>
                    <a:pt x="455407" y="129242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24" name="Google Shape;2024;g3f3ba1429e3_0_4584"/>
            <p:cNvSpPr/>
            <p:nvPr/>
          </p:nvSpPr>
          <p:spPr>
            <a:xfrm>
              <a:off x="8256827" y="1917741"/>
              <a:ext cx="387059" cy="415297"/>
            </a:xfrm>
            <a:custGeom>
              <a:rect b="b" l="l" r="r" t="t"/>
              <a:pathLst>
                <a:path extrusionOk="0" h="415297" w="387059">
                  <a:moveTo>
                    <a:pt x="386826" y="123539"/>
                  </a:moveTo>
                  <a:cubicBezTo>
                    <a:pt x="382458" y="2391"/>
                    <a:pt x="283022" y="-39747"/>
                    <a:pt x="158405" y="42860"/>
                  </a:cubicBezTo>
                  <a:cubicBezTo>
                    <a:pt x="103471" y="77688"/>
                    <a:pt x="50579" y="115651"/>
                    <a:pt x="0" y="156556"/>
                  </a:cubicBezTo>
                  <a:lnTo>
                    <a:pt x="80552" y="415297"/>
                  </a:lnTo>
                  <a:cubicBezTo>
                    <a:pt x="80552" y="415297"/>
                    <a:pt x="234717" y="366350"/>
                    <a:pt x="323875" y="270253"/>
                  </a:cubicBezTo>
                  <a:cubicBezTo>
                    <a:pt x="383871" y="204990"/>
                    <a:pt x="388368" y="164779"/>
                    <a:pt x="386826" y="12353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25" name="Google Shape;2025;g3f3ba1429e3_0_4584"/>
            <p:cNvSpPr/>
            <p:nvPr/>
          </p:nvSpPr>
          <p:spPr>
            <a:xfrm>
              <a:off x="8391208" y="2092925"/>
              <a:ext cx="105346" cy="219428"/>
            </a:xfrm>
            <a:custGeom>
              <a:rect b="b" l="l" r="r" t="t"/>
              <a:pathLst>
                <a:path extrusionOk="0" h="219428" w="105346">
                  <a:moveTo>
                    <a:pt x="100722" y="0"/>
                  </a:moveTo>
                  <a:cubicBezTo>
                    <a:pt x="100722" y="0"/>
                    <a:pt x="26337" y="106374"/>
                    <a:pt x="0" y="219428"/>
                  </a:cubicBezTo>
                  <a:cubicBezTo>
                    <a:pt x="36576" y="203832"/>
                    <a:pt x="71803" y="185268"/>
                    <a:pt x="105346" y="163929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26" name="Google Shape;2026;g3f3ba1429e3_0_4584"/>
            <p:cNvSpPr/>
            <p:nvPr/>
          </p:nvSpPr>
          <p:spPr>
            <a:xfrm>
              <a:off x="8038469" y="1759929"/>
              <a:ext cx="134852" cy="133224"/>
            </a:xfrm>
            <a:custGeom>
              <a:rect b="b" l="l" r="r" t="t"/>
              <a:pathLst>
                <a:path extrusionOk="0" h="133224" w="134852">
                  <a:moveTo>
                    <a:pt x="91686" y="133224"/>
                  </a:moveTo>
                  <a:lnTo>
                    <a:pt x="134852" y="35715"/>
                  </a:lnTo>
                  <a:lnTo>
                    <a:pt x="12676" y="0"/>
                  </a:lnTo>
                  <a:cubicBezTo>
                    <a:pt x="12676" y="0"/>
                    <a:pt x="-8264" y="46635"/>
                    <a:pt x="3684" y="126672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27" name="Google Shape;2027;g3f3ba1429e3_0_4584"/>
            <p:cNvSpPr/>
            <p:nvPr/>
          </p:nvSpPr>
          <p:spPr>
            <a:xfrm>
              <a:off x="8051145" y="1681305"/>
              <a:ext cx="135151" cy="114339"/>
            </a:xfrm>
            <a:custGeom>
              <a:rect b="b" l="l" r="r" t="t"/>
              <a:pathLst>
                <a:path extrusionOk="0" h="114339" w="135151">
                  <a:moveTo>
                    <a:pt x="135152" y="0"/>
                  </a:moveTo>
                  <a:lnTo>
                    <a:pt x="28906" y="12719"/>
                  </a:lnTo>
                  <a:lnTo>
                    <a:pt x="0" y="78624"/>
                  </a:lnTo>
                  <a:lnTo>
                    <a:pt x="122176" y="114339"/>
                  </a:lnTo>
                  <a:lnTo>
                    <a:pt x="135152" y="0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28" name="Google Shape;2028;g3f3ba1429e3_0_4584"/>
            <p:cNvSpPr/>
            <p:nvPr/>
          </p:nvSpPr>
          <p:spPr>
            <a:xfrm>
              <a:off x="8404306" y="2912313"/>
              <a:ext cx="440661" cy="2131076"/>
            </a:xfrm>
            <a:custGeom>
              <a:rect b="b" l="l" r="r" t="t"/>
              <a:pathLst>
                <a:path extrusionOk="0" h="2131076" w="440661">
                  <a:moveTo>
                    <a:pt x="88394" y="7194"/>
                  </a:moveTo>
                  <a:cubicBezTo>
                    <a:pt x="88394" y="7194"/>
                    <a:pt x="9513" y="668306"/>
                    <a:pt x="777" y="1022115"/>
                  </a:cubicBezTo>
                  <a:cubicBezTo>
                    <a:pt x="-8216" y="1389671"/>
                    <a:pt x="63856" y="2131077"/>
                    <a:pt x="63856" y="2131077"/>
                  </a:cubicBezTo>
                  <a:lnTo>
                    <a:pt x="270823" y="2126709"/>
                  </a:lnTo>
                  <a:cubicBezTo>
                    <a:pt x="270823" y="2126709"/>
                    <a:pt x="295746" y="1333015"/>
                    <a:pt x="325808" y="969314"/>
                  </a:cubicBezTo>
                  <a:cubicBezTo>
                    <a:pt x="358440" y="572852"/>
                    <a:pt x="440661" y="0"/>
                    <a:pt x="440661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29" name="Google Shape;2029;g3f3ba1429e3_0_4584"/>
            <p:cNvSpPr/>
            <p:nvPr/>
          </p:nvSpPr>
          <p:spPr>
            <a:xfrm>
              <a:off x="8404306" y="2912313"/>
              <a:ext cx="440661" cy="2131076"/>
            </a:xfrm>
            <a:custGeom>
              <a:rect b="b" l="l" r="r" t="t"/>
              <a:pathLst>
                <a:path extrusionOk="0" h="2131076" w="440661">
                  <a:moveTo>
                    <a:pt x="88394" y="7194"/>
                  </a:moveTo>
                  <a:cubicBezTo>
                    <a:pt x="88394" y="7194"/>
                    <a:pt x="9513" y="668306"/>
                    <a:pt x="777" y="1022115"/>
                  </a:cubicBezTo>
                  <a:cubicBezTo>
                    <a:pt x="-8216" y="1389671"/>
                    <a:pt x="63856" y="2131077"/>
                    <a:pt x="63856" y="2131077"/>
                  </a:cubicBezTo>
                  <a:lnTo>
                    <a:pt x="270823" y="2126709"/>
                  </a:lnTo>
                  <a:cubicBezTo>
                    <a:pt x="270823" y="2126709"/>
                    <a:pt x="295746" y="1333015"/>
                    <a:pt x="325808" y="969314"/>
                  </a:cubicBezTo>
                  <a:cubicBezTo>
                    <a:pt x="358440" y="572852"/>
                    <a:pt x="440661" y="0"/>
                    <a:pt x="440661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30" name="Google Shape;2030;g3f3ba1429e3_0_4584"/>
            <p:cNvSpPr/>
            <p:nvPr/>
          </p:nvSpPr>
          <p:spPr>
            <a:xfrm>
              <a:off x="8677205" y="3056349"/>
              <a:ext cx="144252" cy="904929"/>
            </a:xfrm>
            <a:custGeom>
              <a:rect b="b" l="l" r="r" t="t"/>
              <a:pathLst>
                <a:path extrusionOk="0" h="904929" w="144252">
                  <a:moveTo>
                    <a:pt x="62031" y="50341"/>
                  </a:moveTo>
                  <a:cubicBezTo>
                    <a:pt x="-30468" y="254224"/>
                    <a:pt x="-5673" y="709654"/>
                    <a:pt x="46871" y="904930"/>
                  </a:cubicBezTo>
                  <a:cubicBezTo>
                    <a:pt x="48798" y="876538"/>
                    <a:pt x="50854" y="849687"/>
                    <a:pt x="52909" y="824892"/>
                  </a:cubicBezTo>
                  <a:cubicBezTo>
                    <a:pt x="74364" y="563582"/>
                    <a:pt x="117145" y="225832"/>
                    <a:pt x="144252" y="25803"/>
                  </a:cubicBezTo>
                  <a:cubicBezTo>
                    <a:pt x="119072" y="-10683"/>
                    <a:pt x="90937" y="-13509"/>
                    <a:pt x="62031" y="5034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31" name="Google Shape;2031;g3f3ba1429e3_0_4584"/>
            <p:cNvSpPr/>
            <p:nvPr/>
          </p:nvSpPr>
          <p:spPr>
            <a:xfrm>
              <a:off x="8439256" y="4971318"/>
              <a:ext cx="261309" cy="81450"/>
            </a:xfrm>
            <a:custGeom>
              <a:rect b="b" l="l" r="r" t="t"/>
              <a:pathLst>
                <a:path extrusionOk="0" h="81450" w="261309">
                  <a:moveTo>
                    <a:pt x="261310" y="76569"/>
                  </a:moveTo>
                  <a:lnTo>
                    <a:pt x="17986" y="81451"/>
                  </a:lnTo>
                  <a:lnTo>
                    <a:pt x="0" y="642"/>
                  </a:lnTo>
                  <a:lnTo>
                    <a:pt x="258355" y="0"/>
                  </a:lnTo>
                  <a:lnTo>
                    <a:pt x="261310" y="76569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32" name="Google Shape;2032;g3f3ba1429e3_0_4584"/>
            <p:cNvSpPr/>
            <p:nvPr/>
          </p:nvSpPr>
          <p:spPr>
            <a:xfrm>
              <a:off x="9022129" y="4971832"/>
              <a:ext cx="145814" cy="266191"/>
            </a:xfrm>
            <a:custGeom>
              <a:rect b="b" l="l" r="r" t="t"/>
              <a:pathLst>
                <a:path extrusionOk="0" h="266191" w="145814">
                  <a:moveTo>
                    <a:pt x="145815" y="265164"/>
                  </a:moveTo>
                  <a:lnTo>
                    <a:pt x="31218" y="266192"/>
                  </a:lnTo>
                  <a:lnTo>
                    <a:pt x="0" y="1028"/>
                  </a:lnTo>
                  <a:lnTo>
                    <a:pt x="114596" y="0"/>
                  </a:lnTo>
                  <a:lnTo>
                    <a:pt x="145815" y="265164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33" name="Google Shape;2033;g3f3ba1429e3_0_4584"/>
            <p:cNvSpPr/>
            <p:nvPr/>
          </p:nvSpPr>
          <p:spPr>
            <a:xfrm>
              <a:off x="8810731" y="5223635"/>
              <a:ext cx="409000" cy="133352"/>
            </a:xfrm>
            <a:custGeom>
              <a:rect b="b" l="l" r="r" t="t"/>
              <a:pathLst>
                <a:path extrusionOk="0" h="133352" w="409000">
                  <a:moveTo>
                    <a:pt x="242360" y="1157"/>
                  </a:moveTo>
                  <a:lnTo>
                    <a:pt x="367619" y="0"/>
                  </a:lnTo>
                  <a:cubicBezTo>
                    <a:pt x="372334" y="103"/>
                    <a:pt x="376471" y="3212"/>
                    <a:pt x="377897" y="7708"/>
                  </a:cubicBezTo>
                  <a:lnTo>
                    <a:pt x="408216" y="109329"/>
                  </a:lnTo>
                  <a:cubicBezTo>
                    <a:pt x="410914" y="117551"/>
                    <a:pt x="406430" y="126403"/>
                    <a:pt x="398208" y="129101"/>
                  </a:cubicBezTo>
                  <a:cubicBezTo>
                    <a:pt x="396589" y="129640"/>
                    <a:pt x="394893" y="129897"/>
                    <a:pt x="393185" y="129884"/>
                  </a:cubicBezTo>
                  <a:cubicBezTo>
                    <a:pt x="347963" y="129884"/>
                    <a:pt x="282571" y="127443"/>
                    <a:pt x="226172" y="127957"/>
                  </a:cubicBezTo>
                  <a:cubicBezTo>
                    <a:pt x="159881" y="127957"/>
                    <a:pt x="130204" y="132582"/>
                    <a:pt x="52480" y="133353"/>
                  </a:cubicBezTo>
                  <a:cubicBezTo>
                    <a:pt x="5459" y="133353"/>
                    <a:pt x="-11756" y="86333"/>
                    <a:pt x="8157" y="81965"/>
                  </a:cubicBezTo>
                  <a:cubicBezTo>
                    <a:pt x="96288" y="61538"/>
                    <a:pt x="141895" y="58840"/>
                    <a:pt x="215895" y="10407"/>
                  </a:cubicBezTo>
                  <a:cubicBezTo>
                    <a:pt x="223629" y="4805"/>
                    <a:pt x="232827" y="1580"/>
                    <a:pt x="242360" y="115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34" name="Google Shape;2034;g3f3ba1429e3_0_4584"/>
            <p:cNvSpPr/>
            <p:nvPr/>
          </p:nvSpPr>
          <p:spPr>
            <a:xfrm>
              <a:off x="9022129" y="4971960"/>
              <a:ext cx="130783" cy="137720"/>
            </a:xfrm>
            <a:custGeom>
              <a:rect b="b" l="l" r="r" t="t"/>
              <a:pathLst>
                <a:path extrusionOk="0" h="137720" w="130783">
                  <a:moveTo>
                    <a:pt x="0" y="1028"/>
                  </a:moveTo>
                  <a:lnTo>
                    <a:pt x="16059" y="137721"/>
                  </a:lnTo>
                  <a:lnTo>
                    <a:pt x="130783" y="136693"/>
                  </a:lnTo>
                  <a:lnTo>
                    <a:pt x="114724" y="0"/>
                  </a:lnTo>
                  <a:lnTo>
                    <a:pt x="0" y="1028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35" name="Google Shape;2035;g3f3ba1429e3_0_4584"/>
            <p:cNvSpPr/>
            <p:nvPr/>
          </p:nvSpPr>
          <p:spPr>
            <a:xfrm>
              <a:off x="8972528" y="5216393"/>
              <a:ext cx="72112" cy="28940"/>
            </a:xfrm>
            <a:custGeom>
              <a:rect b="b" l="l" r="r" t="t"/>
              <a:pathLst>
                <a:path extrusionOk="0" h="28940" w="72112">
                  <a:moveTo>
                    <a:pt x="33285" y="28825"/>
                  </a:moveTo>
                  <a:cubicBezTo>
                    <a:pt x="45657" y="28593"/>
                    <a:pt x="57964" y="27077"/>
                    <a:pt x="70028" y="24328"/>
                  </a:cubicBezTo>
                  <a:cubicBezTo>
                    <a:pt x="71171" y="24148"/>
                    <a:pt x="72032" y="23172"/>
                    <a:pt x="72083" y="22016"/>
                  </a:cubicBezTo>
                  <a:cubicBezTo>
                    <a:pt x="72250" y="20898"/>
                    <a:pt x="71685" y="19806"/>
                    <a:pt x="70670" y="19318"/>
                  </a:cubicBezTo>
                  <a:cubicBezTo>
                    <a:pt x="65146" y="16620"/>
                    <a:pt x="16969" y="-6377"/>
                    <a:pt x="3865" y="1717"/>
                  </a:cubicBezTo>
                  <a:cubicBezTo>
                    <a:pt x="1335" y="3272"/>
                    <a:pt x="-143" y="6073"/>
                    <a:pt x="11" y="9040"/>
                  </a:cubicBezTo>
                  <a:cubicBezTo>
                    <a:pt x="-40" y="14025"/>
                    <a:pt x="2182" y="18753"/>
                    <a:pt x="6049" y="21887"/>
                  </a:cubicBezTo>
                  <a:cubicBezTo>
                    <a:pt x="14143" y="27090"/>
                    <a:pt x="23701" y="29518"/>
                    <a:pt x="33285" y="28825"/>
                  </a:cubicBezTo>
                  <a:close/>
                  <a:moveTo>
                    <a:pt x="60778" y="20602"/>
                  </a:moveTo>
                  <a:cubicBezTo>
                    <a:pt x="35983" y="24970"/>
                    <a:pt x="17098" y="24071"/>
                    <a:pt x="9389" y="17905"/>
                  </a:cubicBezTo>
                  <a:cubicBezTo>
                    <a:pt x="6705" y="15759"/>
                    <a:pt x="5176" y="12483"/>
                    <a:pt x="5278" y="9040"/>
                  </a:cubicBezTo>
                  <a:cubicBezTo>
                    <a:pt x="5124" y="7961"/>
                    <a:pt x="5625" y="6895"/>
                    <a:pt x="6563" y="6342"/>
                  </a:cubicBezTo>
                  <a:cubicBezTo>
                    <a:pt x="13757" y="1974"/>
                    <a:pt x="40736" y="12252"/>
                    <a:pt x="60778" y="20602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36" name="Google Shape;2036;g3f3ba1429e3_0_4584"/>
            <p:cNvSpPr/>
            <p:nvPr/>
          </p:nvSpPr>
          <p:spPr>
            <a:xfrm>
              <a:off x="8998540" y="5189837"/>
              <a:ext cx="46098" cy="51655"/>
            </a:xfrm>
            <a:custGeom>
              <a:rect b="b" l="l" r="r" t="t"/>
              <a:pathLst>
                <a:path extrusionOk="0" h="51655" w="46098">
                  <a:moveTo>
                    <a:pt x="43374" y="51656"/>
                  </a:moveTo>
                  <a:cubicBezTo>
                    <a:pt x="44928" y="51604"/>
                    <a:pt x="46149" y="50294"/>
                    <a:pt x="46097" y="48727"/>
                  </a:cubicBezTo>
                  <a:cubicBezTo>
                    <a:pt x="46097" y="48637"/>
                    <a:pt x="46085" y="48534"/>
                    <a:pt x="46072" y="48444"/>
                  </a:cubicBezTo>
                  <a:cubicBezTo>
                    <a:pt x="46072" y="46388"/>
                    <a:pt x="37079" y="-2945"/>
                    <a:pt x="9843" y="139"/>
                  </a:cubicBezTo>
                  <a:cubicBezTo>
                    <a:pt x="2648" y="909"/>
                    <a:pt x="593" y="4635"/>
                    <a:pt x="79" y="7462"/>
                  </a:cubicBezTo>
                  <a:cubicBezTo>
                    <a:pt x="-1720" y="20309"/>
                    <a:pt x="27700" y="45232"/>
                    <a:pt x="42346" y="51399"/>
                  </a:cubicBezTo>
                  <a:close/>
                  <a:moveTo>
                    <a:pt x="12155" y="5406"/>
                  </a:moveTo>
                  <a:cubicBezTo>
                    <a:pt x="28471" y="5406"/>
                    <a:pt x="36822" y="32256"/>
                    <a:pt x="39648" y="43947"/>
                  </a:cubicBezTo>
                  <a:cubicBezTo>
                    <a:pt x="24489" y="35468"/>
                    <a:pt x="4319" y="15941"/>
                    <a:pt x="5475" y="8232"/>
                  </a:cubicBezTo>
                  <a:cubicBezTo>
                    <a:pt x="5475" y="8232"/>
                    <a:pt x="5475" y="6049"/>
                    <a:pt x="10357" y="5535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37" name="Google Shape;2037;g3f3ba1429e3_0_4584"/>
            <p:cNvSpPr/>
            <p:nvPr/>
          </p:nvSpPr>
          <p:spPr>
            <a:xfrm>
              <a:off x="8694656" y="2906404"/>
              <a:ext cx="491786" cy="2136600"/>
            </a:xfrm>
            <a:custGeom>
              <a:rect b="b" l="l" r="r" t="t"/>
              <a:pathLst>
                <a:path extrusionOk="0" h="2136600" w="491786">
                  <a:moveTo>
                    <a:pt x="0" y="8736"/>
                  </a:moveTo>
                  <a:cubicBezTo>
                    <a:pt x="0" y="8736"/>
                    <a:pt x="57169" y="720080"/>
                    <a:pt x="98922" y="1071062"/>
                  </a:cubicBezTo>
                  <a:cubicBezTo>
                    <a:pt x="142217" y="1436177"/>
                    <a:pt x="284820" y="2136601"/>
                    <a:pt x="284820" y="2136601"/>
                  </a:cubicBezTo>
                  <a:lnTo>
                    <a:pt x="491787" y="2132233"/>
                  </a:lnTo>
                  <a:cubicBezTo>
                    <a:pt x="491787" y="2132233"/>
                    <a:pt x="435003" y="1336997"/>
                    <a:pt x="413034" y="972654"/>
                  </a:cubicBezTo>
                  <a:cubicBezTo>
                    <a:pt x="389010" y="575036"/>
                    <a:pt x="382843" y="0"/>
                    <a:pt x="382843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38" name="Google Shape;2038;g3f3ba1429e3_0_4584"/>
            <p:cNvSpPr/>
            <p:nvPr/>
          </p:nvSpPr>
          <p:spPr>
            <a:xfrm>
              <a:off x="8694656" y="2906404"/>
              <a:ext cx="491786" cy="2136600"/>
            </a:xfrm>
            <a:custGeom>
              <a:rect b="b" l="l" r="r" t="t"/>
              <a:pathLst>
                <a:path extrusionOk="0" h="2136600" w="491786">
                  <a:moveTo>
                    <a:pt x="0" y="8736"/>
                  </a:moveTo>
                  <a:cubicBezTo>
                    <a:pt x="0" y="8736"/>
                    <a:pt x="57169" y="720080"/>
                    <a:pt x="98922" y="1071062"/>
                  </a:cubicBezTo>
                  <a:cubicBezTo>
                    <a:pt x="142217" y="1436177"/>
                    <a:pt x="284820" y="2136601"/>
                    <a:pt x="284820" y="2136601"/>
                  </a:cubicBezTo>
                  <a:lnTo>
                    <a:pt x="491787" y="2132233"/>
                  </a:lnTo>
                  <a:cubicBezTo>
                    <a:pt x="491787" y="2132233"/>
                    <a:pt x="435003" y="1336997"/>
                    <a:pt x="413034" y="972654"/>
                  </a:cubicBezTo>
                  <a:cubicBezTo>
                    <a:pt x="389010" y="575036"/>
                    <a:pt x="382843" y="0"/>
                    <a:pt x="382843" y="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39" name="Google Shape;2039;g3f3ba1429e3_0_4584"/>
            <p:cNvSpPr/>
            <p:nvPr/>
          </p:nvSpPr>
          <p:spPr>
            <a:xfrm>
              <a:off x="8950570" y="4971318"/>
              <a:ext cx="261309" cy="81450"/>
            </a:xfrm>
            <a:custGeom>
              <a:rect b="b" l="l" r="r" t="t"/>
              <a:pathLst>
                <a:path extrusionOk="0" h="81450" w="261309">
                  <a:moveTo>
                    <a:pt x="261310" y="76569"/>
                  </a:moveTo>
                  <a:lnTo>
                    <a:pt x="17858" y="81451"/>
                  </a:lnTo>
                  <a:lnTo>
                    <a:pt x="0" y="642"/>
                  </a:lnTo>
                  <a:lnTo>
                    <a:pt x="258355" y="0"/>
                  </a:lnTo>
                  <a:lnTo>
                    <a:pt x="261310" y="76569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40" name="Google Shape;2040;g3f3ba1429e3_0_4584"/>
            <p:cNvSpPr/>
            <p:nvPr/>
          </p:nvSpPr>
          <p:spPr>
            <a:xfrm>
              <a:off x="8444706" y="1886907"/>
              <a:ext cx="646925" cy="1032600"/>
            </a:xfrm>
            <a:custGeom>
              <a:rect b="b" l="l" r="r" t="t"/>
              <a:pathLst>
                <a:path extrusionOk="0" h="1032600" w="646925">
                  <a:moveTo>
                    <a:pt x="33733" y="41961"/>
                  </a:moveTo>
                  <a:cubicBezTo>
                    <a:pt x="33733" y="41961"/>
                    <a:pt x="-50929" y="356201"/>
                    <a:pt x="47994" y="1032600"/>
                  </a:cubicBezTo>
                  <a:cubicBezTo>
                    <a:pt x="232735" y="1028618"/>
                    <a:pt x="542993" y="1021423"/>
                    <a:pt x="632794" y="1019753"/>
                  </a:cubicBezTo>
                  <a:cubicBezTo>
                    <a:pt x="635106" y="925584"/>
                    <a:pt x="565603" y="463860"/>
                    <a:pt x="646926" y="18707"/>
                  </a:cubicBezTo>
                  <a:cubicBezTo>
                    <a:pt x="588420" y="8610"/>
                    <a:pt x="529246" y="2854"/>
                    <a:pt x="469892" y="1492"/>
                  </a:cubicBezTo>
                  <a:cubicBezTo>
                    <a:pt x="383008" y="-1681"/>
                    <a:pt x="296020" y="208"/>
                    <a:pt x="209353" y="7145"/>
                  </a:cubicBezTo>
                  <a:cubicBezTo>
                    <a:pt x="150000" y="14172"/>
                    <a:pt x="91276" y="25812"/>
                    <a:pt x="33733" y="4196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41" name="Google Shape;2041;g3f3ba1429e3_0_4584"/>
            <p:cNvSpPr/>
            <p:nvPr/>
          </p:nvSpPr>
          <p:spPr>
            <a:xfrm>
              <a:off x="8960463" y="2143158"/>
              <a:ext cx="95710" cy="290472"/>
            </a:xfrm>
            <a:custGeom>
              <a:rect b="b" l="l" r="r" t="t"/>
              <a:pathLst>
                <a:path extrusionOk="0" h="290472" w="95710">
                  <a:moveTo>
                    <a:pt x="95711" y="79267"/>
                  </a:moveTo>
                  <a:lnTo>
                    <a:pt x="0" y="0"/>
                  </a:lnTo>
                  <a:cubicBezTo>
                    <a:pt x="6295" y="61923"/>
                    <a:pt x="62308" y="213647"/>
                    <a:pt x="91857" y="290473"/>
                  </a:cubicBezTo>
                  <a:cubicBezTo>
                    <a:pt x="91343" y="223154"/>
                    <a:pt x="91985" y="152110"/>
                    <a:pt x="95711" y="79267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42" name="Google Shape;2042;g3f3ba1429e3_0_4584"/>
            <p:cNvSpPr/>
            <p:nvPr/>
          </p:nvSpPr>
          <p:spPr>
            <a:xfrm>
              <a:off x="8606849" y="2099095"/>
              <a:ext cx="228066" cy="266202"/>
            </a:xfrm>
            <a:custGeom>
              <a:rect b="b" l="l" r="r" t="t"/>
              <a:pathLst>
                <a:path extrusionOk="0" h="266202" w="228066">
                  <a:moveTo>
                    <a:pt x="106949" y="11945"/>
                  </a:moveTo>
                  <a:lnTo>
                    <a:pt x="2502" y="218655"/>
                  </a:lnTo>
                  <a:cubicBezTo>
                    <a:pt x="-3253" y="229973"/>
                    <a:pt x="1256" y="243823"/>
                    <a:pt x="12587" y="249578"/>
                  </a:cubicBezTo>
                  <a:cubicBezTo>
                    <a:pt x="19191" y="252931"/>
                    <a:pt x="27014" y="252906"/>
                    <a:pt x="33592" y="249488"/>
                  </a:cubicBezTo>
                  <a:lnTo>
                    <a:pt x="101810" y="211975"/>
                  </a:lnTo>
                  <a:cubicBezTo>
                    <a:pt x="109377" y="207902"/>
                    <a:pt x="118601" y="208506"/>
                    <a:pt x="125577" y="213516"/>
                  </a:cubicBezTo>
                  <a:lnTo>
                    <a:pt x="192768" y="261950"/>
                  </a:lnTo>
                  <a:cubicBezTo>
                    <a:pt x="202699" y="269170"/>
                    <a:pt x="216599" y="266973"/>
                    <a:pt x="223819" y="257055"/>
                  </a:cubicBezTo>
                  <a:cubicBezTo>
                    <a:pt x="228187" y="251043"/>
                    <a:pt x="229266" y="243232"/>
                    <a:pt x="226684" y="236256"/>
                  </a:cubicBezTo>
                  <a:lnTo>
                    <a:pt x="148188" y="15543"/>
                  </a:lnTo>
                  <a:cubicBezTo>
                    <a:pt x="144347" y="3736"/>
                    <a:pt x="131667" y="-2726"/>
                    <a:pt x="119860" y="1102"/>
                  </a:cubicBezTo>
                  <a:cubicBezTo>
                    <a:pt x="114310" y="2914"/>
                    <a:pt x="109686" y="6794"/>
                    <a:pt x="106949" y="119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43" name="Google Shape;2043;g3f3ba1429e3_0_4584"/>
            <p:cNvSpPr/>
            <p:nvPr/>
          </p:nvSpPr>
          <p:spPr>
            <a:xfrm>
              <a:off x="8651872" y="1594972"/>
              <a:ext cx="262726" cy="395562"/>
            </a:xfrm>
            <a:custGeom>
              <a:rect b="b" l="l" r="r" t="t"/>
              <a:pathLst>
                <a:path extrusionOk="0" h="395562" w="262726">
                  <a:moveTo>
                    <a:pt x="230608" y="0"/>
                  </a:moveTo>
                  <a:cubicBezTo>
                    <a:pt x="215963" y="84277"/>
                    <a:pt x="202859" y="238185"/>
                    <a:pt x="262726" y="292785"/>
                  </a:cubicBezTo>
                  <a:cubicBezTo>
                    <a:pt x="262726" y="292785"/>
                    <a:pt x="245254" y="369097"/>
                    <a:pt x="85821" y="395562"/>
                  </a:cubicBezTo>
                  <a:cubicBezTo>
                    <a:pt x="-21323" y="361132"/>
                    <a:pt x="2187" y="298952"/>
                    <a:pt x="2187" y="298952"/>
                  </a:cubicBezTo>
                  <a:cubicBezTo>
                    <a:pt x="95200" y="274542"/>
                    <a:pt x="91217" y="205297"/>
                    <a:pt x="73617" y="140547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44" name="Google Shape;2044;g3f3ba1429e3_0_4584"/>
            <p:cNvSpPr/>
            <p:nvPr/>
          </p:nvSpPr>
          <p:spPr>
            <a:xfrm>
              <a:off x="8725489" y="1652142"/>
              <a:ext cx="96736" cy="128856"/>
            </a:xfrm>
            <a:custGeom>
              <a:rect b="b" l="l" r="r" t="t"/>
              <a:pathLst>
                <a:path extrusionOk="0" h="128856" w="96736">
                  <a:moveTo>
                    <a:pt x="93013" y="0"/>
                  </a:moveTo>
                  <a:lnTo>
                    <a:pt x="0" y="82735"/>
                  </a:lnTo>
                  <a:cubicBezTo>
                    <a:pt x="4330" y="97818"/>
                    <a:pt x="7335" y="113247"/>
                    <a:pt x="8993" y="128856"/>
                  </a:cubicBezTo>
                  <a:cubicBezTo>
                    <a:pt x="44708" y="122947"/>
                    <a:pt x="92884" y="82607"/>
                    <a:pt x="95839" y="45222"/>
                  </a:cubicBezTo>
                  <a:cubicBezTo>
                    <a:pt x="97664" y="30101"/>
                    <a:pt x="96700" y="14774"/>
                    <a:pt x="93013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45" name="Google Shape;2045;g3f3ba1429e3_0_4584"/>
            <p:cNvSpPr/>
            <p:nvPr/>
          </p:nvSpPr>
          <p:spPr>
            <a:xfrm>
              <a:off x="8590391" y="1292323"/>
              <a:ext cx="349385" cy="443484"/>
            </a:xfrm>
            <a:custGeom>
              <a:rect b="b" l="l" r="r" t="t"/>
              <a:pathLst>
                <a:path extrusionOk="0" h="443484" w="349385">
                  <a:moveTo>
                    <a:pt x="343093" y="198972"/>
                  </a:moveTo>
                  <a:cubicBezTo>
                    <a:pt x="312131" y="308430"/>
                    <a:pt x="299670" y="374078"/>
                    <a:pt x="231323" y="418915"/>
                  </a:cubicBezTo>
                  <a:cubicBezTo>
                    <a:pt x="128546" y="486234"/>
                    <a:pt x="2516" y="406068"/>
                    <a:pt x="75" y="289288"/>
                  </a:cubicBezTo>
                  <a:cubicBezTo>
                    <a:pt x="-2237" y="184455"/>
                    <a:pt x="48637" y="22967"/>
                    <a:pt x="167088" y="2412"/>
                  </a:cubicBezTo>
                  <a:cubicBezTo>
                    <a:pt x="251480" y="-12559"/>
                    <a:pt x="332031" y="43715"/>
                    <a:pt x="346998" y="128108"/>
                  </a:cubicBezTo>
                  <a:cubicBezTo>
                    <a:pt x="351187" y="151721"/>
                    <a:pt x="349851" y="175976"/>
                    <a:pt x="343093" y="198972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46" name="Google Shape;2046;g3f3ba1429e3_0_4584"/>
            <p:cNvSpPr/>
            <p:nvPr/>
          </p:nvSpPr>
          <p:spPr>
            <a:xfrm>
              <a:off x="8856466" y="1373392"/>
              <a:ext cx="155303" cy="210193"/>
            </a:xfrm>
            <a:custGeom>
              <a:rect b="b" l="l" r="r" t="t"/>
              <a:pathLst>
                <a:path extrusionOk="0" h="210193" w="155303">
                  <a:moveTo>
                    <a:pt x="11112" y="184966"/>
                  </a:moveTo>
                  <a:cubicBezTo>
                    <a:pt x="-3277" y="150022"/>
                    <a:pt x="-13683" y="34912"/>
                    <a:pt x="46313" y="6648"/>
                  </a:cubicBezTo>
                  <a:cubicBezTo>
                    <a:pt x="106309" y="-21616"/>
                    <a:pt x="168618" y="47373"/>
                    <a:pt x="152816" y="80005"/>
                  </a:cubicBezTo>
                  <a:cubicBezTo>
                    <a:pt x="128534" y="130622"/>
                    <a:pt x="44515" y="265902"/>
                    <a:pt x="11112" y="18496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47" name="Google Shape;2047;g3f3ba1429e3_0_4584"/>
            <p:cNvSpPr/>
            <p:nvPr/>
          </p:nvSpPr>
          <p:spPr>
            <a:xfrm>
              <a:off x="8683346" y="1274104"/>
              <a:ext cx="291438" cy="146532"/>
            </a:xfrm>
            <a:custGeom>
              <a:rect b="b" l="l" r="r" t="t"/>
              <a:pathLst>
                <a:path extrusionOk="0" h="146532" w="291438">
                  <a:moveTo>
                    <a:pt x="220076" y="146533"/>
                  </a:moveTo>
                  <a:cubicBezTo>
                    <a:pt x="205301" y="107991"/>
                    <a:pt x="29168" y="86151"/>
                    <a:pt x="4501" y="44655"/>
                  </a:cubicBezTo>
                  <a:cubicBezTo>
                    <a:pt x="-24790" y="-4678"/>
                    <a:pt x="95330" y="-10587"/>
                    <a:pt x="177937" y="14464"/>
                  </a:cubicBezTo>
                  <a:cubicBezTo>
                    <a:pt x="250523" y="36561"/>
                    <a:pt x="298957" y="57888"/>
                    <a:pt x="290478" y="111845"/>
                  </a:cubicBezTo>
                  <a:cubicBezTo>
                    <a:pt x="285724" y="142421"/>
                    <a:pt x="220076" y="146533"/>
                    <a:pt x="220076" y="14653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48" name="Google Shape;2048;g3f3ba1429e3_0_4584"/>
            <p:cNvSpPr/>
            <p:nvPr/>
          </p:nvSpPr>
          <p:spPr>
            <a:xfrm>
              <a:off x="8941706" y="1363210"/>
              <a:ext cx="59610" cy="36521"/>
            </a:xfrm>
            <a:custGeom>
              <a:rect b="b" l="l" r="r" t="t"/>
              <a:pathLst>
                <a:path extrusionOk="0" h="36521" w="59610">
                  <a:moveTo>
                    <a:pt x="0" y="17729"/>
                  </a:moveTo>
                  <a:cubicBezTo>
                    <a:pt x="0" y="17729"/>
                    <a:pt x="38541" y="28264"/>
                    <a:pt x="59611" y="0"/>
                  </a:cubicBezTo>
                  <a:cubicBezTo>
                    <a:pt x="52930" y="28007"/>
                    <a:pt x="20170" y="56270"/>
                    <a:pt x="0" y="1772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49" name="Google Shape;2049;g3f3ba1429e3_0_4584"/>
            <p:cNvSpPr/>
            <p:nvPr/>
          </p:nvSpPr>
          <p:spPr>
            <a:xfrm>
              <a:off x="8646673" y="1246691"/>
              <a:ext cx="185726" cy="170477"/>
            </a:xfrm>
            <a:custGeom>
              <a:rect b="b" l="l" r="r" t="t"/>
              <a:pathLst>
                <a:path extrusionOk="0" h="170477" w="185726">
                  <a:moveTo>
                    <a:pt x="118642" y="15413"/>
                  </a:moveTo>
                  <a:cubicBezTo>
                    <a:pt x="65712" y="-25698"/>
                    <a:pt x="-6360" y="22607"/>
                    <a:pt x="449" y="76180"/>
                  </a:cubicBezTo>
                  <a:cubicBezTo>
                    <a:pt x="7258" y="129752"/>
                    <a:pt x="185704" y="170477"/>
                    <a:pt x="185704" y="170477"/>
                  </a:cubicBezTo>
                  <a:cubicBezTo>
                    <a:pt x="185704" y="170477"/>
                    <a:pt x="188916" y="70013"/>
                    <a:pt x="118642" y="1541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50" name="Google Shape;2050;g3f3ba1429e3_0_4584"/>
            <p:cNvSpPr/>
            <p:nvPr/>
          </p:nvSpPr>
          <p:spPr>
            <a:xfrm>
              <a:off x="8647251" y="1317989"/>
              <a:ext cx="90828" cy="93912"/>
            </a:xfrm>
            <a:custGeom>
              <a:rect b="b" l="l" r="r" t="t"/>
              <a:pathLst>
                <a:path extrusionOk="0" h="93912" w="90828">
                  <a:moveTo>
                    <a:pt x="0" y="5139"/>
                  </a:moveTo>
                  <a:cubicBezTo>
                    <a:pt x="8094" y="42652"/>
                    <a:pt x="35458" y="72072"/>
                    <a:pt x="90829" y="93912"/>
                  </a:cubicBezTo>
                  <a:cubicBezTo>
                    <a:pt x="58775" y="70209"/>
                    <a:pt x="34494" y="37526"/>
                    <a:pt x="2106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51" name="Google Shape;2051;g3f3ba1429e3_0_4584"/>
            <p:cNvSpPr/>
            <p:nvPr/>
          </p:nvSpPr>
          <p:spPr>
            <a:xfrm>
              <a:off x="8736492" y="1466977"/>
              <a:ext cx="22507" cy="33092"/>
            </a:xfrm>
            <a:custGeom>
              <a:rect b="b" l="l" r="r" t="t"/>
              <a:pathLst>
                <a:path extrusionOk="0" h="33092" w="22507">
                  <a:moveTo>
                    <a:pt x="21885" y="18795"/>
                  </a:moveTo>
                  <a:cubicBezTo>
                    <a:pt x="19958" y="27916"/>
                    <a:pt x="13663" y="34211"/>
                    <a:pt x="7754" y="32927"/>
                  </a:cubicBezTo>
                  <a:cubicBezTo>
                    <a:pt x="1844" y="31642"/>
                    <a:pt x="-1368" y="23163"/>
                    <a:pt x="559" y="14170"/>
                  </a:cubicBezTo>
                  <a:cubicBezTo>
                    <a:pt x="2486" y="5177"/>
                    <a:pt x="8910" y="-1118"/>
                    <a:pt x="14819" y="166"/>
                  </a:cubicBezTo>
                  <a:cubicBezTo>
                    <a:pt x="20729" y="1451"/>
                    <a:pt x="23941" y="10316"/>
                    <a:pt x="21885" y="1879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52" name="Google Shape;2052;g3f3ba1429e3_0_4584"/>
            <p:cNvSpPr/>
            <p:nvPr/>
          </p:nvSpPr>
          <p:spPr>
            <a:xfrm>
              <a:off x="8634358" y="1444781"/>
              <a:ext cx="22573" cy="33063"/>
            </a:xfrm>
            <a:custGeom>
              <a:rect b="b" l="l" r="r" t="t"/>
              <a:pathLst>
                <a:path extrusionOk="0" h="33063" w="22573">
                  <a:moveTo>
                    <a:pt x="22014" y="18894"/>
                  </a:moveTo>
                  <a:cubicBezTo>
                    <a:pt x="19958" y="27887"/>
                    <a:pt x="13664" y="34182"/>
                    <a:pt x="7754" y="32897"/>
                  </a:cubicBezTo>
                  <a:cubicBezTo>
                    <a:pt x="1844" y="31612"/>
                    <a:pt x="-1368" y="23262"/>
                    <a:pt x="559" y="14269"/>
                  </a:cubicBezTo>
                  <a:cubicBezTo>
                    <a:pt x="2487" y="5276"/>
                    <a:pt x="8910" y="-1019"/>
                    <a:pt x="14820" y="137"/>
                  </a:cubicBezTo>
                  <a:cubicBezTo>
                    <a:pt x="20729" y="1293"/>
                    <a:pt x="23941" y="9901"/>
                    <a:pt x="22014" y="1889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53" name="Google Shape;2053;g3f3ba1429e3_0_4584"/>
            <p:cNvSpPr/>
            <p:nvPr/>
          </p:nvSpPr>
          <p:spPr>
            <a:xfrm>
              <a:off x="8627851" y="1475237"/>
              <a:ext cx="59996" cy="85311"/>
            </a:xfrm>
            <a:custGeom>
              <a:rect b="b" l="l" r="r" t="t"/>
              <a:pathLst>
                <a:path extrusionOk="0" h="85311" w="59996">
                  <a:moveTo>
                    <a:pt x="59996" y="0"/>
                  </a:moveTo>
                  <a:cubicBezTo>
                    <a:pt x="43230" y="25270"/>
                    <a:pt x="23035" y="48100"/>
                    <a:pt x="0" y="67833"/>
                  </a:cubicBezTo>
                  <a:cubicBezTo>
                    <a:pt x="12847" y="86204"/>
                    <a:pt x="41496" y="85305"/>
                    <a:pt x="41496" y="85305"/>
                  </a:cubicBezTo>
                  <a:close/>
                </a:path>
              </a:pathLst>
            </a:custGeom>
            <a:solidFill>
              <a:srgbClr val="FF565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54" name="Google Shape;2054;g3f3ba1429e3_0_4584"/>
            <p:cNvSpPr/>
            <p:nvPr/>
          </p:nvSpPr>
          <p:spPr>
            <a:xfrm>
              <a:off x="8688106" y="1569801"/>
              <a:ext cx="72237" cy="23716"/>
            </a:xfrm>
            <a:custGeom>
              <a:rect b="b" l="l" r="r" t="t"/>
              <a:pathLst>
                <a:path extrusionOk="0" h="23716" w="72237">
                  <a:moveTo>
                    <a:pt x="2054" y="21445"/>
                  </a:moveTo>
                  <a:lnTo>
                    <a:pt x="2054" y="21445"/>
                  </a:lnTo>
                  <a:cubicBezTo>
                    <a:pt x="26540" y="27522"/>
                    <a:pt x="52453" y="21239"/>
                    <a:pt x="71428" y="4615"/>
                  </a:cubicBezTo>
                  <a:cubicBezTo>
                    <a:pt x="72494" y="3575"/>
                    <a:pt x="72507" y="1866"/>
                    <a:pt x="71466" y="800"/>
                  </a:cubicBezTo>
                  <a:cubicBezTo>
                    <a:pt x="71454" y="787"/>
                    <a:pt x="71441" y="774"/>
                    <a:pt x="71428" y="761"/>
                  </a:cubicBezTo>
                  <a:cubicBezTo>
                    <a:pt x="70336" y="-254"/>
                    <a:pt x="68653" y="-254"/>
                    <a:pt x="67574" y="761"/>
                  </a:cubicBezTo>
                  <a:cubicBezTo>
                    <a:pt x="49781" y="15728"/>
                    <a:pt x="25962" y="21406"/>
                    <a:pt x="3338" y="16049"/>
                  </a:cubicBezTo>
                  <a:cubicBezTo>
                    <a:pt x="1848" y="15728"/>
                    <a:pt x="383" y="16679"/>
                    <a:pt x="62" y="18169"/>
                  </a:cubicBezTo>
                  <a:cubicBezTo>
                    <a:pt x="-259" y="19659"/>
                    <a:pt x="692" y="21124"/>
                    <a:pt x="2182" y="2144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55" name="Google Shape;2055;g3f3ba1429e3_0_4584"/>
            <p:cNvSpPr/>
            <p:nvPr/>
          </p:nvSpPr>
          <p:spPr>
            <a:xfrm>
              <a:off x="8757669" y="1420590"/>
              <a:ext cx="45215" cy="39083"/>
            </a:xfrm>
            <a:custGeom>
              <a:rect b="b" l="l" r="r" t="t"/>
              <a:pathLst>
                <a:path extrusionOk="0" h="39083" w="45215">
                  <a:moveTo>
                    <a:pt x="38607" y="38973"/>
                  </a:moveTo>
                  <a:cubicBezTo>
                    <a:pt x="41601" y="39577"/>
                    <a:pt x="44504" y="37637"/>
                    <a:pt x="45108" y="34644"/>
                  </a:cubicBezTo>
                  <a:cubicBezTo>
                    <a:pt x="45326" y="33552"/>
                    <a:pt x="45211" y="32421"/>
                    <a:pt x="44774" y="31393"/>
                  </a:cubicBezTo>
                  <a:cubicBezTo>
                    <a:pt x="37734" y="15335"/>
                    <a:pt x="23383" y="3669"/>
                    <a:pt x="6233" y="46"/>
                  </a:cubicBezTo>
                  <a:cubicBezTo>
                    <a:pt x="3265" y="-339"/>
                    <a:pt x="529" y="1717"/>
                    <a:pt x="66" y="4671"/>
                  </a:cubicBezTo>
                  <a:cubicBezTo>
                    <a:pt x="-396" y="7613"/>
                    <a:pt x="1620" y="10376"/>
                    <a:pt x="4563" y="10838"/>
                  </a:cubicBezTo>
                  <a:cubicBezTo>
                    <a:pt x="4563" y="10838"/>
                    <a:pt x="4563" y="10838"/>
                    <a:pt x="4563" y="10838"/>
                  </a:cubicBezTo>
                  <a:lnTo>
                    <a:pt x="4563" y="10838"/>
                  </a:lnTo>
                  <a:cubicBezTo>
                    <a:pt x="18091" y="13806"/>
                    <a:pt x="29332" y="23146"/>
                    <a:pt x="34753" y="35890"/>
                  </a:cubicBezTo>
                  <a:cubicBezTo>
                    <a:pt x="35486" y="37470"/>
                    <a:pt x="36912" y="38613"/>
                    <a:pt x="38607" y="3897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56" name="Google Shape;2056;g3f3ba1429e3_0_4584"/>
            <p:cNvSpPr/>
            <p:nvPr/>
          </p:nvSpPr>
          <p:spPr>
            <a:xfrm>
              <a:off x="8614947" y="1388624"/>
              <a:ext cx="50699" cy="30398"/>
            </a:xfrm>
            <a:custGeom>
              <a:rect b="b" l="l" r="r" t="t"/>
              <a:pathLst>
                <a:path extrusionOk="0" h="30398" w="50699">
                  <a:moveTo>
                    <a:pt x="4168" y="30214"/>
                  </a:moveTo>
                  <a:cubicBezTo>
                    <a:pt x="6236" y="30779"/>
                    <a:pt x="8434" y="30021"/>
                    <a:pt x="9692" y="28287"/>
                  </a:cubicBezTo>
                  <a:cubicBezTo>
                    <a:pt x="17940" y="17226"/>
                    <a:pt x="30967" y="10738"/>
                    <a:pt x="44765" y="10815"/>
                  </a:cubicBezTo>
                  <a:cubicBezTo>
                    <a:pt x="47746" y="11097"/>
                    <a:pt x="50392" y="8913"/>
                    <a:pt x="50675" y="5933"/>
                  </a:cubicBezTo>
                  <a:cubicBezTo>
                    <a:pt x="50957" y="2952"/>
                    <a:pt x="48773" y="306"/>
                    <a:pt x="45793" y="23"/>
                  </a:cubicBezTo>
                  <a:cubicBezTo>
                    <a:pt x="28295" y="-491"/>
                    <a:pt x="11658" y="7564"/>
                    <a:pt x="1213" y="21606"/>
                  </a:cubicBezTo>
                  <a:cubicBezTo>
                    <a:pt x="-649" y="23842"/>
                    <a:pt x="-328" y="27169"/>
                    <a:pt x="1907" y="29019"/>
                  </a:cubicBezTo>
                  <a:cubicBezTo>
                    <a:pt x="1971" y="29083"/>
                    <a:pt x="2048" y="29135"/>
                    <a:pt x="2113" y="29186"/>
                  </a:cubicBezTo>
                  <a:cubicBezTo>
                    <a:pt x="2704" y="29700"/>
                    <a:pt x="3410" y="30060"/>
                    <a:pt x="4168" y="3021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57" name="Google Shape;2057;g3f3ba1429e3_0_4584"/>
            <p:cNvSpPr/>
            <p:nvPr/>
          </p:nvSpPr>
          <p:spPr>
            <a:xfrm>
              <a:off x="8949800" y="1993232"/>
              <a:ext cx="388600" cy="968157"/>
            </a:xfrm>
            <a:custGeom>
              <a:rect b="b" l="l" r="r" t="t"/>
              <a:pathLst>
                <a:path extrusionOk="0" h="968157" w="388600">
                  <a:moveTo>
                    <a:pt x="169839" y="0"/>
                  </a:moveTo>
                  <a:cubicBezTo>
                    <a:pt x="193220" y="40854"/>
                    <a:pt x="212748" y="80423"/>
                    <a:pt x="233047" y="121148"/>
                  </a:cubicBezTo>
                  <a:cubicBezTo>
                    <a:pt x="253345" y="161873"/>
                    <a:pt x="271588" y="202856"/>
                    <a:pt x="288931" y="244737"/>
                  </a:cubicBezTo>
                  <a:cubicBezTo>
                    <a:pt x="306275" y="286619"/>
                    <a:pt x="323104" y="329143"/>
                    <a:pt x="337750" y="373208"/>
                  </a:cubicBezTo>
                  <a:cubicBezTo>
                    <a:pt x="352974" y="417158"/>
                    <a:pt x="365847" y="461879"/>
                    <a:pt x="376292" y="507203"/>
                  </a:cubicBezTo>
                  <a:lnTo>
                    <a:pt x="384128" y="542276"/>
                  </a:lnTo>
                  <a:cubicBezTo>
                    <a:pt x="387558" y="558746"/>
                    <a:pt x="389023" y="575563"/>
                    <a:pt x="388496" y="592380"/>
                  </a:cubicBezTo>
                  <a:cubicBezTo>
                    <a:pt x="387404" y="623624"/>
                    <a:pt x="380480" y="654380"/>
                    <a:pt x="368069" y="683080"/>
                  </a:cubicBezTo>
                  <a:cubicBezTo>
                    <a:pt x="346255" y="731437"/>
                    <a:pt x="315229" y="775065"/>
                    <a:pt x="276727" y="811551"/>
                  </a:cubicBezTo>
                  <a:cubicBezTo>
                    <a:pt x="242386" y="844709"/>
                    <a:pt x="204963" y="874528"/>
                    <a:pt x="164957" y="900581"/>
                  </a:cubicBezTo>
                  <a:cubicBezTo>
                    <a:pt x="145558" y="913429"/>
                    <a:pt x="125516" y="925248"/>
                    <a:pt x="105346" y="936553"/>
                  </a:cubicBezTo>
                  <a:cubicBezTo>
                    <a:pt x="85176" y="947859"/>
                    <a:pt x="65135" y="958265"/>
                    <a:pt x="42652" y="968157"/>
                  </a:cubicBezTo>
                  <a:lnTo>
                    <a:pt x="0" y="893516"/>
                  </a:lnTo>
                  <a:cubicBezTo>
                    <a:pt x="15545" y="880669"/>
                    <a:pt x="32632" y="867822"/>
                    <a:pt x="48562" y="853947"/>
                  </a:cubicBezTo>
                  <a:cubicBezTo>
                    <a:pt x="64492" y="840072"/>
                    <a:pt x="80038" y="825940"/>
                    <a:pt x="95454" y="811808"/>
                  </a:cubicBezTo>
                  <a:cubicBezTo>
                    <a:pt x="125221" y="784187"/>
                    <a:pt x="152842" y="754343"/>
                    <a:pt x="178061" y="722521"/>
                  </a:cubicBezTo>
                  <a:cubicBezTo>
                    <a:pt x="200492" y="695234"/>
                    <a:pt x="217887" y="664169"/>
                    <a:pt x="229449" y="630792"/>
                  </a:cubicBezTo>
                  <a:cubicBezTo>
                    <a:pt x="233419" y="618357"/>
                    <a:pt x="234999" y="605278"/>
                    <a:pt x="234074" y="592251"/>
                  </a:cubicBezTo>
                  <a:cubicBezTo>
                    <a:pt x="233702" y="587010"/>
                    <a:pt x="232713" y="581845"/>
                    <a:pt x="231119" y="576835"/>
                  </a:cubicBezTo>
                  <a:lnTo>
                    <a:pt x="222383" y="548057"/>
                  </a:lnTo>
                  <a:cubicBezTo>
                    <a:pt x="196419" y="468238"/>
                    <a:pt x="165535" y="390102"/>
                    <a:pt x="129884" y="314112"/>
                  </a:cubicBezTo>
                  <a:cubicBezTo>
                    <a:pt x="112284" y="275570"/>
                    <a:pt x="93527" y="237029"/>
                    <a:pt x="74770" y="198488"/>
                  </a:cubicBezTo>
                  <a:cubicBezTo>
                    <a:pt x="56014" y="159946"/>
                    <a:pt x="36229" y="121405"/>
                    <a:pt x="17087" y="84791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58" name="Google Shape;2058;g3f3ba1429e3_0_4584"/>
            <p:cNvSpPr/>
            <p:nvPr/>
          </p:nvSpPr>
          <p:spPr>
            <a:xfrm>
              <a:off x="8930027" y="1903175"/>
              <a:ext cx="347629" cy="479580"/>
            </a:xfrm>
            <a:custGeom>
              <a:rect b="b" l="l" r="r" t="t"/>
              <a:pathLst>
                <a:path extrusionOk="0" h="479580" w="347629">
                  <a:moveTo>
                    <a:pt x="165972" y="3082"/>
                  </a:moveTo>
                  <a:cubicBezTo>
                    <a:pt x="273117" y="26207"/>
                    <a:pt x="347630" y="305760"/>
                    <a:pt x="347630" y="305760"/>
                  </a:cubicBezTo>
                  <a:lnTo>
                    <a:pt x="156080" y="479581"/>
                  </a:lnTo>
                  <a:cubicBezTo>
                    <a:pt x="95185" y="411825"/>
                    <a:pt x="47278" y="333432"/>
                    <a:pt x="14762" y="248333"/>
                  </a:cubicBezTo>
                  <a:cubicBezTo>
                    <a:pt x="-35984" y="108428"/>
                    <a:pt x="51376" y="-21841"/>
                    <a:pt x="165972" y="308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59" name="Google Shape;2059;g3f3ba1429e3_0_4584"/>
            <p:cNvSpPr/>
            <p:nvPr/>
          </p:nvSpPr>
          <p:spPr>
            <a:xfrm>
              <a:off x="8849849" y="2873515"/>
              <a:ext cx="172665" cy="125516"/>
            </a:xfrm>
            <a:custGeom>
              <a:rect b="b" l="l" r="r" t="t"/>
              <a:pathLst>
                <a:path extrusionOk="0" h="125516" w="172665">
                  <a:moveTo>
                    <a:pt x="123204" y="0"/>
                  </a:moveTo>
                  <a:lnTo>
                    <a:pt x="0" y="1285"/>
                  </a:lnTo>
                  <a:lnTo>
                    <a:pt x="77083" y="125516"/>
                  </a:lnTo>
                  <a:cubicBezTo>
                    <a:pt x="77083" y="125516"/>
                    <a:pt x="164828" y="103805"/>
                    <a:pt x="172665" y="59739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60" name="Google Shape;2060;g3f3ba1429e3_0_4584"/>
            <p:cNvSpPr/>
            <p:nvPr/>
          </p:nvSpPr>
          <p:spPr>
            <a:xfrm>
              <a:off x="8773152" y="2874800"/>
              <a:ext cx="153137" cy="173050"/>
            </a:xfrm>
            <a:custGeom>
              <a:rect b="b" l="l" r="r" t="t"/>
              <a:pathLst>
                <a:path extrusionOk="0" h="173050" w="153137">
                  <a:moveTo>
                    <a:pt x="0" y="73357"/>
                  </a:moveTo>
                  <a:lnTo>
                    <a:pt x="67961" y="173050"/>
                  </a:lnTo>
                  <a:lnTo>
                    <a:pt x="153138" y="124231"/>
                  </a:lnTo>
                  <a:lnTo>
                    <a:pt x="76697" y="0"/>
                  </a:lnTo>
                  <a:lnTo>
                    <a:pt x="0" y="73357"/>
                  </a:ln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61" name="Google Shape;2061;g3f3ba1429e3_0_4584"/>
            <p:cNvSpPr/>
            <p:nvPr/>
          </p:nvSpPr>
          <p:spPr>
            <a:xfrm>
              <a:off x="8854983" y="1517307"/>
              <a:ext cx="118833" cy="128416"/>
            </a:xfrm>
            <a:custGeom>
              <a:rect b="b" l="l" r="r" t="t"/>
              <a:pathLst>
                <a:path extrusionOk="0" h="128416" w="118833">
                  <a:moveTo>
                    <a:pt x="112160" y="74196"/>
                  </a:moveTo>
                  <a:cubicBezTo>
                    <a:pt x="98478" y="99377"/>
                    <a:pt x="75379" y="118133"/>
                    <a:pt x="47925" y="126356"/>
                  </a:cubicBezTo>
                  <a:cubicBezTo>
                    <a:pt x="11439" y="137019"/>
                    <a:pt x="-7189" y="104516"/>
                    <a:pt x="2575" y="69957"/>
                  </a:cubicBezTo>
                  <a:cubicBezTo>
                    <a:pt x="11439" y="38867"/>
                    <a:pt x="41116" y="-4171"/>
                    <a:pt x="77602" y="326"/>
                  </a:cubicBezTo>
                  <a:cubicBezTo>
                    <a:pt x="114087" y="4822"/>
                    <a:pt x="128476" y="43235"/>
                    <a:pt x="112160" y="74196"/>
                  </a:cubicBezTo>
                  <a:close/>
                </a:path>
              </a:pathLst>
            </a:custGeom>
            <a:solidFill>
              <a:srgbClr val="FF8B7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2062" name="Google Shape;2062;g3f3ba1429e3_0_4584"/>
          <p:cNvGrpSpPr/>
          <p:nvPr/>
        </p:nvGrpSpPr>
        <p:grpSpPr>
          <a:xfrm>
            <a:off x="6181783" y="2432841"/>
            <a:ext cx="2702942" cy="1829559"/>
            <a:chOff x="6155150" y="2199793"/>
            <a:chExt cx="2702942" cy="1829559"/>
          </a:xfrm>
        </p:grpSpPr>
        <p:sp>
          <p:nvSpPr>
            <p:cNvPr id="2063" name="Google Shape;2063;g3f3ba1429e3_0_4584"/>
            <p:cNvSpPr/>
            <p:nvPr/>
          </p:nvSpPr>
          <p:spPr>
            <a:xfrm rot="-249423">
              <a:off x="7738494" y="3722082"/>
              <a:ext cx="137353" cy="12849"/>
            </a:xfrm>
            <a:custGeom>
              <a:rect b="b" l="l" r="r" t="t"/>
              <a:pathLst>
                <a:path extrusionOk="0" h="12847" w="137335">
                  <a:moveTo>
                    <a:pt x="0" y="0"/>
                  </a:moveTo>
                  <a:lnTo>
                    <a:pt x="137336" y="0"/>
                  </a:lnTo>
                  <a:lnTo>
                    <a:pt x="137336" y="12847"/>
                  </a:lnTo>
                  <a:lnTo>
                    <a:pt x="0" y="12847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64" name="Google Shape;2064;g3f3ba1429e3_0_4584"/>
            <p:cNvSpPr/>
            <p:nvPr/>
          </p:nvSpPr>
          <p:spPr>
            <a:xfrm rot="-249423">
              <a:off x="7931373" y="3710681"/>
              <a:ext cx="67456" cy="12849"/>
            </a:xfrm>
            <a:custGeom>
              <a:rect b="b" l="l" r="r" t="t"/>
              <a:pathLst>
                <a:path extrusionOk="0" h="12847" w="67447">
                  <a:moveTo>
                    <a:pt x="0" y="0"/>
                  </a:moveTo>
                  <a:lnTo>
                    <a:pt x="67447" y="0"/>
                  </a:lnTo>
                  <a:lnTo>
                    <a:pt x="67447" y="12847"/>
                  </a:lnTo>
                  <a:lnTo>
                    <a:pt x="0" y="12847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65" name="Google Shape;2065;g3f3ba1429e3_0_4584"/>
            <p:cNvSpPr/>
            <p:nvPr/>
          </p:nvSpPr>
          <p:spPr>
            <a:xfrm>
              <a:off x="6155150" y="2199793"/>
              <a:ext cx="2702942" cy="1829559"/>
            </a:xfrm>
            <a:custGeom>
              <a:rect b="b" l="l" r="r" t="t"/>
              <a:pathLst>
                <a:path extrusionOk="0" h="1829559" w="2702942">
                  <a:moveTo>
                    <a:pt x="2434161" y="406"/>
                  </a:moveTo>
                  <a:lnTo>
                    <a:pt x="165877" y="163949"/>
                  </a:lnTo>
                  <a:cubicBezTo>
                    <a:pt x="67622" y="171619"/>
                    <a:pt x="-6159" y="256911"/>
                    <a:pt x="406" y="355243"/>
                  </a:cubicBezTo>
                  <a:lnTo>
                    <a:pt x="77489" y="1424378"/>
                  </a:lnTo>
                  <a:cubicBezTo>
                    <a:pt x="85081" y="1522787"/>
                    <a:pt x="170566" y="1596683"/>
                    <a:pt x="269039" y="1589977"/>
                  </a:cubicBezTo>
                  <a:lnTo>
                    <a:pt x="397510" y="1580727"/>
                  </a:lnTo>
                  <a:cubicBezTo>
                    <a:pt x="416948" y="1579327"/>
                    <a:pt x="433842" y="1593921"/>
                    <a:pt x="435281" y="1613359"/>
                  </a:cubicBezTo>
                  <a:lnTo>
                    <a:pt x="449669" y="1811461"/>
                  </a:lnTo>
                  <a:cubicBezTo>
                    <a:pt x="450324" y="1822086"/>
                    <a:pt x="459459" y="1830167"/>
                    <a:pt x="470083" y="1829524"/>
                  </a:cubicBezTo>
                  <a:cubicBezTo>
                    <a:pt x="475312" y="1829203"/>
                    <a:pt x="480194" y="1826762"/>
                    <a:pt x="483586" y="1822767"/>
                  </a:cubicBezTo>
                  <a:lnTo>
                    <a:pt x="698646" y="1574175"/>
                  </a:lnTo>
                  <a:cubicBezTo>
                    <a:pt x="707690" y="1563757"/>
                    <a:pt x="720473" y="1557346"/>
                    <a:pt x="734232" y="1556318"/>
                  </a:cubicBezTo>
                  <a:lnTo>
                    <a:pt x="2536937" y="1426434"/>
                  </a:lnTo>
                  <a:cubicBezTo>
                    <a:pt x="2635243" y="1418841"/>
                    <a:pt x="2709101" y="1333510"/>
                    <a:pt x="2702537" y="1235140"/>
                  </a:cubicBezTo>
                  <a:lnTo>
                    <a:pt x="2625454" y="166005"/>
                  </a:lnTo>
                  <a:cubicBezTo>
                    <a:pt x="2617861" y="67699"/>
                    <a:pt x="2532531" y="-6159"/>
                    <a:pt x="2434161" y="406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66" name="Google Shape;2066;g3f3ba1429e3_0_4584"/>
            <p:cNvSpPr/>
            <p:nvPr/>
          </p:nvSpPr>
          <p:spPr>
            <a:xfrm>
              <a:off x="6652353" y="2827009"/>
              <a:ext cx="408152" cy="423954"/>
            </a:xfrm>
            <a:custGeom>
              <a:rect b="b" l="l" r="r" t="t"/>
              <a:pathLst>
                <a:path extrusionOk="0" h="423954" w="408152">
                  <a:moveTo>
                    <a:pt x="0" y="27493"/>
                  </a:moveTo>
                  <a:lnTo>
                    <a:pt x="122561" y="18628"/>
                  </a:lnTo>
                  <a:lnTo>
                    <a:pt x="132582" y="157377"/>
                  </a:lnTo>
                  <a:lnTo>
                    <a:pt x="266449" y="147742"/>
                  </a:lnTo>
                  <a:lnTo>
                    <a:pt x="256428" y="8993"/>
                  </a:lnTo>
                  <a:lnTo>
                    <a:pt x="379503" y="0"/>
                  </a:lnTo>
                  <a:lnTo>
                    <a:pt x="408152" y="396461"/>
                  </a:lnTo>
                  <a:lnTo>
                    <a:pt x="285077" y="405326"/>
                  </a:lnTo>
                  <a:lnTo>
                    <a:pt x="273515" y="244994"/>
                  </a:lnTo>
                  <a:lnTo>
                    <a:pt x="139648" y="254758"/>
                  </a:lnTo>
                  <a:lnTo>
                    <a:pt x="151210" y="415090"/>
                  </a:lnTo>
                  <a:lnTo>
                    <a:pt x="28778" y="4239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67" name="Google Shape;2067;g3f3ba1429e3_0_4584"/>
            <p:cNvSpPr/>
            <p:nvPr/>
          </p:nvSpPr>
          <p:spPr>
            <a:xfrm>
              <a:off x="6155150" y="2326871"/>
              <a:ext cx="676292" cy="1463321"/>
            </a:xfrm>
            <a:custGeom>
              <a:rect b="b" l="l" r="r" t="t"/>
              <a:pathLst>
                <a:path extrusionOk="0" h="1463321" w="676292">
                  <a:moveTo>
                    <a:pt x="165877" y="36871"/>
                  </a:moveTo>
                  <a:cubicBezTo>
                    <a:pt x="67622" y="44541"/>
                    <a:pt x="-6159" y="129833"/>
                    <a:pt x="406" y="228164"/>
                  </a:cubicBezTo>
                  <a:lnTo>
                    <a:pt x="77489" y="1297300"/>
                  </a:lnTo>
                  <a:cubicBezTo>
                    <a:pt x="85081" y="1395709"/>
                    <a:pt x="170566" y="1469605"/>
                    <a:pt x="269039" y="1462899"/>
                  </a:cubicBezTo>
                  <a:lnTo>
                    <a:pt x="287924" y="1461486"/>
                  </a:lnTo>
                  <a:cubicBezTo>
                    <a:pt x="352442" y="1456822"/>
                    <a:pt x="405771" y="1409391"/>
                    <a:pt x="417937" y="1345862"/>
                  </a:cubicBezTo>
                  <a:lnTo>
                    <a:pt x="676292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68" name="Google Shape;2068;g3f3ba1429e3_0_4584"/>
            <p:cNvSpPr/>
            <p:nvPr/>
          </p:nvSpPr>
          <p:spPr>
            <a:xfrm>
              <a:off x="7109547" y="2911852"/>
              <a:ext cx="335471" cy="302867"/>
            </a:xfrm>
            <a:custGeom>
              <a:rect b="b" l="l" r="r" t="t"/>
              <a:pathLst>
                <a:path extrusionOk="0" h="302867" w="335471">
                  <a:moveTo>
                    <a:pt x="335472" y="166959"/>
                  </a:moveTo>
                  <a:lnTo>
                    <a:pt x="114759" y="182890"/>
                  </a:lnTo>
                  <a:cubicBezTo>
                    <a:pt x="116455" y="197189"/>
                    <a:pt x="122454" y="210627"/>
                    <a:pt x="131974" y="221431"/>
                  </a:cubicBezTo>
                  <a:cubicBezTo>
                    <a:pt x="143035" y="233070"/>
                    <a:pt x="158914" y="238877"/>
                    <a:pt x="174883" y="237104"/>
                  </a:cubicBezTo>
                  <a:cubicBezTo>
                    <a:pt x="185701" y="236334"/>
                    <a:pt x="196145" y="232788"/>
                    <a:pt x="205202" y="226827"/>
                  </a:cubicBezTo>
                  <a:cubicBezTo>
                    <a:pt x="212294" y="221457"/>
                    <a:pt x="218345" y="214840"/>
                    <a:pt x="223060" y="207299"/>
                  </a:cubicBezTo>
                  <a:lnTo>
                    <a:pt x="332260" y="209483"/>
                  </a:lnTo>
                  <a:cubicBezTo>
                    <a:pt x="320377" y="236411"/>
                    <a:pt x="301080" y="259394"/>
                    <a:pt x="276632" y="275774"/>
                  </a:cubicBezTo>
                  <a:cubicBezTo>
                    <a:pt x="254188" y="289996"/>
                    <a:pt x="221043" y="298552"/>
                    <a:pt x="177196" y="301469"/>
                  </a:cubicBezTo>
                  <a:cubicBezTo>
                    <a:pt x="146543" y="305040"/>
                    <a:pt x="115465" y="301751"/>
                    <a:pt x="86238" y="291833"/>
                  </a:cubicBezTo>
                  <a:cubicBezTo>
                    <a:pt x="62805" y="281992"/>
                    <a:pt x="42700" y="265625"/>
                    <a:pt x="28298" y="244684"/>
                  </a:cubicBezTo>
                  <a:cubicBezTo>
                    <a:pt x="11789" y="220840"/>
                    <a:pt x="2308" y="192846"/>
                    <a:pt x="934" y="163876"/>
                  </a:cubicBezTo>
                  <a:cubicBezTo>
                    <a:pt x="-3704" y="123202"/>
                    <a:pt x="9079" y="82451"/>
                    <a:pt x="36135" y="51721"/>
                  </a:cubicBezTo>
                  <a:cubicBezTo>
                    <a:pt x="62857" y="21916"/>
                    <a:pt x="101398" y="5176"/>
                    <a:pt x="151759" y="1489"/>
                  </a:cubicBezTo>
                  <a:cubicBezTo>
                    <a:pt x="185097" y="-2468"/>
                    <a:pt x="218897" y="1489"/>
                    <a:pt x="250424" y="13051"/>
                  </a:cubicBezTo>
                  <a:cubicBezTo>
                    <a:pt x="274564" y="23367"/>
                    <a:pt x="294888" y="40916"/>
                    <a:pt x="308622" y="63283"/>
                  </a:cubicBezTo>
                  <a:cubicBezTo>
                    <a:pt x="324334" y="91059"/>
                    <a:pt x="333147" y="122213"/>
                    <a:pt x="334316" y="154112"/>
                  </a:cubicBezTo>
                  <a:close/>
                  <a:moveTo>
                    <a:pt x="219848" y="122251"/>
                  </a:moveTo>
                  <a:cubicBezTo>
                    <a:pt x="218281" y="105550"/>
                    <a:pt x="211086" y="89864"/>
                    <a:pt x="199421" y="77800"/>
                  </a:cubicBezTo>
                  <a:cubicBezTo>
                    <a:pt x="175744" y="59583"/>
                    <a:pt x="141789" y="64003"/>
                    <a:pt x="123572" y="87680"/>
                  </a:cubicBezTo>
                  <a:cubicBezTo>
                    <a:pt x="122827" y="88643"/>
                    <a:pt x="122120" y="89633"/>
                    <a:pt x="121439" y="90648"/>
                  </a:cubicBezTo>
                  <a:cubicBezTo>
                    <a:pt x="114579" y="102737"/>
                    <a:pt x="111123" y="116457"/>
                    <a:pt x="111419" y="13034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69" name="Google Shape;2069;g3f3ba1429e3_0_4584"/>
            <p:cNvSpPr/>
            <p:nvPr/>
          </p:nvSpPr>
          <p:spPr>
            <a:xfrm>
              <a:off x="7479064" y="2786797"/>
              <a:ext cx="139005" cy="404298"/>
            </a:xfrm>
            <a:custGeom>
              <a:rect b="b" l="l" r="r" t="t"/>
              <a:pathLst>
                <a:path extrusionOk="0" h="404298" w="139005">
                  <a:moveTo>
                    <a:pt x="0" y="7965"/>
                  </a:moveTo>
                  <a:lnTo>
                    <a:pt x="110357" y="0"/>
                  </a:lnTo>
                  <a:lnTo>
                    <a:pt x="139006" y="396333"/>
                  </a:lnTo>
                  <a:lnTo>
                    <a:pt x="28649" y="4042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70" name="Google Shape;2070;g3f3ba1429e3_0_4584"/>
            <p:cNvSpPr/>
            <p:nvPr/>
          </p:nvSpPr>
          <p:spPr>
            <a:xfrm>
              <a:off x="7663420" y="2773436"/>
              <a:ext cx="139005" cy="404298"/>
            </a:xfrm>
            <a:custGeom>
              <a:rect b="b" l="l" r="r" t="t"/>
              <a:pathLst>
                <a:path extrusionOk="0" h="404298" w="139005">
                  <a:moveTo>
                    <a:pt x="0" y="7965"/>
                  </a:moveTo>
                  <a:lnTo>
                    <a:pt x="110357" y="0"/>
                  </a:lnTo>
                  <a:lnTo>
                    <a:pt x="139006" y="396333"/>
                  </a:lnTo>
                  <a:lnTo>
                    <a:pt x="28778" y="4042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71" name="Google Shape;2071;g3f3ba1429e3_0_4584"/>
            <p:cNvSpPr/>
            <p:nvPr/>
          </p:nvSpPr>
          <p:spPr>
            <a:xfrm>
              <a:off x="7848164" y="2859307"/>
              <a:ext cx="330937" cy="302431"/>
            </a:xfrm>
            <a:custGeom>
              <a:rect b="b" l="l" r="r" t="t"/>
              <a:pathLst>
                <a:path extrusionOk="0" h="302431" w="330937">
                  <a:moveTo>
                    <a:pt x="768" y="163620"/>
                  </a:moveTo>
                  <a:cubicBezTo>
                    <a:pt x="-3446" y="122959"/>
                    <a:pt x="9813" y="82413"/>
                    <a:pt x="37254" y="52107"/>
                  </a:cubicBezTo>
                  <a:cubicBezTo>
                    <a:pt x="64747" y="21531"/>
                    <a:pt x="103673" y="4406"/>
                    <a:pt x="154034" y="719"/>
                  </a:cubicBezTo>
                  <a:cubicBezTo>
                    <a:pt x="211422" y="-3393"/>
                    <a:pt x="256040" y="10136"/>
                    <a:pt x="287901" y="41315"/>
                  </a:cubicBezTo>
                  <a:cubicBezTo>
                    <a:pt x="342681" y="99089"/>
                    <a:pt x="345494" y="188723"/>
                    <a:pt x="294453" y="249824"/>
                  </a:cubicBezTo>
                  <a:cubicBezTo>
                    <a:pt x="267217" y="280143"/>
                    <a:pt x="227738" y="297268"/>
                    <a:pt x="176003" y="301212"/>
                  </a:cubicBezTo>
                  <a:cubicBezTo>
                    <a:pt x="135817" y="306030"/>
                    <a:pt x="95220" y="296472"/>
                    <a:pt x="61406" y="274233"/>
                  </a:cubicBezTo>
                  <a:cubicBezTo>
                    <a:pt x="24947" y="248924"/>
                    <a:pt x="2490" y="207968"/>
                    <a:pt x="768" y="163620"/>
                  </a:cubicBezTo>
                  <a:close/>
                  <a:moveTo>
                    <a:pt x="111125" y="155398"/>
                  </a:moveTo>
                  <a:cubicBezTo>
                    <a:pt x="110919" y="175683"/>
                    <a:pt x="117882" y="195378"/>
                    <a:pt x="130781" y="211026"/>
                  </a:cubicBezTo>
                  <a:cubicBezTo>
                    <a:pt x="150617" y="231324"/>
                    <a:pt x="183146" y="231709"/>
                    <a:pt x="203444" y="211873"/>
                  </a:cubicBezTo>
                  <a:cubicBezTo>
                    <a:pt x="205435" y="209946"/>
                    <a:pt x="207247" y="207852"/>
                    <a:pt x="208891" y="205630"/>
                  </a:cubicBezTo>
                  <a:cubicBezTo>
                    <a:pt x="219271" y="187747"/>
                    <a:pt x="223177" y="166832"/>
                    <a:pt x="219940" y="146405"/>
                  </a:cubicBezTo>
                  <a:cubicBezTo>
                    <a:pt x="220068" y="126530"/>
                    <a:pt x="213195" y="107247"/>
                    <a:pt x="200541" y="91933"/>
                  </a:cubicBezTo>
                  <a:cubicBezTo>
                    <a:pt x="190507" y="80936"/>
                    <a:pt x="175925" y="75232"/>
                    <a:pt x="161100" y="76516"/>
                  </a:cubicBezTo>
                  <a:cubicBezTo>
                    <a:pt x="145632" y="77236"/>
                    <a:pt x="131384" y="85124"/>
                    <a:pt x="122559" y="97843"/>
                  </a:cubicBezTo>
                  <a:cubicBezTo>
                    <a:pt x="112204" y="115122"/>
                    <a:pt x="108337" y="135523"/>
                    <a:pt x="111639" y="15539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72" name="Google Shape;2072;g3f3ba1429e3_0_4584"/>
            <p:cNvSpPr/>
            <p:nvPr/>
          </p:nvSpPr>
          <p:spPr>
            <a:xfrm>
              <a:off x="8213789" y="2733096"/>
              <a:ext cx="142474" cy="404555"/>
            </a:xfrm>
            <a:custGeom>
              <a:rect b="b" l="l" r="r" t="t"/>
              <a:pathLst>
                <a:path extrusionOk="0" h="404555" w="142474">
                  <a:moveTo>
                    <a:pt x="0" y="8479"/>
                  </a:moveTo>
                  <a:lnTo>
                    <a:pt x="117551" y="0"/>
                  </a:lnTo>
                  <a:lnTo>
                    <a:pt x="124103" y="89930"/>
                  </a:lnTo>
                  <a:lnTo>
                    <a:pt x="114468" y="273001"/>
                  </a:lnTo>
                  <a:lnTo>
                    <a:pt x="41753" y="278268"/>
                  </a:lnTo>
                  <a:lnTo>
                    <a:pt x="6424" y="98409"/>
                  </a:lnTo>
                  <a:close/>
                  <a:moveTo>
                    <a:pt x="25694" y="307560"/>
                  </a:moveTo>
                  <a:lnTo>
                    <a:pt x="135409" y="299594"/>
                  </a:lnTo>
                  <a:lnTo>
                    <a:pt x="142474" y="396718"/>
                  </a:lnTo>
                  <a:lnTo>
                    <a:pt x="32632" y="40455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2073" name="Google Shape;2073;g3f3ba1429e3_0_4584"/>
          <p:cNvGrpSpPr/>
          <p:nvPr/>
        </p:nvGrpSpPr>
        <p:grpSpPr>
          <a:xfrm>
            <a:off x="5355452" y="1806760"/>
            <a:ext cx="1514699" cy="3783660"/>
            <a:chOff x="5328819" y="1573712"/>
            <a:chExt cx="1514699" cy="3783660"/>
          </a:xfrm>
        </p:grpSpPr>
        <p:sp>
          <p:nvSpPr>
            <p:cNvPr id="2074" name="Google Shape;2074;g3f3ba1429e3_0_4584"/>
            <p:cNvSpPr/>
            <p:nvPr/>
          </p:nvSpPr>
          <p:spPr>
            <a:xfrm>
              <a:off x="5839960" y="1573712"/>
              <a:ext cx="503548" cy="533070"/>
            </a:xfrm>
            <a:custGeom>
              <a:rect b="b" l="l" r="r" t="t"/>
              <a:pathLst>
                <a:path extrusionOk="0" h="533070" w="503548">
                  <a:moveTo>
                    <a:pt x="449719" y="438020"/>
                  </a:moveTo>
                  <a:cubicBezTo>
                    <a:pt x="449141" y="456828"/>
                    <a:pt x="450130" y="475649"/>
                    <a:pt x="452674" y="494290"/>
                  </a:cubicBezTo>
                  <a:cubicBezTo>
                    <a:pt x="336267" y="533165"/>
                    <a:pt x="212112" y="543006"/>
                    <a:pt x="91028" y="522939"/>
                  </a:cubicBezTo>
                  <a:cubicBezTo>
                    <a:pt x="96835" y="500958"/>
                    <a:pt x="100368" y="478450"/>
                    <a:pt x="101563" y="455749"/>
                  </a:cubicBezTo>
                  <a:cubicBezTo>
                    <a:pt x="97516" y="478604"/>
                    <a:pt x="89564" y="500598"/>
                    <a:pt x="78053" y="520755"/>
                  </a:cubicBezTo>
                  <a:cubicBezTo>
                    <a:pt x="55185" y="516387"/>
                    <a:pt x="42338" y="512662"/>
                    <a:pt x="42338" y="512662"/>
                  </a:cubicBezTo>
                  <a:cubicBezTo>
                    <a:pt x="42338" y="512662"/>
                    <a:pt x="65720" y="386246"/>
                    <a:pt x="23581" y="294261"/>
                  </a:cubicBezTo>
                  <a:cubicBezTo>
                    <a:pt x="-18557" y="202276"/>
                    <a:pt x="2512" y="150887"/>
                    <a:pt x="34373" y="136370"/>
                  </a:cubicBezTo>
                  <a:cubicBezTo>
                    <a:pt x="93469" y="-45288"/>
                    <a:pt x="315596" y="-16639"/>
                    <a:pt x="390751" y="57103"/>
                  </a:cubicBezTo>
                  <a:cubicBezTo>
                    <a:pt x="486077" y="150630"/>
                    <a:pt x="486590" y="414124"/>
                    <a:pt x="503549" y="474377"/>
                  </a:cubicBezTo>
                  <a:cubicBezTo>
                    <a:pt x="489545" y="480415"/>
                    <a:pt x="475799" y="485940"/>
                    <a:pt x="462053" y="490822"/>
                  </a:cubicBezTo>
                  <a:cubicBezTo>
                    <a:pt x="455166" y="473992"/>
                    <a:pt x="451004" y="456160"/>
                    <a:pt x="449719" y="43802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75" name="Google Shape;2075;g3f3ba1429e3_0_4584"/>
            <p:cNvSpPr/>
            <p:nvPr/>
          </p:nvSpPr>
          <p:spPr>
            <a:xfrm>
              <a:off x="6280815" y="2294496"/>
              <a:ext cx="454144" cy="364729"/>
            </a:xfrm>
            <a:custGeom>
              <a:rect b="b" l="l" r="r" t="t"/>
              <a:pathLst>
                <a:path extrusionOk="0" h="364729" w="454144">
                  <a:moveTo>
                    <a:pt x="100721" y="0"/>
                  </a:moveTo>
                  <a:lnTo>
                    <a:pt x="112284" y="36614"/>
                  </a:lnTo>
                  <a:cubicBezTo>
                    <a:pt x="116523" y="49461"/>
                    <a:pt x="120763" y="62309"/>
                    <a:pt x="125131" y="74513"/>
                  </a:cubicBezTo>
                  <a:cubicBezTo>
                    <a:pt x="133738" y="100207"/>
                    <a:pt x="142731" y="125902"/>
                    <a:pt x="152367" y="150568"/>
                  </a:cubicBezTo>
                  <a:cubicBezTo>
                    <a:pt x="162002" y="175234"/>
                    <a:pt x="171252" y="201186"/>
                    <a:pt x="181273" y="226366"/>
                  </a:cubicBezTo>
                  <a:lnTo>
                    <a:pt x="196175" y="264907"/>
                  </a:lnTo>
                  <a:lnTo>
                    <a:pt x="199901" y="274414"/>
                  </a:lnTo>
                  <a:lnTo>
                    <a:pt x="200800" y="276598"/>
                  </a:lnTo>
                  <a:lnTo>
                    <a:pt x="200800" y="276598"/>
                  </a:lnTo>
                  <a:cubicBezTo>
                    <a:pt x="200800" y="276598"/>
                    <a:pt x="200800" y="276598"/>
                    <a:pt x="200800" y="276598"/>
                  </a:cubicBezTo>
                  <a:cubicBezTo>
                    <a:pt x="199207" y="275211"/>
                    <a:pt x="197383" y="274119"/>
                    <a:pt x="195404" y="273386"/>
                  </a:cubicBezTo>
                  <a:cubicBezTo>
                    <a:pt x="192578" y="272358"/>
                    <a:pt x="191422" y="273386"/>
                    <a:pt x="193220" y="273386"/>
                  </a:cubicBezTo>
                  <a:cubicBezTo>
                    <a:pt x="196317" y="273374"/>
                    <a:pt x="199387" y="272898"/>
                    <a:pt x="202342" y="271973"/>
                  </a:cubicBezTo>
                  <a:cubicBezTo>
                    <a:pt x="212388" y="268787"/>
                    <a:pt x="222036" y="264483"/>
                    <a:pt x="231119" y="259126"/>
                  </a:cubicBezTo>
                  <a:cubicBezTo>
                    <a:pt x="253024" y="246356"/>
                    <a:pt x="273977" y="232019"/>
                    <a:pt x="293813" y="216217"/>
                  </a:cubicBezTo>
                  <a:cubicBezTo>
                    <a:pt x="314626" y="200029"/>
                    <a:pt x="335052" y="182686"/>
                    <a:pt x="355094" y="164828"/>
                  </a:cubicBezTo>
                  <a:cubicBezTo>
                    <a:pt x="375135" y="146971"/>
                    <a:pt x="395305" y="128343"/>
                    <a:pt x="414704" y="110100"/>
                  </a:cubicBezTo>
                  <a:lnTo>
                    <a:pt x="454145" y="143502"/>
                  </a:lnTo>
                  <a:cubicBezTo>
                    <a:pt x="437701" y="167141"/>
                    <a:pt x="420357" y="188724"/>
                    <a:pt x="402757" y="210692"/>
                  </a:cubicBezTo>
                  <a:cubicBezTo>
                    <a:pt x="385156" y="232661"/>
                    <a:pt x="365372" y="253216"/>
                    <a:pt x="345073" y="273643"/>
                  </a:cubicBezTo>
                  <a:cubicBezTo>
                    <a:pt x="324184" y="294969"/>
                    <a:pt x="301431" y="314407"/>
                    <a:pt x="277112" y="331712"/>
                  </a:cubicBezTo>
                  <a:cubicBezTo>
                    <a:pt x="263199" y="341463"/>
                    <a:pt x="248244" y="349647"/>
                    <a:pt x="232533" y="356122"/>
                  </a:cubicBezTo>
                  <a:cubicBezTo>
                    <a:pt x="222563" y="360117"/>
                    <a:pt x="212106" y="362802"/>
                    <a:pt x="201443" y="364087"/>
                  </a:cubicBezTo>
                  <a:cubicBezTo>
                    <a:pt x="186964" y="365885"/>
                    <a:pt x="172267" y="363894"/>
                    <a:pt x="158790" y="358306"/>
                  </a:cubicBezTo>
                  <a:cubicBezTo>
                    <a:pt x="144106" y="352049"/>
                    <a:pt x="131593" y="341592"/>
                    <a:pt x="122818" y="328243"/>
                  </a:cubicBezTo>
                  <a:cubicBezTo>
                    <a:pt x="120891" y="325288"/>
                    <a:pt x="119093" y="322334"/>
                    <a:pt x="117679" y="319636"/>
                  </a:cubicBezTo>
                  <a:lnTo>
                    <a:pt x="114211" y="312698"/>
                  </a:lnTo>
                  <a:lnTo>
                    <a:pt x="109586" y="303320"/>
                  </a:lnTo>
                  <a:cubicBezTo>
                    <a:pt x="103548" y="290473"/>
                    <a:pt x="96739" y="277626"/>
                    <a:pt x="91471" y="265550"/>
                  </a:cubicBezTo>
                  <a:cubicBezTo>
                    <a:pt x="79781" y="239855"/>
                    <a:pt x="68090" y="214161"/>
                    <a:pt x="57427" y="188467"/>
                  </a:cubicBezTo>
                  <a:cubicBezTo>
                    <a:pt x="46763" y="162773"/>
                    <a:pt x="36357" y="136308"/>
                    <a:pt x="26465" y="109843"/>
                  </a:cubicBezTo>
                  <a:cubicBezTo>
                    <a:pt x="21840" y="96996"/>
                    <a:pt x="17215" y="82992"/>
                    <a:pt x="12847" y="69503"/>
                  </a:cubicBezTo>
                  <a:cubicBezTo>
                    <a:pt x="8479" y="56013"/>
                    <a:pt x="4240" y="42781"/>
                    <a:pt x="0" y="26979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76" name="Google Shape;2076;g3f3ba1429e3_0_4584"/>
            <p:cNvSpPr/>
            <p:nvPr/>
          </p:nvSpPr>
          <p:spPr>
            <a:xfrm>
              <a:off x="6215246" y="2173077"/>
              <a:ext cx="211126" cy="283806"/>
            </a:xfrm>
            <a:custGeom>
              <a:rect b="b" l="l" r="r" t="t"/>
              <a:pathLst>
                <a:path extrusionOk="0" h="283806" w="211126">
                  <a:moveTo>
                    <a:pt x="135843" y="7337"/>
                  </a:moveTo>
                  <a:cubicBezTo>
                    <a:pt x="180165" y="18643"/>
                    <a:pt x="211127" y="200814"/>
                    <a:pt x="211127" y="200814"/>
                  </a:cubicBezTo>
                  <a:lnTo>
                    <a:pt x="89079" y="283807"/>
                  </a:lnTo>
                  <a:cubicBezTo>
                    <a:pt x="89079" y="283807"/>
                    <a:pt x="-27829" y="99965"/>
                    <a:pt x="6216" y="51274"/>
                  </a:cubicBezTo>
                  <a:cubicBezTo>
                    <a:pt x="41674" y="657"/>
                    <a:pt x="71222" y="-9107"/>
                    <a:pt x="135843" y="733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77" name="Google Shape;2077;g3f3ba1429e3_0_4584"/>
            <p:cNvSpPr/>
            <p:nvPr/>
          </p:nvSpPr>
          <p:spPr>
            <a:xfrm>
              <a:off x="6215246" y="2173077"/>
              <a:ext cx="211126" cy="283806"/>
            </a:xfrm>
            <a:custGeom>
              <a:rect b="b" l="l" r="r" t="t"/>
              <a:pathLst>
                <a:path extrusionOk="0" h="283806" w="211126">
                  <a:moveTo>
                    <a:pt x="135843" y="7337"/>
                  </a:moveTo>
                  <a:cubicBezTo>
                    <a:pt x="180165" y="18643"/>
                    <a:pt x="211127" y="200814"/>
                    <a:pt x="211127" y="200814"/>
                  </a:cubicBezTo>
                  <a:lnTo>
                    <a:pt x="89079" y="283807"/>
                  </a:lnTo>
                  <a:cubicBezTo>
                    <a:pt x="89079" y="283807"/>
                    <a:pt x="-27829" y="99965"/>
                    <a:pt x="6216" y="51274"/>
                  </a:cubicBezTo>
                  <a:cubicBezTo>
                    <a:pt x="41674" y="657"/>
                    <a:pt x="71222" y="-9107"/>
                    <a:pt x="135843" y="7337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78" name="Google Shape;2078;g3f3ba1429e3_0_4584"/>
            <p:cNvSpPr/>
            <p:nvPr/>
          </p:nvSpPr>
          <p:spPr>
            <a:xfrm>
              <a:off x="6215246" y="2173077"/>
              <a:ext cx="211126" cy="283806"/>
            </a:xfrm>
            <a:custGeom>
              <a:rect b="b" l="l" r="r" t="t"/>
              <a:pathLst>
                <a:path extrusionOk="0" h="283806" w="211126">
                  <a:moveTo>
                    <a:pt x="135843" y="7337"/>
                  </a:moveTo>
                  <a:cubicBezTo>
                    <a:pt x="180165" y="18643"/>
                    <a:pt x="211127" y="200814"/>
                    <a:pt x="211127" y="200814"/>
                  </a:cubicBezTo>
                  <a:lnTo>
                    <a:pt x="89079" y="283807"/>
                  </a:lnTo>
                  <a:cubicBezTo>
                    <a:pt x="89079" y="283807"/>
                    <a:pt x="-27829" y="99965"/>
                    <a:pt x="6216" y="51274"/>
                  </a:cubicBezTo>
                  <a:cubicBezTo>
                    <a:pt x="41674" y="657"/>
                    <a:pt x="71222" y="-9107"/>
                    <a:pt x="135843" y="7337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79" name="Google Shape;2079;g3f3ba1429e3_0_4584"/>
            <p:cNvSpPr/>
            <p:nvPr/>
          </p:nvSpPr>
          <p:spPr>
            <a:xfrm>
              <a:off x="6312547" y="2221139"/>
              <a:ext cx="68603" cy="230091"/>
            </a:xfrm>
            <a:custGeom>
              <a:rect b="b" l="l" r="r" t="t"/>
              <a:pathLst>
                <a:path extrusionOk="0" h="230091" w="68603">
                  <a:moveTo>
                    <a:pt x="34559" y="0"/>
                  </a:moveTo>
                  <a:lnTo>
                    <a:pt x="68603" y="183585"/>
                  </a:lnTo>
                  <a:lnTo>
                    <a:pt x="0" y="230092"/>
                  </a:lnTo>
                  <a:lnTo>
                    <a:pt x="34559" y="0"/>
                  </a:lnTo>
                  <a:close/>
                </a:path>
              </a:pathLst>
            </a:custGeom>
            <a:solidFill>
              <a:srgbClr val="000000">
                <a:alpha val="2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80" name="Google Shape;2080;g3f3ba1429e3_0_4584"/>
            <p:cNvSpPr/>
            <p:nvPr/>
          </p:nvSpPr>
          <p:spPr>
            <a:xfrm>
              <a:off x="6693464" y="2310812"/>
              <a:ext cx="90957" cy="136905"/>
            </a:xfrm>
            <a:custGeom>
              <a:rect b="b" l="l" r="r" t="t"/>
              <a:pathLst>
                <a:path extrusionOk="0" h="136905" w="90957">
                  <a:moveTo>
                    <a:pt x="0" y="98152"/>
                  </a:moveTo>
                  <a:lnTo>
                    <a:pt x="40725" y="0"/>
                  </a:lnTo>
                  <a:lnTo>
                    <a:pt x="90957" y="98152"/>
                  </a:lnTo>
                  <a:cubicBezTo>
                    <a:pt x="90957" y="98152"/>
                    <a:pt x="58326" y="146971"/>
                    <a:pt x="15288" y="13502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81" name="Google Shape;2081;g3f3ba1429e3_0_4584"/>
            <p:cNvSpPr/>
            <p:nvPr/>
          </p:nvSpPr>
          <p:spPr>
            <a:xfrm>
              <a:off x="6734061" y="2300663"/>
              <a:ext cx="109457" cy="108301"/>
            </a:xfrm>
            <a:custGeom>
              <a:rect b="b" l="l" r="r" t="t"/>
              <a:pathLst>
                <a:path extrusionOk="0" h="108301" w="109457">
                  <a:moveTo>
                    <a:pt x="44965" y="0"/>
                  </a:moveTo>
                  <a:lnTo>
                    <a:pt x="109457" y="25951"/>
                  </a:lnTo>
                  <a:lnTo>
                    <a:pt x="50361" y="108301"/>
                  </a:lnTo>
                  <a:lnTo>
                    <a:pt x="0" y="10149"/>
                  </a:lnTo>
                  <a:lnTo>
                    <a:pt x="44965" y="0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82" name="Google Shape;2082;g3f3ba1429e3_0_4584"/>
            <p:cNvSpPr/>
            <p:nvPr/>
          </p:nvSpPr>
          <p:spPr>
            <a:xfrm>
              <a:off x="6111490" y="4998425"/>
              <a:ext cx="114724" cy="248848"/>
            </a:xfrm>
            <a:custGeom>
              <a:rect b="b" l="l" r="r" t="t"/>
              <a:pathLst>
                <a:path extrusionOk="0" h="248848" w="114724">
                  <a:moveTo>
                    <a:pt x="0" y="248849"/>
                  </a:moveTo>
                  <a:lnTo>
                    <a:pt x="107530" y="248849"/>
                  </a:lnTo>
                  <a:lnTo>
                    <a:pt x="114724" y="0"/>
                  </a:lnTo>
                  <a:lnTo>
                    <a:pt x="7194" y="0"/>
                  </a:lnTo>
                  <a:lnTo>
                    <a:pt x="0" y="248849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83" name="Google Shape;2083;g3f3ba1429e3_0_4584"/>
            <p:cNvSpPr/>
            <p:nvPr/>
          </p:nvSpPr>
          <p:spPr>
            <a:xfrm>
              <a:off x="5390511" y="4711421"/>
              <a:ext cx="228164" cy="257455"/>
            </a:xfrm>
            <a:custGeom>
              <a:rect b="b" l="l" r="r" t="t"/>
              <a:pathLst>
                <a:path extrusionOk="0" h="257455" w="228164">
                  <a:moveTo>
                    <a:pt x="0" y="215317"/>
                  </a:moveTo>
                  <a:lnTo>
                    <a:pt x="98794" y="257456"/>
                  </a:lnTo>
                  <a:lnTo>
                    <a:pt x="228164" y="42138"/>
                  </a:lnTo>
                  <a:lnTo>
                    <a:pt x="129242" y="0"/>
                  </a:lnTo>
                  <a:lnTo>
                    <a:pt x="0" y="215317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84" name="Google Shape;2084;g3f3ba1429e3_0_4584"/>
            <p:cNvSpPr/>
            <p:nvPr/>
          </p:nvSpPr>
          <p:spPr>
            <a:xfrm>
              <a:off x="5328819" y="4889676"/>
              <a:ext cx="267496" cy="237037"/>
            </a:xfrm>
            <a:custGeom>
              <a:rect b="b" l="l" r="r" t="t"/>
              <a:pathLst>
                <a:path extrusionOk="0" h="237037" w="267496">
                  <a:moveTo>
                    <a:pt x="179500" y="64556"/>
                  </a:moveTo>
                  <a:lnTo>
                    <a:pt x="76723" y="1348"/>
                  </a:lnTo>
                  <a:cubicBezTo>
                    <a:pt x="73085" y="-991"/>
                    <a:pt x="68267" y="-220"/>
                    <a:pt x="65546" y="3146"/>
                  </a:cubicBezTo>
                  <a:lnTo>
                    <a:pt x="3752" y="77274"/>
                  </a:lnTo>
                  <a:cubicBezTo>
                    <a:pt x="-2198" y="84777"/>
                    <a:pt x="-935" y="95684"/>
                    <a:pt x="6572" y="101645"/>
                  </a:cubicBezTo>
                  <a:cubicBezTo>
                    <a:pt x="7186" y="102120"/>
                    <a:pt x="7832" y="102570"/>
                    <a:pt x="8505" y="102968"/>
                  </a:cubicBezTo>
                  <a:cubicBezTo>
                    <a:pt x="44734" y="124423"/>
                    <a:pt x="63234" y="132902"/>
                    <a:pt x="108456" y="160652"/>
                  </a:cubicBezTo>
                  <a:cubicBezTo>
                    <a:pt x="136334" y="177867"/>
                    <a:pt x="175132" y="205616"/>
                    <a:pt x="213545" y="229255"/>
                  </a:cubicBezTo>
                  <a:cubicBezTo>
                    <a:pt x="251958" y="252894"/>
                    <a:pt x="277780" y="216408"/>
                    <a:pt x="263520" y="202919"/>
                  </a:cubicBezTo>
                  <a:cubicBezTo>
                    <a:pt x="201212" y="143436"/>
                    <a:pt x="203010" y="115173"/>
                    <a:pt x="191319" y="79972"/>
                  </a:cubicBezTo>
                  <a:cubicBezTo>
                    <a:pt x="189379" y="73574"/>
                    <a:pt x="185178" y="68088"/>
                    <a:pt x="179500" y="645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85" name="Google Shape;2085;g3f3ba1429e3_0_4584"/>
            <p:cNvSpPr/>
            <p:nvPr/>
          </p:nvSpPr>
          <p:spPr>
            <a:xfrm>
              <a:off x="6079469" y="5234811"/>
              <a:ext cx="318146" cy="122561"/>
            </a:xfrm>
            <a:custGeom>
              <a:rect b="b" l="l" r="r" t="t"/>
              <a:pathLst>
                <a:path extrusionOk="0" h="122561" w="318146">
                  <a:moveTo>
                    <a:pt x="143149" y="1"/>
                  </a:moveTo>
                  <a:lnTo>
                    <a:pt x="22515" y="1"/>
                  </a:lnTo>
                  <a:cubicBezTo>
                    <a:pt x="18224" y="-51"/>
                    <a:pt x="14550" y="3071"/>
                    <a:pt x="13907" y="7323"/>
                  </a:cubicBezTo>
                  <a:lnTo>
                    <a:pt x="161" y="102906"/>
                  </a:lnTo>
                  <a:cubicBezTo>
                    <a:pt x="-1124" y="112258"/>
                    <a:pt x="5428" y="120866"/>
                    <a:pt x="14768" y="122151"/>
                  </a:cubicBezTo>
                  <a:cubicBezTo>
                    <a:pt x="15680" y="122279"/>
                    <a:pt x="16592" y="122331"/>
                    <a:pt x="17504" y="122305"/>
                  </a:cubicBezTo>
                  <a:cubicBezTo>
                    <a:pt x="59643" y="121663"/>
                    <a:pt x="79941" y="119093"/>
                    <a:pt x="133128" y="119093"/>
                  </a:cubicBezTo>
                  <a:cubicBezTo>
                    <a:pt x="165760" y="119093"/>
                    <a:pt x="233336" y="122562"/>
                    <a:pt x="278429" y="122562"/>
                  </a:cubicBezTo>
                  <a:cubicBezTo>
                    <a:pt x="323522" y="122562"/>
                    <a:pt x="325835" y="77982"/>
                    <a:pt x="307078" y="73871"/>
                  </a:cubicBezTo>
                  <a:cubicBezTo>
                    <a:pt x="222930" y="55757"/>
                    <a:pt x="189784" y="30834"/>
                    <a:pt x="161392" y="7066"/>
                  </a:cubicBezTo>
                  <a:cubicBezTo>
                    <a:pt x="156369" y="2583"/>
                    <a:pt x="149881" y="77"/>
                    <a:pt x="14314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86" name="Google Shape;2086;g3f3ba1429e3_0_4584"/>
            <p:cNvSpPr/>
            <p:nvPr/>
          </p:nvSpPr>
          <p:spPr>
            <a:xfrm>
              <a:off x="6114959" y="4998554"/>
              <a:ext cx="111127" cy="128214"/>
            </a:xfrm>
            <a:custGeom>
              <a:rect b="b" l="l" r="r" t="t"/>
              <a:pathLst>
                <a:path extrusionOk="0" h="128214" w="111127">
                  <a:moveTo>
                    <a:pt x="111128" y="0"/>
                  </a:moveTo>
                  <a:lnTo>
                    <a:pt x="107530" y="128214"/>
                  </a:lnTo>
                  <a:lnTo>
                    <a:pt x="0" y="128214"/>
                  </a:lnTo>
                  <a:lnTo>
                    <a:pt x="3726" y="0"/>
                  </a:lnTo>
                  <a:lnTo>
                    <a:pt x="111128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87" name="Google Shape;2087;g3f3ba1429e3_0_4584"/>
            <p:cNvSpPr/>
            <p:nvPr/>
          </p:nvSpPr>
          <p:spPr>
            <a:xfrm>
              <a:off x="5453076" y="4711549"/>
              <a:ext cx="165470" cy="153008"/>
            </a:xfrm>
            <a:custGeom>
              <a:rect b="b" l="l" r="r" t="t"/>
              <a:pathLst>
                <a:path extrusionOk="0" h="153008" w="165470">
                  <a:moveTo>
                    <a:pt x="66676" y="0"/>
                  </a:moveTo>
                  <a:lnTo>
                    <a:pt x="165471" y="42010"/>
                  </a:lnTo>
                  <a:lnTo>
                    <a:pt x="98794" y="153009"/>
                  </a:lnTo>
                  <a:lnTo>
                    <a:pt x="0" y="110871"/>
                  </a:lnTo>
                  <a:lnTo>
                    <a:pt x="66676" y="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88" name="Google Shape;2088;g3f3ba1429e3_0_4584"/>
            <p:cNvSpPr/>
            <p:nvPr/>
          </p:nvSpPr>
          <p:spPr>
            <a:xfrm>
              <a:off x="5785816" y="2149356"/>
              <a:ext cx="578119" cy="679450"/>
            </a:xfrm>
            <a:custGeom>
              <a:rect b="b" l="l" r="r" t="t"/>
              <a:pathLst>
                <a:path extrusionOk="0" h="679450" w="578119">
                  <a:moveTo>
                    <a:pt x="565272" y="31058"/>
                  </a:moveTo>
                  <a:cubicBezTo>
                    <a:pt x="565272" y="31058"/>
                    <a:pt x="616661" y="49044"/>
                    <a:pt x="513884" y="679451"/>
                  </a:cubicBezTo>
                  <a:lnTo>
                    <a:pt x="77083" y="679451"/>
                  </a:lnTo>
                  <a:cubicBezTo>
                    <a:pt x="84406" y="501904"/>
                    <a:pt x="84662" y="392447"/>
                    <a:pt x="0" y="27975"/>
                  </a:cubicBezTo>
                  <a:cubicBezTo>
                    <a:pt x="61075" y="15346"/>
                    <a:pt x="122998" y="7188"/>
                    <a:pt x="185255" y="3565"/>
                  </a:cubicBezTo>
                  <a:cubicBezTo>
                    <a:pt x="251251" y="-1188"/>
                    <a:pt x="317490" y="-1188"/>
                    <a:pt x="383486" y="3565"/>
                  </a:cubicBezTo>
                  <a:cubicBezTo>
                    <a:pt x="468791" y="11273"/>
                    <a:pt x="565272" y="31058"/>
                    <a:pt x="565272" y="31058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89" name="Google Shape;2089;g3f3ba1429e3_0_4584"/>
            <p:cNvSpPr/>
            <p:nvPr/>
          </p:nvSpPr>
          <p:spPr>
            <a:xfrm>
              <a:off x="5785816" y="2149356"/>
              <a:ext cx="578119" cy="679450"/>
            </a:xfrm>
            <a:custGeom>
              <a:rect b="b" l="l" r="r" t="t"/>
              <a:pathLst>
                <a:path extrusionOk="0" h="679450" w="578119">
                  <a:moveTo>
                    <a:pt x="565272" y="31058"/>
                  </a:moveTo>
                  <a:cubicBezTo>
                    <a:pt x="565272" y="31058"/>
                    <a:pt x="616661" y="49044"/>
                    <a:pt x="513884" y="679451"/>
                  </a:cubicBezTo>
                  <a:lnTo>
                    <a:pt x="77083" y="679451"/>
                  </a:lnTo>
                  <a:cubicBezTo>
                    <a:pt x="84406" y="501904"/>
                    <a:pt x="84662" y="392447"/>
                    <a:pt x="0" y="27975"/>
                  </a:cubicBezTo>
                  <a:cubicBezTo>
                    <a:pt x="61075" y="15346"/>
                    <a:pt x="122998" y="7188"/>
                    <a:pt x="185255" y="3565"/>
                  </a:cubicBezTo>
                  <a:cubicBezTo>
                    <a:pt x="251251" y="-1188"/>
                    <a:pt x="317490" y="-1188"/>
                    <a:pt x="383486" y="3565"/>
                  </a:cubicBezTo>
                  <a:cubicBezTo>
                    <a:pt x="468791" y="11273"/>
                    <a:pt x="565272" y="31058"/>
                    <a:pt x="565272" y="31058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90" name="Google Shape;2090;g3f3ba1429e3_0_4584"/>
            <p:cNvSpPr/>
            <p:nvPr/>
          </p:nvSpPr>
          <p:spPr>
            <a:xfrm>
              <a:off x="5947176" y="2149315"/>
              <a:ext cx="263620" cy="91866"/>
            </a:xfrm>
            <a:custGeom>
              <a:rect b="b" l="l" r="r" t="t"/>
              <a:pathLst>
                <a:path extrusionOk="0" h="91866" w="263620">
                  <a:moveTo>
                    <a:pt x="24153" y="3478"/>
                  </a:moveTo>
                  <a:cubicBezTo>
                    <a:pt x="90148" y="-1159"/>
                    <a:pt x="156388" y="-1159"/>
                    <a:pt x="222383" y="3478"/>
                  </a:cubicBezTo>
                  <a:cubicBezTo>
                    <a:pt x="233046" y="4506"/>
                    <a:pt x="243966" y="5662"/>
                    <a:pt x="254758" y="6947"/>
                  </a:cubicBezTo>
                  <a:cubicBezTo>
                    <a:pt x="263867" y="20629"/>
                    <a:pt x="266089" y="37767"/>
                    <a:pt x="260796" y="53325"/>
                  </a:cubicBezTo>
                  <a:cubicBezTo>
                    <a:pt x="246793" y="87884"/>
                    <a:pt x="196561" y="91867"/>
                    <a:pt x="160075" y="91867"/>
                  </a:cubicBezTo>
                  <a:cubicBezTo>
                    <a:pt x="25052" y="91867"/>
                    <a:pt x="2184" y="12985"/>
                    <a:pt x="1285" y="9645"/>
                  </a:cubicBezTo>
                  <a:lnTo>
                    <a:pt x="0" y="48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91" name="Google Shape;2091;g3f3ba1429e3_0_4584"/>
            <p:cNvSpPr/>
            <p:nvPr/>
          </p:nvSpPr>
          <p:spPr>
            <a:xfrm>
              <a:off x="5971328" y="1929767"/>
              <a:ext cx="215950" cy="287389"/>
            </a:xfrm>
            <a:custGeom>
              <a:rect b="b" l="l" r="r" t="t"/>
              <a:pathLst>
                <a:path extrusionOk="0" h="287389" w="215950">
                  <a:moveTo>
                    <a:pt x="19656" y="0"/>
                  </a:moveTo>
                  <a:cubicBezTo>
                    <a:pt x="32503" y="64235"/>
                    <a:pt x="44708" y="180630"/>
                    <a:pt x="0" y="223154"/>
                  </a:cubicBezTo>
                  <a:cubicBezTo>
                    <a:pt x="0" y="223154"/>
                    <a:pt x="17472" y="287390"/>
                    <a:pt x="135922" y="287390"/>
                  </a:cubicBezTo>
                  <a:cubicBezTo>
                    <a:pt x="266192" y="287390"/>
                    <a:pt x="198231" y="223154"/>
                    <a:pt x="198231" y="223154"/>
                  </a:cubicBezTo>
                  <a:cubicBezTo>
                    <a:pt x="127058" y="206196"/>
                    <a:pt x="128985" y="153394"/>
                    <a:pt x="141318" y="10393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92" name="Google Shape;2092;g3f3ba1429e3_0_4584"/>
            <p:cNvSpPr/>
            <p:nvPr/>
          </p:nvSpPr>
          <p:spPr>
            <a:xfrm>
              <a:off x="5958353" y="1884417"/>
              <a:ext cx="82992" cy="216216"/>
            </a:xfrm>
            <a:custGeom>
              <a:rect b="b" l="l" r="r" t="t"/>
              <a:pathLst>
                <a:path extrusionOk="0" h="216216" w="82992">
                  <a:moveTo>
                    <a:pt x="45607" y="0"/>
                  </a:moveTo>
                  <a:cubicBezTo>
                    <a:pt x="30319" y="50489"/>
                    <a:pt x="51517" y="169967"/>
                    <a:pt x="82992" y="216217"/>
                  </a:cubicBezTo>
                  <a:cubicBezTo>
                    <a:pt x="20941" y="180630"/>
                    <a:pt x="0" y="72201"/>
                    <a:pt x="0" y="7220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93" name="Google Shape;2093;g3f3ba1429e3_0_4584"/>
            <p:cNvSpPr/>
            <p:nvPr/>
          </p:nvSpPr>
          <p:spPr>
            <a:xfrm>
              <a:off x="6038240" y="1972163"/>
              <a:ext cx="74406" cy="96610"/>
            </a:xfrm>
            <a:custGeom>
              <a:rect b="b" l="l" r="r" t="t"/>
              <a:pathLst>
                <a:path extrusionOk="0" h="96610" w="74406">
                  <a:moveTo>
                    <a:pt x="2334" y="0"/>
                  </a:moveTo>
                  <a:lnTo>
                    <a:pt x="74406" y="61409"/>
                  </a:lnTo>
                  <a:cubicBezTo>
                    <a:pt x="71246" y="72920"/>
                    <a:pt x="69178" y="84714"/>
                    <a:pt x="68240" y="96610"/>
                  </a:cubicBezTo>
                  <a:cubicBezTo>
                    <a:pt x="41132" y="92627"/>
                    <a:pt x="4004" y="62822"/>
                    <a:pt x="921" y="34430"/>
                  </a:cubicBezTo>
                  <a:cubicBezTo>
                    <a:pt x="-672" y="22958"/>
                    <a:pt x="-197" y="11305"/>
                    <a:pt x="2334" y="0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94" name="Google Shape;2094;g3f3ba1429e3_0_4584"/>
            <p:cNvSpPr/>
            <p:nvPr/>
          </p:nvSpPr>
          <p:spPr>
            <a:xfrm>
              <a:off x="5927767" y="1635072"/>
              <a:ext cx="322889" cy="403121"/>
            </a:xfrm>
            <a:custGeom>
              <a:rect b="b" l="l" r="r" t="t"/>
              <a:pathLst>
                <a:path extrusionOk="0" h="403121" w="322889">
                  <a:moveTo>
                    <a:pt x="4378" y="180870"/>
                  </a:moveTo>
                  <a:cubicBezTo>
                    <a:pt x="29301" y="284546"/>
                    <a:pt x="37523" y="328997"/>
                    <a:pt x="99960" y="373577"/>
                  </a:cubicBezTo>
                  <a:cubicBezTo>
                    <a:pt x="193873" y="440510"/>
                    <a:pt x="315792" y="387323"/>
                    <a:pt x="322344" y="278251"/>
                  </a:cubicBezTo>
                  <a:cubicBezTo>
                    <a:pt x="328253" y="180099"/>
                    <a:pt x="286629" y="27090"/>
                    <a:pt x="176786" y="3452"/>
                  </a:cubicBezTo>
                  <a:cubicBezTo>
                    <a:pt x="98354" y="-13866"/>
                    <a:pt x="20745" y="35672"/>
                    <a:pt x="3427" y="114104"/>
                  </a:cubicBezTo>
                  <a:cubicBezTo>
                    <a:pt x="-1442" y="136137"/>
                    <a:pt x="-1121" y="158992"/>
                    <a:pt x="4378" y="18087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95" name="Google Shape;2095;g3f3ba1429e3_0_4584"/>
            <p:cNvSpPr/>
            <p:nvPr/>
          </p:nvSpPr>
          <p:spPr>
            <a:xfrm>
              <a:off x="5979808" y="2828550"/>
              <a:ext cx="397583" cy="2273165"/>
            </a:xfrm>
            <a:custGeom>
              <a:rect b="b" l="l" r="r" t="t"/>
              <a:pathLst>
                <a:path extrusionOk="0" h="2273165" w="397583">
                  <a:moveTo>
                    <a:pt x="320021" y="257"/>
                  </a:moveTo>
                  <a:cubicBezTo>
                    <a:pt x="320021" y="257"/>
                    <a:pt x="404684" y="827867"/>
                    <a:pt x="397104" y="1155468"/>
                  </a:cubicBezTo>
                  <a:cubicBezTo>
                    <a:pt x="389781" y="1496173"/>
                    <a:pt x="264907" y="2273166"/>
                    <a:pt x="264907" y="2273166"/>
                  </a:cubicBezTo>
                  <a:lnTo>
                    <a:pt x="119735" y="2273166"/>
                  </a:lnTo>
                  <a:cubicBezTo>
                    <a:pt x="119735" y="2273166"/>
                    <a:pt x="142731" y="1515829"/>
                    <a:pt x="129884" y="1181162"/>
                  </a:cubicBezTo>
                  <a:cubicBezTo>
                    <a:pt x="115881" y="81630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96" name="Google Shape;2096;g3f3ba1429e3_0_4584"/>
            <p:cNvSpPr/>
            <p:nvPr/>
          </p:nvSpPr>
          <p:spPr>
            <a:xfrm>
              <a:off x="5979808" y="2828550"/>
              <a:ext cx="397583" cy="2273165"/>
            </a:xfrm>
            <a:custGeom>
              <a:rect b="b" l="l" r="r" t="t"/>
              <a:pathLst>
                <a:path extrusionOk="0" h="2273165" w="397583">
                  <a:moveTo>
                    <a:pt x="320021" y="257"/>
                  </a:moveTo>
                  <a:cubicBezTo>
                    <a:pt x="320021" y="257"/>
                    <a:pt x="404684" y="827867"/>
                    <a:pt x="397104" y="1155468"/>
                  </a:cubicBezTo>
                  <a:cubicBezTo>
                    <a:pt x="389781" y="1496173"/>
                    <a:pt x="264907" y="2273166"/>
                    <a:pt x="264907" y="2273166"/>
                  </a:cubicBezTo>
                  <a:lnTo>
                    <a:pt x="119735" y="2273166"/>
                  </a:lnTo>
                  <a:cubicBezTo>
                    <a:pt x="119735" y="2273166"/>
                    <a:pt x="142731" y="1515829"/>
                    <a:pt x="129884" y="1181162"/>
                  </a:cubicBezTo>
                  <a:cubicBezTo>
                    <a:pt x="115881" y="816305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97" name="Google Shape;2097;g3f3ba1429e3_0_4584"/>
            <p:cNvSpPr/>
            <p:nvPr/>
          </p:nvSpPr>
          <p:spPr>
            <a:xfrm>
              <a:off x="6079501" y="5046088"/>
              <a:ext cx="190907" cy="61023"/>
            </a:xfrm>
            <a:custGeom>
              <a:rect b="b" l="l" r="r" t="t"/>
              <a:pathLst>
                <a:path extrusionOk="0" h="61023" w="190907">
                  <a:moveTo>
                    <a:pt x="7965" y="61024"/>
                  </a:moveTo>
                  <a:lnTo>
                    <a:pt x="178318" y="61024"/>
                  </a:lnTo>
                  <a:lnTo>
                    <a:pt x="190908" y="6680"/>
                  </a:lnTo>
                  <a:lnTo>
                    <a:pt x="0" y="0"/>
                  </a:lnTo>
                  <a:lnTo>
                    <a:pt x="7965" y="61024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98" name="Google Shape;2098;g3f3ba1429e3_0_4584"/>
            <p:cNvSpPr/>
            <p:nvPr/>
          </p:nvSpPr>
          <p:spPr>
            <a:xfrm>
              <a:off x="6017449" y="2983675"/>
              <a:ext cx="146139" cy="806223"/>
            </a:xfrm>
            <a:custGeom>
              <a:rect b="b" l="l" r="r" t="t"/>
              <a:pathLst>
                <a:path extrusionOk="0" h="806223" w="146139">
                  <a:moveTo>
                    <a:pt x="94169" y="51071"/>
                  </a:moveTo>
                  <a:cubicBezTo>
                    <a:pt x="201314" y="266645"/>
                    <a:pt x="115624" y="659895"/>
                    <a:pt x="77725" y="806224"/>
                  </a:cubicBezTo>
                  <a:cubicBezTo>
                    <a:pt x="58326" y="586538"/>
                    <a:pt x="25566" y="318034"/>
                    <a:pt x="0" y="120574"/>
                  </a:cubicBezTo>
                  <a:cubicBezTo>
                    <a:pt x="16187" y="9575"/>
                    <a:pt x="44708" y="-48365"/>
                    <a:pt x="94169" y="51071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099" name="Google Shape;2099;g3f3ba1429e3_0_4584"/>
            <p:cNvSpPr/>
            <p:nvPr/>
          </p:nvSpPr>
          <p:spPr>
            <a:xfrm>
              <a:off x="5450764" y="2828807"/>
              <a:ext cx="733826" cy="2023032"/>
            </a:xfrm>
            <a:custGeom>
              <a:rect b="b" l="l" r="r" t="t"/>
              <a:pathLst>
                <a:path extrusionOk="0" h="2023032" w="733826">
                  <a:moveTo>
                    <a:pt x="733826" y="0"/>
                  </a:moveTo>
                  <a:cubicBezTo>
                    <a:pt x="733826" y="0"/>
                    <a:pt x="634904" y="860756"/>
                    <a:pt x="560262" y="1136583"/>
                  </a:cubicBezTo>
                  <a:cubicBezTo>
                    <a:pt x="471745" y="1464569"/>
                    <a:pt x="134766" y="2023033"/>
                    <a:pt x="134766" y="2023033"/>
                  </a:cubicBezTo>
                  <a:lnTo>
                    <a:pt x="0" y="1965734"/>
                  </a:lnTo>
                  <a:cubicBezTo>
                    <a:pt x="0" y="1965734"/>
                    <a:pt x="208508" y="1331602"/>
                    <a:pt x="276341" y="1158808"/>
                  </a:cubicBezTo>
                  <a:cubicBezTo>
                    <a:pt x="420871" y="790097"/>
                    <a:pt x="297153" y="240626"/>
                    <a:pt x="412649" y="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00" name="Google Shape;2100;g3f3ba1429e3_0_4584"/>
            <p:cNvSpPr/>
            <p:nvPr/>
          </p:nvSpPr>
          <p:spPr>
            <a:xfrm>
              <a:off x="5450764" y="2828807"/>
              <a:ext cx="733826" cy="2023032"/>
            </a:xfrm>
            <a:custGeom>
              <a:rect b="b" l="l" r="r" t="t"/>
              <a:pathLst>
                <a:path extrusionOk="0" h="2023032" w="733826">
                  <a:moveTo>
                    <a:pt x="733826" y="0"/>
                  </a:moveTo>
                  <a:cubicBezTo>
                    <a:pt x="733826" y="0"/>
                    <a:pt x="634904" y="860756"/>
                    <a:pt x="560262" y="1136583"/>
                  </a:cubicBezTo>
                  <a:cubicBezTo>
                    <a:pt x="471745" y="1464569"/>
                    <a:pt x="134766" y="2023033"/>
                    <a:pt x="134766" y="2023033"/>
                  </a:cubicBezTo>
                  <a:lnTo>
                    <a:pt x="0" y="1965734"/>
                  </a:lnTo>
                  <a:cubicBezTo>
                    <a:pt x="0" y="1965734"/>
                    <a:pt x="208508" y="1331602"/>
                    <a:pt x="276341" y="1158808"/>
                  </a:cubicBezTo>
                  <a:cubicBezTo>
                    <a:pt x="420871" y="790097"/>
                    <a:pt x="297153" y="240626"/>
                    <a:pt x="412649" y="0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01" name="Google Shape;2101;g3f3ba1429e3_0_4584"/>
            <p:cNvSpPr/>
            <p:nvPr/>
          </p:nvSpPr>
          <p:spPr>
            <a:xfrm>
              <a:off x="5432136" y="4728508"/>
              <a:ext cx="207480" cy="137592"/>
            </a:xfrm>
            <a:custGeom>
              <a:rect b="b" l="l" r="r" t="t"/>
              <a:pathLst>
                <a:path extrusionOk="0" h="137592" w="207480">
                  <a:moveTo>
                    <a:pt x="0" y="66419"/>
                  </a:moveTo>
                  <a:lnTo>
                    <a:pt x="167269" y="137592"/>
                  </a:lnTo>
                  <a:lnTo>
                    <a:pt x="207481" y="92627"/>
                  </a:lnTo>
                  <a:lnTo>
                    <a:pt x="14517" y="0"/>
                  </a:lnTo>
                  <a:lnTo>
                    <a:pt x="0" y="66419"/>
                  </a:ln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02" name="Google Shape;2102;g3f3ba1429e3_0_4584"/>
            <p:cNvSpPr/>
            <p:nvPr/>
          </p:nvSpPr>
          <p:spPr>
            <a:xfrm>
              <a:off x="6096353" y="1799925"/>
              <a:ext cx="21175" cy="31160"/>
            </a:xfrm>
            <a:custGeom>
              <a:rect b="b" l="l" r="r" t="t"/>
              <a:pathLst>
                <a:path extrusionOk="0" h="31160" w="21175">
                  <a:moveTo>
                    <a:pt x="620" y="17431"/>
                  </a:moveTo>
                  <a:cubicBezTo>
                    <a:pt x="2162" y="25910"/>
                    <a:pt x="7815" y="32076"/>
                    <a:pt x="13467" y="31049"/>
                  </a:cubicBezTo>
                  <a:cubicBezTo>
                    <a:pt x="19120" y="30021"/>
                    <a:pt x="22332" y="22313"/>
                    <a:pt x="20790" y="13834"/>
                  </a:cubicBezTo>
                  <a:cubicBezTo>
                    <a:pt x="19249" y="5354"/>
                    <a:pt x="13596" y="-812"/>
                    <a:pt x="7943" y="87"/>
                  </a:cubicBezTo>
                  <a:cubicBezTo>
                    <a:pt x="2290" y="986"/>
                    <a:pt x="-1564" y="8823"/>
                    <a:pt x="620" y="1743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03" name="Google Shape;2103;g3f3ba1429e3_0_4584"/>
            <p:cNvSpPr/>
            <p:nvPr/>
          </p:nvSpPr>
          <p:spPr>
            <a:xfrm>
              <a:off x="6192436" y="1782966"/>
              <a:ext cx="21050" cy="31160"/>
            </a:xfrm>
            <a:custGeom>
              <a:rect b="b" l="l" r="r" t="t"/>
              <a:pathLst>
                <a:path extrusionOk="0" h="31160" w="21050">
                  <a:moveTo>
                    <a:pt x="376" y="17431"/>
                  </a:moveTo>
                  <a:cubicBezTo>
                    <a:pt x="1789" y="25910"/>
                    <a:pt x="7570" y="32076"/>
                    <a:pt x="13223" y="31049"/>
                  </a:cubicBezTo>
                  <a:cubicBezTo>
                    <a:pt x="18876" y="30021"/>
                    <a:pt x="22216" y="22313"/>
                    <a:pt x="20674" y="13833"/>
                  </a:cubicBezTo>
                  <a:cubicBezTo>
                    <a:pt x="19133" y="5354"/>
                    <a:pt x="13480" y="-812"/>
                    <a:pt x="7827" y="87"/>
                  </a:cubicBezTo>
                  <a:cubicBezTo>
                    <a:pt x="2175" y="986"/>
                    <a:pt x="-1166" y="8823"/>
                    <a:pt x="376" y="1743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04" name="Google Shape;2104;g3f3ba1429e3_0_4584"/>
            <p:cNvSpPr/>
            <p:nvPr/>
          </p:nvSpPr>
          <p:spPr>
            <a:xfrm>
              <a:off x="6197823" y="1774446"/>
              <a:ext cx="19399" cy="11799"/>
            </a:xfrm>
            <a:custGeom>
              <a:rect b="b" l="l" r="r" t="t"/>
              <a:pathLst>
                <a:path extrusionOk="0" h="11799" w="19399">
                  <a:moveTo>
                    <a:pt x="0" y="9635"/>
                  </a:moveTo>
                  <a:lnTo>
                    <a:pt x="19399" y="0"/>
                  </a:lnTo>
                  <a:cubicBezTo>
                    <a:pt x="19399" y="0"/>
                    <a:pt x="11691" y="17857"/>
                    <a:pt x="0" y="963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05" name="Google Shape;2105;g3f3ba1429e3_0_4584"/>
            <p:cNvSpPr/>
            <p:nvPr/>
          </p:nvSpPr>
          <p:spPr>
            <a:xfrm>
              <a:off x="6169816" y="1819539"/>
              <a:ext cx="40082" cy="60223"/>
            </a:xfrm>
            <a:custGeom>
              <a:rect b="b" l="l" r="r" t="t"/>
              <a:pathLst>
                <a:path extrusionOk="0" h="60223" w="40082">
                  <a:moveTo>
                    <a:pt x="0" y="0"/>
                  </a:moveTo>
                  <a:cubicBezTo>
                    <a:pt x="11036" y="18127"/>
                    <a:pt x="24525" y="34649"/>
                    <a:pt x="40083" y="49076"/>
                  </a:cubicBezTo>
                  <a:cubicBezTo>
                    <a:pt x="32362" y="56887"/>
                    <a:pt x="21609" y="60921"/>
                    <a:pt x="10663" y="60125"/>
                  </a:cubicBezTo>
                  <a:close/>
                </a:path>
              </a:pathLst>
            </a:custGeom>
            <a:solidFill>
              <a:srgbClr val="ED847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06" name="Google Shape;2106;g3f3ba1429e3_0_4584"/>
            <p:cNvSpPr/>
            <p:nvPr/>
          </p:nvSpPr>
          <p:spPr>
            <a:xfrm>
              <a:off x="6091303" y="1896018"/>
              <a:ext cx="67491" cy="23860"/>
            </a:xfrm>
            <a:custGeom>
              <a:rect b="b" l="l" r="r" t="t"/>
              <a:pathLst>
                <a:path extrusionOk="0" h="23860" w="67491">
                  <a:moveTo>
                    <a:pt x="50506" y="23857"/>
                  </a:moveTo>
                  <a:cubicBezTo>
                    <a:pt x="55375" y="23844"/>
                    <a:pt x="60231" y="23420"/>
                    <a:pt x="65023" y="22572"/>
                  </a:cubicBezTo>
                  <a:cubicBezTo>
                    <a:pt x="66436" y="22521"/>
                    <a:pt x="67541" y="21313"/>
                    <a:pt x="67490" y="19900"/>
                  </a:cubicBezTo>
                  <a:cubicBezTo>
                    <a:pt x="67426" y="18487"/>
                    <a:pt x="66231" y="17382"/>
                    <a:pt x="64818" y="17433"/>
                  </a:cubicBezTo>
                  <a:cubicBezTo>
                    <a:pt x="64586" y="17446"/>
                    <a:pt x="64342" y="17485"/>
                    <a:pt x="64124" y="17562"/>
                  </a:cubicBezTo>
                  <a:cubicBezTo>
                    <a:pt x="42669" y="21840"/>
                    <a:pt x="20457" y="15583"/>
                    <a:pt x="4385" y="732"/>
                  </a:cubicBezTo>
                  <a:cubicBezTo>
                    <a:pt x="3383" y="-244"/>
                    <a:pt x="1790" y="-244"/>
                    <a:pt x="788" y="732"/>
                  </a:cubicBezTo>
                  <a:cubicBezTo>
                    <a:pt x="-202" y="1644"/>
                    <a:pt x="-266" y="3186"/>
                    <a:pt x="634" y="4175"/>
                  </a:cubicBezTo>
                  <a:cubicBezTo>
                    <a:pt x="685" y="4227"/>
                    <a:pt x="736" y="4278"/>
                    <a:pt x="788" y="4329"/>
                  </a:cubicBezTo>
                  <a:cubicBezTo>
                    <a:pt x="14200" y="17048"/>
                    <a:pt x="32032" y="24050"/>
                    <a:pt x="50506" y="2385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07" name="Google Shape;2107;g3f3ba1429e3_0_4584"/>
            <p:cNvSpPr/>
            <p:nvPr/>
          </p:nvSpPr>
          <p:spPr>
            <a:xfrm>
              <a:off x="5908606" y="1610137"/>
              <a:ext cx="294719" cy="280960"/>
            </a:xfrm>
            <a:custGeom>
              <a:rect b="b" l="l" r="r" t="t"/>
              <a:pathLst>
                <a:path extrusionOk="0" h="280960" w="294719">
                  <a:moveTo>
                    <a:pt x="59896" y="145038"/>
                  </a:moveTo>
                  <a:cubicBezTo>
                    <a:pt x="62710" y="172364"/>
                    <a:pt x="67001" y="199510"/>
                    <a:pt x="72744" y="226360"/>
                  </a:cubicBezTo>
                  <a:cubicBezTo>
                    <a:pt x="72744" y="226360"/>
                    <a:pt x="136979" y="145038"/>
                    <a:pt x="147642" y="101486"/>
                  </a:cubicBezTo>
                  <a:cubicBezTo>
                    <a:pt x="145098" y="118637"/>
                    <a:pt x="140114" y="135325"/>
                    <a:pt x="132868" y="151076"/>
                  </a:cubicBezTo>
                  <a:cubicBezTo>
                    <a:pt x="132868" y="151076"/>
                    <a:pt x="219329" y="132191"/>
                    <a:pt x="227808" y="75150"/>
                  </a:cubicBezTo>
                  <a:cubicBezTo>
                    <a:pt x="227667" y="100690"/>
                    <a:pt x="224815" y="126140"/>
                    <a:pt x="219329" y="151076"/>
                  </a:cubicBezTo>
                  <a:cubicBezTo>
                    <a:pt x="219329" y="151076"/>
                    <a:pt x="301807" y="118701"/>
                    <a:pt x="294228" y="63973"/>
                  </a:cubicBezTo>
                  <a:cubicBezTo>
                    <a:pt x="286648" y="9244"/>
                    <a:pt x="159975" y="-11954"/>
                    <a:pt x="101521" y="6546"/>
                  </a:cubicBezTo>
                  <a:cubicBezTo>
                    <a:pt x="43067" y="25046"/>
                    <a:pt x="-14103" y="85042"/>
                    <a:pt x="3112" y="167520"/>
                  </a:cubicBezTo>
                  <a:cubicBezTo>
                    <a:pt x="20327" y="249999"/>
                    <a:pt x="53345" y="280960"/>
                    <a:pt x="53345" y="280960"/>
                  </a:cubicBezTo>
                  <a:cubicBezTo>
                    <a:pt x="53345" y="280960"/>
                    <a:pt x="29577" y="197840"/>
                    <a:pt x="59896" y="14503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08" name="Google Shape;2108;g3f3ba1429e3_0_4584"/>
            <p:cNvSpPr/>
            <p:nvPr/>
          </p:nvSpPr>
          <p:spPr>
            <a:xfrm>
              <a:off x="5924055" y="1843557"/>
              <a:ext cx="82997" cy="95092"/>
            </a:xfrm>
            <a:custGeom>
              <a:rect b="b" l="l" r="r" t="t"/>
              <a:pathLst>
                <a:path extrusionOk="0" h="95092" w="82997">
                  <a:moveTo>
                    <a:pt x="3593" y="50495"/>
                  </a:moveTo>
                  <a:cubicBezTo>
                    <a:pt x="11520" y="69522"/>
                    <a:pt x="26679" y="84630"/>
                    <a:pt x="45731" y="92505"/>
                  </a:cubicBezTo>
                  <a:cubicBezTo>
                    <a:pt x="71426" y="102783"/>
                    <a:pt x="86714" y="80814"/>
                    <a:pt x="82217" y="55377"/>
                  </a:cubicBezTo>
                  <a:cubicBezTo>
                    <a:pt x="78235" y="32381"/>
                    <a:pt x="60120" y="-508"/>
                    <a:pt x="33527" y="6"/>
                  </a:cubicBezTo>
                  <a:cubicBezTo>
                    <a:pt x="14179" y="867"/>
                    <a:pt x="-814" y="17247"/>
                    <a:pt x="34" y="36595"/>
                  </a:cubicBezTo>
                  <a:cubicBezTo>
                    <a:pt x="253" y="41425"/>
                    <a:pt x="1460" y="46153"/>
                    <a:pt x="3593" y="5049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09" name="Google Shape;2109;g3f3ba1429e3_0_4584"/>
            <p:cNvSpPr/>
            <p:nvPr/>
          </p:nvSpPr>
          <p:spPr>
            <a:xfrm>
              <a:off x="5941652" y="1715606"/>
              <a:ext cx="89929" cy="214161"/>
            </a:xfrm>
            <a:custGeom>
              <a:rect b="b" l="l" r="r" t="t"/>
              <a:pathLst>
                <a:path extrusionOk="0" h="214161" w="89929">
                  <a:moveTo>
                    <a:pt x="42395" y="0"/>
                  </a:moveTo>
                  <a:cubicBezTo>
                    <a:pt x="29548" y="51388"/>
                    <a:pt x="56270" y="169582"/>
                    <a:pt x="89930" y="214161"/>
                  </a:cubicBezTo>
                  <a:cubicBezTo>
                    <a:pt x="25694" y="181658"/>
                    <a:pt x="0" y="74256"/>
                    <a:pt x="0" y="742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10" name="Google Shape;2110;g3f3ba1429e3_0_4584"/>
            <p:cNvSpPr/>
            <p:nvPr/>
          </p:nvSpPr>
          <p:spPr>
            <a:xfrm>
              <a:off x="6055210" y="1752687"/>
              <a:ext cx="43194" cy="35573"/>
            </a:xfrm>
            <a:custGeom>
              <a:rect b="b" l="l" r="r" t="t"/>
              <a:pathLst>
                <a:path extrusionOk="0" h="35573" w="43194">
                  <a:moveTo>
                    <a:pt x="6562" y="35377"/>
                  </a:moveTo>
                  <a:cubicBezTo>
                    <a:pt x="7898" y="34979"/>
                    <a:pt x="9003" y="34041"/>
                    <a:pt x="9645" y="32808"/>
                  </a:cubicBezTo>
                  <a:cubicBezTo>
                    <a:pt x="15144" y="21053"/>
                    <a:pt x="25935" y="12638"/>
                    <a:pt x="38679" y="10197"/>
                  </a:cubicBezTo>
                  <a:cubicBezTo>
                    <a:pt x="41442" y="9799"/>
                    <a:pt x="43407" y="7319"/>
                    <a:pt x="43176" y="4544"/>
                  </a:cubicBezTo>
                  <a:cubicBezTo>
                    <a:pt x="42919" y="1795"/>
                    <a:pt x="40478" y="-235"/>
                    <a:pt x="37716" y="22"/>
                  </a:cubicBezTo>
                  <a:cubicBezTo>
                    <a:pt x="37652" y="35"/>
                    <a:pt x="37588" y="35"/>
                    <a:pt x="37523" y="48"/>
                  </a:cubicBezTo>
                  <a:cubicBezTo>
                    <a:pt x="21349" y="2848"/>
                    <a:pt x="7551" y="13344"/>
                    <a:pt x="524" y="28183"/>
                  </a:cubicBezTo>
                  <a:cubicBezTo>
                    <a:pt x="-723" y="30727"/>
                    <a:pt x="331" y="33810"/>
                    <a:pt x="2887" y="35056"/>
                  </a:cubicBezTo>
                  <a:cubicBezTo>
                    <a:pt x="4031" y="35608"/>
                    <a:pt x="5341" y="35724"/>
                    <a:pt x="6562" y="3537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11" name="Google Shape;2111;g3f3ba1429e3_0_4584"/>
            <p:cNvSpPr/>
            <p:nvPr/>
          </p:nvSpPr>
          <p:spPr>
            <a:xfrm>
              <a:off x="6183592" y="1723113"/>
              <a:ext cx="49225" cy="25127"/>
            </a:xfrm>
            <a:custGeom>
              <a:rect b="b" l="l" r="r" t="t"/>
              <a:pathLst>
                <a:path extrusionOk="0" h="25127" w="49225">
                  <a:moveTo>
                    <a:pt x="44293" y="25124"/>
                  </a:moveTo>
                  <a:cubicBezTo>
                    <a:pt x="45603" y="25176"/>
                    <a:pt x="46862" y="24662"/>
                    <a:pt x="47761" y="23711"/>
                  </a:cubicBezTo>
                  <a:cubicBezTo>
                    <a:pt x="49714" y="21707"/>
                    <a:pt x="49714" y="18521"/>
                    <a:pt x="47761" y="16517"/>
                  </a:cubicBezTo>
                  <a:cubicBezTo>
                    <a:pt x="36649" y="4492"/>
                    <a:pt x="20474" y="-1520"/>
                    <a:pt x="4210" y="330"/>
                  </a:cubicBezTo>
                  <a:cubicBezTo>
                    <a:pt x="1422" y="843"/>
                    <a:pt x="-428" y="3528"/>
                    <a:pt x="86" y="6316"/>
                  </a:cubicBezTo>
                  <a:cubicBezTo>
                    <a:pt x="86" y="6329"/>
                    <a:pt x="99" y="6355"/>
                    <a:pt x="99" y="6368"/>
                  </a:cubicBezTo>
                  <a:cubicBezTo>
                    <a:pt x="677" y="9065"/>
                    <a:pt x="3285" y="10826"/>
                    <a:pt x="6008" y="10350"/>
                  </a:cubicBezTo>
                  <a:cubicBezTo>
                    <a:pt x="18843" y="8911"/>
                    <a:pt x="31574" y="13690"/>
                    <a:pt x="40310" y="23197"/>
                  </a:cubicBezTo>
                  <a:cubicBezTo>
                    <a:pt x="41274" y="24405"/>
                    <a:pt x="42738" y="25112"/>
                    <a:pt x="44293" y="2512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12" name="Google Shape;2112;g3f3ba1429e3_0_4584"/>
            <p:cNvSpPr/>
            <p:nvPr/>
          </p:nvSpPr>
          <p:spPr>
            <a:xfrm>
              <a:off x="5662613" y="2295524"/>
              <a:ext cx="176519" cy="745902"/>
            </a:xfrm>
            <a:custGeom>
              <a:rect b="b" l="l" r="r" t="t"/>
              <a:pathLst>
                <a:path extrusionOk="0" h="745902" w="176519">
                  <a:moveTo>
                    <a:pt x="176519" y="34302"/>
                  </a:moveTo>
                  <a:cubicBezTo>
                    <a:pt x="158662" y="90700"/>
                    <a:pt x="141575" y="149926"/>
                    <a:pt x="127058" y="208251"/>
                  </a:cubicBezTo>
                  <a:cubicBezTo>
                    <a:pt x="112451" y="265832"/>
                    <a:pt x="101762" y="324338"/>
                    <a:pt x="95068" y="383357"/>
                  </a:cubicBezTo>
                  <a:lnTo>
                    <a:pt x="94041" y="394149"/>
                  </a:lnTo>
                  <a:cubicBezTo>
                    <a:pt x="94041" y="397618"/>
                    <a:pt x="94041" y="398388"/>
                    <a:pt x="94041" y="401472"/>
                  </a:cubicBezTo>
                  <a:cubicBezTo>
                    <a:pt x="94182" y="407536"/>
                    <a:pt x="94657" y="413574"/>
                    <a:pt x="95454" y="419586"/>
                  </a:cubicBezTo>
                  <a:cubicBezTo>
                    <a:pt x="97086" y="433654"/>
                    <a:pt x="99449" y="447631"/>
                    <a:pt x="102520" y="461468"/>
                  </a:cubicBezTo>
                  <a:cubicBezTo>
                    <a:pt x="108558" y="490117"/>
                    <a:pt x="115367" y="519665"/>
                    <a:pt x="124103" y="548956"/>
                  </a:cubicBezTo>
                  <a:cubicBezTo>
                    <a:pt x="132839" y="578248"/>
                    <a:pt x="140290" y="608053"/>
                    <a:pt x="149026" y="637602"/>
                  </a:cubicBezTo>
                  <a:lnTo>
                    <a:pt x="174721" y="726246"/>
                  </a:lnTo>
                  <a:lnTo>
                    <a:pt x="127058" y="745903"/>
                  </a:lnTo>
                  <a:cubicBezTo>
                    <a:pt x="97766" y="689889"/>
                    <a:pt x="72329" y="632848"/>
                    <a:pt x="48562" y="574008"/>
                  </a:cubicBezTo>
                  <a:cubicBezTo>
                    <a:pt x="37128" y="544460"/>
                    <a:pt x="25951" y="514655"/>
                    <a:pt x="16701" y="483179"/>
                  </a:cubicBezTo>
                  <a:cubicBezTo>
                    <a:pt x="12076" y="467506"/>
                    <a:pt x="7708" y="451447"/>
                    <a:pt x="3854" y="433975"/>
                  </a:cubicBezTo>
                  <a:cubicBezTo>
                    <a:pt x="2030" y="424725"/>
                    <a:pt x="732" y="415372"/>
                    <a:pt x="0" y="405968"/>
                  </a:cubicBezTo>
                  <a:cubicBezTo>
                    <a:pt x="0" y="401215"/>
                    <a:pt x="0" y="394149"/>
                    <a:pt x="0" y="389909"/>
                  </a:cubicBezTo>
                  <a:lnTo>
                    <a:pt x="0" y="377062"/>
                  </a:lnTo>
                  <a:cubicBezTo>
                    <a:pt x="1092" y="344328"/>
                    <a:pt x="4098" y="311683"/>
                    <a:pt x="8993" y="279296"/>
                  </a:cubicBezTo>
                  <a:cubicBezTo>
                    <a:pt x="13232" y="247178"/>
                    <a:pt x="19528" y="215831"/>
                    <a:pt x="26336" y="184613"/>
                  </a:cubicBezTo>
                  <a:cubicBezTo>
                    <a:pt x="39710" y="122086"/>
                    <a:pt x="56861" y="60433"/>
                    <a:pt x="77725" y="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13" name="Google Shape;2113;g3f3ba1429e3_0_4584"/>
            <p:cNvSpPr/>
            <p:nvPr/>
          </p:nvSpPr>
          <p:spPr>
            <a:xfrm>
              <a:off x="5689848" y="2174928"/>
              <a:ext cx="216539" cy="287480"/>
            </a:xfrm>
            <a:custGeom>
              <a:rect b="b" l="l" r="r" t="t"/>
              <a:pathLst>
                <a:path extrusionOk="0" h="287480" w="216539">
                  <a:moveTo>
                    <a:pt x="96225" y="2403"/>
                  </a:moveTo>
                  <a:cubicBezTo>
                    <a:pt x="52545" y="15250"/>
                    <a:pt x="0" y="166204"/>
                    <a:pt x="0" y="166204"/>
                  </a:cubicBezTo>
                  <a:lnTo>
                    <a:pt x="169582" y="287480"/>
                  </a:lnTo>
                  <a:cubicBezTo>
                    <a:pt x="169582" y="287480"/>
                    <a:pt x="231505" y="161835"/>
                    <a:pt x="213133" y="105308"/>
                  </a:cubicBezTo>
                  <a:cubicBezTo>
                    <a:pt x="193991" y="46469"/>
                    <a:pt x="146200" y="-12757"/>
                    <a:pt x="96225" y="2403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14" name="Google Shape;2114;g3f3ba1429e3_0_4584"/>
            <p:cNvSpPr/>
            <p:nvPr/>
          </p:nvSpPr>
          <p:spPr>
            <a:xfrm>
              <a:off x="5689848" y="2174928"/>
              <a:ext cx="216539" cy="287480"/>
            </a:xfrm>
            <a:custGeom>
              <a:rect b="b" l="l" r="r" t="t"/>
              <a:pathLst>
                <a:path extrusionOk="0" h="287480" w="216539">
                  <a:moveTo>
                    <a:pt x="96225" y="2403"/>
                  </a:moveTo>
                  <a:cubicBezTo>
                    <a:pt x="52545" y="15250"/>
                    <a:pt x="0" y="166204"/>
                    <a:pt x="0" y="166204"/>
                  </a:cubicBezTo>
                  <a:lnTo>
                    <a:pt x="169582" y="287480"/>
                  </a:lnTo>
                  <a:cubicBezTo>
                    <a:pt x="169582" y="287480"/>
                    <a:pt x="231505" y="161835"/>
                    <a:pt x="213133" y="105308"/>
                  </a:cubicBezTo>
                  <a:cubicBezTo>
                    <a:pt x="193991" y="46469"/>
                    <a:pt x="146200" y="-12757"/>
                    <a:pt x="96225" y="2403"/>
                  </a:cubicBezTo>
                  <a:close/>
                </a:path>
              </a:pathLst>
            </a:custGeom>
            <a:solidFill>
              <a:srgbClr val="FFFFFF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15" name="Google Shape;2115;g3f3ba1429e3_0_4584"/>
            <p:cNvSpPr/>
            <p:nvPr/>
          </p:nvSpPr>
          <p:spPr>
            <a:xfrm>
              <a:off x="5506777" y="4967010"/>
              <a:ext cx="55213" cy="28727"/>
            </a:xfrm>
            <a:custGeom>
              <a:rect b="b" l="l" r="r" t="t"/>
              <a:pathLst>
                <a:path extrusionOk="0" h="28727" w="55213">
                  <a:moveTo>
                    <a:pt x="44965" y="28075"/>
                  </a:moveTo>
                  <a:cubicBezTo>
                    <a:pt x="49192" y="26585"/>
                    <a:pt x="52545" y="23296"/>
                    <a:pt x="54086" y="19082"/>
                  </a:cubicBezTo>
                  <a:cubicBezTo>
                    <a:pt x="55589" y="16372"/>
                    <a:pt x="55589" y="13057"/>
                    <a:pt x="54086" y="10346"/>
                  </a:cubicBezTo>
                  <a:cubicBezTo>
                    <a:pt x="46378" y="-959"/>
                    <a:pt x="7451" y="-60"/>
                    <a:pt x="2698" y="69"/>
                  </a:cubicBezTo>
                  <a:cubicBezTo>
                    <a:pt x="1696" y="81"/>
                    <a:pt x="784" y="685"/>
                    <a:pt x="385" y="1610"/>
                  </a:cubicBezTo>
                  <a:cubicBezTo>
                    <a:pt x="-128" y="2433"/>
                    <a:pt x="-128" y="3486"/>
                    <a:pt x="385" y="4308"/>
                  </a:cubicBezTo>
                  <a:cubicBezTo>
                    <a:pt x="10535" y="14457"/>
                    <a:pt x="29548" y="31030"/>
                    <a:pt x="42909" y="28461"/>
                  </a:cubicBezTo>
                  <a:close/>
                  <a:moveTo>
                    <a:pt x="8864" y="4694"/>
                  </a:moveTo>
                  <a:cubicBezTo>
                    <a:pt x="24409" y="4694"/>
                    <a:pt x="45222" y="6878"/>
                    <a:pt x="49333" y="12916"/>
                  </a:cubicBezTo>
                  <a:cubicBezTo>
                    <a:pt x="50052" y="14098"/>
                    <a:pt x="50052" y="15588"/>
                    <a:pt x="49333" y="16770"/>
                  </a:cubicBezTo>
                  <a:cubicBezTo>
                    <a:pt x="48177" y="19917"/>
                    <a:pt x="45530" y="22281"/>
                    <a:pt x="42267" y="23065"/>
                  </a:cubicBezTo>
                  <a:cubicBezTo>
                    <a:pt x="35201" y="24864"/>
                    <a:pt x="22868" y="17541"/>
                    <a:pt x="8864" y="469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16" name="Google Shape;2116;g3f3ba1429e3_0_4584"/>
            <p:cNvSpPr/>
            <p:nvPr/>
          </p:nvSpPr>
          <p:spPr>
            <a:xfrm>
              <a:off x="5506944" y="4937889"/>
              <a:ext cx="47748" cy="34199"/>
            </a:xfrm>
            <a:custGeom>
              <a:rect b="b" l="l" r="r" t="t"/>
              <a:pathLst>
                <a:path extrusionOk="0" h="34199" w="47748">
                  <a:moveTo>
                    <a:pt x="20131" y="31116"/>
                  </a:moveTo>
                  <a:cubicBezTo>
                    <a:pt x="31951" y="27390"/>
                    <a:pt x="44541" y="20838"/>
                    <a:pt x="47239" y="13516"/>
                  </a:cubicBezTo>
                  <a:cubicBezTo>
                    <a:pt x="48613" y="9597"/>
                    <a:pt x="47136" y="5242"/>
                    <a:pt x="43642" y="2981"/>
                  </a:cubicBezTo>
                  <a:cubicBezTo>
                    <a:pt x="40610" y="450"/>
                    <a:pt x="36588" y="-539"/>
                    <a:pt x="32722" y="283"/>
                  </a:cubicBezTo>
                  <a:cubicBezTo>
                    <a:pt x="17433" y="2981"/>
                    <a:pt x="989" y="29189"/>
                    <a:pt x="347" y="30345"/>
                  </a:cubicBezTo>
                  <a:cubicBezTo>
                    <a:pt x="-116" y="31142"/>
                    <a:pt x="-116" y="32118"/>
                    <a:pt x="347" y="32915"/>
                  </a:cubicBezTo>
                  <a:cubicBezTo>
                    <a:pt x="822" y="33685"/>
                    <a:pt x="1632" y="34161"/>
                    <a:pt x="2531" y="34199"/>
                  </a:cubicBezTo>
                  <a:cubicBezTo>
                    <a:pt x="8518" y="34032"/>
                    <a:pt x="14440" y="32992"/>
                    <a:pt x="20131" y="31116"/>
                  </a:cubicBezTo>
                  <a:close/>
                  <a:moveTo>
                    <a:pt x="31951" y="5422"/>
                  </a:moveTo>
                  <a:lnTo>
                    <a:pt x="33621" y="5422"/>
                  </a:lnTo>
                  <a:cubicBezTo>
                    <a:pt x="36062" y="4908"/>
                    <a:pt x="38618" y="5525"/>
                    <a:pt x="40558" y="7092"/>
                  </a:cubicBezTo>
                  <a:cubicBezTo>
                    <a:pt x="43128" y="9147"/>
                    <a:pt x="42871" y="10689"/>
                    <a:pt x="42485" y="11846"/>
                  </a:cubicBezTo>
                  <a:cubicBezTo>
                    <a:pt x="39916" y="18911"/>
                    <a:pt x="20388" y="27390"/>
                    <a:pt x="7413" y="29061"/>
                  </a:cubicBezTo>
                  <a:cubicBezTo>
                    <a:pt x="13322" y="19181"/>
                    <a:pt x="21801" y="11100"/>
                    <a:pt x="31951" y="5679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17" name="Google Shape;2117;g3f3ba1429e3_0_4584"/>
            <p:cNvSpPr/>
            <p:nvPr/>
          </p:nvSpPr>
          <p:spPr>
            <a:xfrm>
              <a:off x="6226548" y="5226042"/>
              <a:ext cx="66878" cy="27663"/>
            </a:xfrm>
            <a:custGeom>
              <a:rect b="b" l="l" r="r" t="t"/>
              <a:pathLst>
                <a:path extrusionOk="0" h="27663" w="66878">
                  <a:moveTo>
                    <a:pt x="36409" y="27527"/>
                  </a:moveTo>
                  <a:cubicBezTo>
                    <a:pt x="45466" y="28272"/>
                    <a:pt x="54511" y="25959"/>
                    <a:pt x="62103" y="20975"/>
                  </a:cubicBezTo>
                  <a:cubicBezTo>
                    <a:pt x="65688" y="17725"/>
                    <a:pt x="67422" y="12907"/>
                    <a:pt x="66728" y="8128"/>
                  </a:cubicBezTo>
                  <a:cubicBezTo>
                    <a:pt x="66523" y="5301"/>
                    <a:pt x="64878" y="2771"/>
                    <a:pt x="62360" y="1447"/>
                  </a:cubicBezTo>
                  <a:cubicBezTo>
                    <a:pt x="49513" y="-5747"/>
                    <a:pt x="6475" y="16093"/>
                    <a:pt x="1594" y="18534"/>
                  </a:cubicBezTo>
                  <a:cubicBezTo>
                    <a:pt x="283" y="19074"/>
                    <a:pt x="-346" y="20576"/>
                    <a:pt x="193" y="21887"/>
                  </a:cubicBezTo>
                  <a:cubicBezTo>
                    <a:pt x="450" y="22516"/>
                    <a:pt x="964" y="23030"/>
                    <a:pt x="1594" y="23287"/>
                  </a:cubicBezTo>
                  <a:cubicBezTo>
                    <a:pt x="13028" y="25870"/>
                    <a:pt x="24693" y="27296"/>
                    <a:pt x="36409" y="27527"/>
                  </a:cubicBezTo>
                  <a:close/>
                  <a:moveTo>
                    <a:pt x="55551" y="5301"/>
                  </a:moveTo>
                  <a:cubicBezTo>
                    <a:pt x="57183" y="5199"/>
                    <a:pt x="58815" y="5507"/>
                    <a:pt x="60305" y="6201"/>
                  </a:cubicBezTo>
                  <a:cubicBezTo>
                    <a:pt x="61333" y="6766"/>
                    <a:pt x="61975" y="7845"/>
                    <a:pt x="61975" y="9027"/>
                  </a:cubicBezTo>
                  <a:cubicBezTo>
                    <a:pt x="62463" y="12033"/>
                    <a:pt x="61397" y="15078"/>
                    <a:pt x="59149" y="17121"/>
                  </a:cubicBezTo>
                  <a:cubicBezTo>
                    <a:pt x="52596" y="23030"/>
                    <a:pt x="34868" y="24058"/>
                    <a:pt x="11100" y="20075"/>
                  </a:cubicBezTo>
                  <a:cubicBezTo>
                    <a:pt x="24975" y="12676"/>
                    <a:pt x="40006" y="7678"/>
                    <a:pt x="55551" y="5301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18" name="Google Shape;2118;g3f3ba1429e3_0_4584"/>
            <p:cNvSpPr/>
            <p:nvPr/>
          </p:nvSpPr>
          <p:spPr>
            <a:xfrm>
              <a:off x="6227112" y="5201421"/>
              <a:ext cx="39974" cy="48462"/>
            </a:xfrm>
            <a:custGeom>
              <a:rect b="b" l="l" r="r" t="t"/>
              <a:pathLst>
                <a:path extrusionOk="0" h="48462" w="39974">
                  <a:moveTo>
                    <a:pt x="2572" y="48421"/>
                  </a:moveTo>
                  <a:lnTo>
                    <a:pt x="3600" y="48421"/>
                  </a:lnTo>
                  <a:cubicBezTo>
                    <a:pt x="16447" y="42640"/>
                    <a:pt x="42141" y="19515"/>
                    <a:pt x="39828" y="7311"/>
                  </a:cubicBezTo>
                  <a:cubicBezTo>
                    <a:pt x="39828" y="4356"/>
                    <a:pt x="37259" y="887"/>
                    <a:pt x="30193" y="117"/>
                  </a:cubicBezTo>
                  <a:cubicBezTo>
                    <a:pt x="25080" y="-462"/>
                    <a:pt x="19954" y="1131"/>
                    <a:pt x="16061" y="4484"/>
                  </a:cubicBezTo>
                  <a:cubicBezTo>
                    <a:pt x="3214" y="15790"/>
                    <a:pt x="131" y="44696"/>
                    <a:pt x="2" y="45852"/>
                  </a:cubicBezTo>
                  <a:cubicBezTo>
                    <a:pt x="-36" y="46764"/>
                    <a:pt x="401" y="47638"/>
                    <a:pt x="1159" y="48165"/>
                  </a:cubicBezTo>
                  <a:cubicBezTo>
                    <a:pt x="1583" y="48434"/>
                    <a:pt x="2084" y="48524"/>
                    <a:pt x="2572" y="48421"/>
                  </a:cubicBezTo>
                  <a:close/>
                  <a:moveTo>
                    <a:pt x="28266" y="4870"/>
                  </a:moveTo>
                  <a:lnTo>
                    <a:pt x="29808" y="4870"/>
                  </a:lnTo>
                  <a:cubicBezTo>
                    <a:pt x="34432" y="4870"/>
                    <a:pt x="34818" y="7311"/>
                    <a:pt x="34818" y="7824"/>
                  </a:cubicBezTo>
                  <a:cubicBezTo>
                    <a:pt x="36103" y="15147"/>
                    <a:pt x="18888" y="33519"/>
                    <a:pt x="5784" y="41356"/>
                  </a:cubicBezTo>
                  <a:cubicBezTo>
                    <a:pt x="6811" y="29151"/>
                    <a:pt x="11616" y="17562"/>
                    <a:pt x="19530" y="8210"/>
                  </a:cubicBezTo>
                  <a:cubicBezTo>
                    <a:pt x="21881" y="6064"/>
                    <a:pt x="24951" y="4882"/>
                    <a:pt x="28138" y="4870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19" name="Google Shape;2119;g3f3ba1429e3_0_4584"/>
            <p:cNvSpPr/>
            <p:nvPr/>
          </p:nvSpPr>
          <p:spPr>
            <a:xfrm>
              <a:off x="5845452" y="2799877"/>
              <a:ext cx="468508" cy="47943"/>
            </a:xfrm>
            <a:custGeom>
              <a:rect b="b" l="l" r="r" t="t"/>
              <a:pathLst>
                <a:path extrusionOk="0" h="47943" w="468508">
                  <a:moveTo>
                    <a:pt x="11409" y="3365"/>
                  </a:moveTo>
                  <a:lnTo>
                    <a:pt x="361" y="41906"/>
                  </a:lnTo>
                  <a:cubicBezTo>
                    <a:pt x="-1181" y="44861"/>
                    <a:pt x="2416" y="47944"/>
                    <a:pt x="7427" y="47944"/>
                  </a:cubicBezTo>
                  <a:lnTo>
                    <a:pt x="457075" y="47944"/>
                  </a:lnTo>
                  <a:cubicBezTo>
                    <a:pt x="461058" y="47944"/>
                    <a:pt x="464269" y="46017"/>
                    <a:pt x="464526" y="43576"/>
                  </a:cubicBezTo>
                  <a:lnTo>
                    <a:pt x="468509" y="5035"/>
                  </a:lnTo>
                  <a:cubicBezTo>
                    <a:pt x="468509" y="2337"/>
                    <a:pt x="465297" y="24"/>
                    <a:pt x="461058" y="24"/>
                  </a:cubicBezTo>
                  <a:lnTo>
                    <a:pt x="18603" y="24"/>
                  </a:lnTo>
                  <a:cubicBezTo>
                    <a:pt x="15790" y="-194"/>
                    <a:pt x="13054" y="1078"/>
                    <a:pt x="11409" y="336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20" name="Google Shape;2120;g3f3ba1429e3_0_4584"/>
            <p:cNvSpPr/>
            <p:nvPr/>
          </p:nvSpPr>
          <p:spPr>
            <a:xfrm>
              <a:off x="5900277" y="2795790"/>
              <a:ext cx="25964" cy="56784"/>
            </a:xfrm>
            <a:custGeom>
              <a:rect b="b" l="l" r="r" t="t"/>
              <a:pathLst>
                <a:path extrusionOk="0" h="56784" w="25964">
                  <a:moveTo>
                    <a:pt x="15937" y="56784"/>
                  </a:moveTo>
                  <a:lnTo>
                    <a:pt x="3989" y="56784"/>
                  </a:lnTo>
                  <a:cubicBezTo>
                    <a:pt x="1677" y="56784"/>
                    <a:pt x="-122" y="55628"/>
                    <a:pt x="6" y="54086"/>
                  </a:cubicBezTo>
                  <a:lnTo>
                    <a:pt x="5531" y="2698"/>
                  </a:lnTo>
                  <a:cubicBezTo>
                    <a:pt x="5531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086" y="1285"/>
                    <a:pt x="25958" y="2698"/>
                  </a:cubicBezTo>
                  <a:lnTo>
                    <a:pt x="20433" y="54086"/>
                  </a:lnTo>
                  <a:cubicBezTo>
                    <a:pt x="20433" y="56142"/>
                    <a:pt x="18378" y="56784"/>
                    <a:pt x="15937" y="5678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21" name="Google Shape;2121;g3f3ba1429e3_0_4584"/>
            <p:cNvSpPr/>
            <p:nvPr/>
          </p:nvSpPr>
          <p:spPr>
            <a:xfrm>
              <a:off x="5900277" y="2795790"/>
              <a:ext cx="25964" cy="56784"/>
            </a:xfrm>
            <a:custGeom>
              <a:rect b="b" l="l" r="r" t="t"/>
              <a:pathLst>
                <a:path extrusionOk="0" h="56784" w="25964">
                  <a:moveTo>
                    <a:pt x="15937" y="56784"/>
                  </a:moveTo>
                  <a:lnTo>
                    <a:pt x="3989" y="56784"/>
                  </a:lnTo>
                  <a:cubicBezTo>
                    <a:pt x="1677" y="56784"/>
                    <a:pt x="-122" y="55628"/>
                    <a:pt x="6" y="54086"/>
                  </a:cubicBezTo>
                  <a:lnTo>
                    <a:pt x="5531" y="2698"/>
                  </a:lnTo>
                  <a:cubicBezTo>
                    <a:pt x="5531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086" y="1285"/>
                    <a:pt x="25958" y="2698"/>
                  </a:cubicBezTo>
                  <a:lnTo>
                    <a:pt x="20433" y="54086"/>
                  </a:lnTo>
                  <a:cubicBezTo>
                    <a:pt x="20433" y="56142"/>
                    <a:pt x="18378" y="56784"/>
                    <a:pt x="15937" y="5678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22" name="Google Shape;2122;g3f3ba1429e3_0_4584"/>
            <p:cNvSpPr/>
            <p:nvPr/>
          </p:nvSpPr>
          <p:spPr>
            <a:xfrm>
              <a:off x="6252802" y="2795790"/>
              <a:ext cx="25981" cy="56784"/>
            </a:xfrm>
            <a:custGeom>
              <a:rect b="b" l="l" r="r" t="t"/>
              <a:pathLst>
                <a:path extrusionOk="0" h="56784" w="25981">
                  <a:moveTo>
                    <a:pt x="15808" y="56784"/>
                  </a:moveTo>
                  <a:lnTo>
                    <a:pt x="3989" y="56784"/>
                  </a:lnTo>
                  <a:cubicBezTo>
                    <a:pt x="1676" y="56784"/>
                    <a:pt x="-122" y="55628"/>
                    <a:pt x="6" y="54086"/>
                  </a:cubicBezTo>
                  <a:lnTo>
                    <a:pt x="5659" y="2698"/>
                  </a:lnTo>
                  <a:cubicBezTo>
                    <a:pt x="5659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214" y="1285"/>
                    <a:pt x="25957" y="2698"/>
                  </a:cubicBezTo>
                  <a:lnTo>
                    <a:pt x="20433" y="54086"/>
                  </a:lnTo>
                  <a:cubicBezTo>
                    <a:pt x="20305" y="56142"/>
                    <a:pt x="18249" y="56784"/>
                    <a:pt x="15808" y="5678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23" name="Google Shape;2123;g3f3ba1429e3_0_4584"/>
            <p:cNvSpPr/>
            <p:nvPr/>
          </p:nvSpPr>
          <p:spPr>
            <a:xfrm>
              <a:off x="6252802" y="2795790"/>
              <a:ext cx="25981" cy="56784"/>
            </a:xfrm>
            <a:custGeom>
              <a:rect b="b" l="l" r="r" t="t"/>
              <a:pathLst>
                <a:path extrusionOk="0" h="56784" w="25981">
                  <a:moveTo>
                    <a:pt x="15808" y="56784"/>
                  </a:moveTo>
                  <a:lnTo>
                    <a:pt x="3989" y="56784"/>
                  </a:lnTo>
                  <a:cubicBezTo>
                    <a:pt x="1676" y="56784"/>
                    <a:pt x="-122" y="55628"/>
                    <a:pt x="6" y="54086"/>
                  </a:cubicBezTo>
                  <a:lnTo>
                    <a:pt x="5659" y="2698"/>
                  </a:lnTo>
                  <a:cubicBezTo>
                    <a:pt x="5659" y="1285"/>
                    <a:pt x="7843" y="0"/>
                    <a:pt x="10156" y="0"/>
                  </a:cubicBezTo>
                  <a:lnTo>
                    <a:pt x="21975" y="0"/>
                  </a:lnTo>
                  <a:cubicBezTo>
                    <a:pt x="24416" y="0"/>
                    <a:pt x="26214" y="1285"/>
                    <a:pt x="25957" y="2698"/>
                  </a:cubicBezTo>
                  <a:lnTo>
                    <a:pt x="20433" y="54086"/>
                  </a:lnTo>
                  <a:cubicBezTo>
                    <a:pt x="20305" y="56142"/>
                    <a:pt x="18249" y="56784"/>
                    <a:pt x="15808" y="5678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24" name="Google Shape;2124;g3f3ba1429e3_0_4584"/>
            <p:cNvSpPr/>
            <p:nvPr/>
          </p:nvSpPr>
          <p:spPr>
            <a:xfrm>
              <a:off x="6076650" y="2795790"/>
              <a:ext cx="25982" cy="56784"/>
            </a:xfrm>
            <a:custGeom>
              <a:rect b="b" l="l" r="r" t="t"/>
              <a:pathLst>
                <a:path extrusionOk="0" h="56784" w="25982">
                  <a:moveTo>
                    <a:pt x="15826" y="56784"/>
                  </a:moveTo>
                  <a:lnTo>
                    <a:pt x="4007" y="56784"/>
                  </a:lnTo>
                  <a:cubicBezTo>
                    <a:pt x="1566" y="56784"/>
                    <a:pt x="-233" y="55628"/>
                    <a:pt x="24" y="54086"/>
                  </a:cubicBezTo>
                  <a:lnTo>
                    <a:pt x="5549" y="2698"/>
                  </a:lnTo>
                  <a:cubicBezTo>
                    <a:pt x="5549" y="1285"/>
                    <a:pt x="7733" y="0"/>
                    <a:pt x="10174" y="0"/>
                  </a:cubicBezTo>
                  <a:lnTo>
                    <a:pt x="21993" y="0"/>
                  </a:lnTo>
                  <a:cubicBezTo>
                    <a:pt x="24305" y="0"/>
                    <a:pt x="26104" y="1285"/>
                    <a:pt x="25976" y="2698"/>
                  </a:cubicBezTo>
                  <a:lnTo>
                    <a:pt x="20451" y="54086"/>
                  </a:lnTo>
                  <a:cubicBezTo>
                    <a:pt x="20323" y="56142"/>
                    <a:pt x="18139" y="56784"/>
                    <a:pt x="15826" y="56784"/>
                  </a:cubicBezTo>
                  <a:close/>
                </a:path>
              </a:pathLst>
            </a:custGeom>
            <a:solidFill>
              <a:srgbClr val="1854C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25" name="Google Shape;2125;g3f3ba1429e3_0_4584"/>
            <p:cNvSpPr/>
            <p:nvPr/>
          </p:nvSpPr>
          <p:spPr>
            <a:xfrm>
              <a:off x="6076650" y="2795790"/>
              <a:ext cx="25982" cy="56784"/>
            </a:xfrm>
            <a:custGeom>
              <a:rect b="b" l="l" r="r" t="t"/>
              <a:pathLst>
                <a:path extrusionOk="0" h="56784" w="25982">
                  <a:moveTo>
                    <a:pt x="15826" y="56784"/>
                  </a:moveTo>
                  <a:lnTo>
                    <a:pt x="4007" y="56784"/>
                  </a:lnTo>
                  <a:cubicBezTo>
                    <a:pt x="1566" y="56784"/>
                    <a:pt x="-233" y="55628"/>
                    <a:pt x="24" y="54086"/>
                  </a:cubicBezTo>
                  <a:lnTo>
                    <a:pt x="5549" y="2698"/>
                  </a:lnTo>
                  <a:cubicBezTo>
                    <a:pt x="5549" y="1285"/>
                    <a:pt x="7733" y="0"/>
                    <a:pt x="10174" y="0"/>
                  </a:cubicBezTo>
                  <a:lnTo>
                    <a:pt x="21993" y="0"/>
                  </a:lnTo>
                  <a:cubicBezTo>
                    <a:pt x="24305" y="0"/>
                    <a:pt x="26104" y="1285"/>
                    <a:pt x="25976" y="2698"/>
                  </a:cubicBezTo>
                  <a:lnTo>
                    <a:pt x="20451" y="54086"/>
                  </a:lnTo>
                  <a:cubicBezTo>
                    <a:pt x="20323" y="56142"/>
                    <a:pt x="18139" y="56784"/>
                    <a:pt x="15826" y="56784"/>
                  </a:cubicBezTo>
                  <a:close/>
                </a:path>
              </a:pathLst>
            </a:custGeom>
            <a:solidFill>
              <a:srgbClr val="000000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26" name="Google Shape;2126;g3f3ba1429e3_0_4584"/>
            <p:cNvSpPr/>
            <p:nvPr/>
          </p:nvSpPr>
          <p:spPr>
            <a:xfrm>
              <a:off x="6101341" y="1791404"/>
              <a:ext cx="19399" cy="11730"/>
            </a:xfrm>
            <a:custGeom>
              <a:rect b="b" l="l" r="r" t="t"/>
              <a:pathLst>
                <a:path extrusionOk="0" h="11730" w="19399">
                  <a:moveTo>
                    <a:pt x="0" y="9507"/>
                  </a:moveTo>
                  <a:lnTo>
                    <a:pt x="19399" y="0"/>
                  </a:lnTo>
                  <a:cubicBezTo>
                    <a:pt x="19399" y="0"/>
                    <a:pt x="11691" y="17857"/>
                    <a:pt x="0" y="950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27" name="Google Shape;2127;g3f3ba1429e3_0_4584"/>
            <p:cNvSpPr/>
            <p:nvPr/>
          </p:nvSpPr>
          <p:spPr>
            <a:xfrm>
              <a:off x="5786120" y="3007253"/>
              <a:ext cx="139730" cy="94169"/>
            </a:xfrm>
            <a:custGeom>
              <a:rect b="b" l="l" r="r" t="t"/>
              <a:pathLst>
                <a:path extrusionOk="0" h="94169" w="139730">
                  <a:moveTo>
                    <a:pt x="47616" y="0"/>
                  </a:moveTo>
                  <a:lnTo>
                    <a:pt x="139730" y="70659"/>
                  </a:lnTo>
                  <a:lnTo>
                    <a:pt x="32971" y="94169"/>
                  </a:lnTo>
                  <a:cubicBezTo>
                    <a:pt x="32971" y="94169"/>
                    <a:pt x="-12380" y="42781"/>
                    <a:pt x="3294" y="38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28" name="Google Shape;2128;g3f3ba1429e3_0_4584"/>
            <p:cNvSpPr/>
            <p:nvPr/>
          </p:nvSpPr>
          <p:spPr>
            <a:xfrm>
              <a:off x="5808684" y="3077912"/>
              <a:ext cx="139776" cy="102262"/>
            </a:xfrm>
            <a:custGeom>
              <a:rect b="b" l="l" r="r" t="t"/>
              <a:pathLst>
                <a:path extrusionOk="0" h="102262" w="139776">
                  <a:moveTo>
                    <a:pt x="139776" y="87489"/>
                  </a:moveTo>
                  <a:lnTo>
                    <a:pt x="49333" y="102263"/>
                  </a:lnTo>
                  <a:lnTo>
                    <a:pt x="0" y="9507"/>
                  </a:lnTo>
                  <a:lnTo>
                    <a:pt x="117165" y="0"/>
                  </a:lnTo>
                  <a:lnTo>
                    <a:pt x="139776" y="87489"/>
                  </a:ln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129" name="Google Shape;2129;g3f3ba1429e3_0_4584"/>
          <p:cNvSpPr/>
          <p:nvPr/>
        </p:nvSpPr>
        <p:spPr>
          <a:xfrm>
            <a:off x="5153778" y="5824715"/>
            <a:ext cx="4981847" cy="290858"/>
          </a:xfrm>
          <a:custGeom>
            <a:rect b="b" l="l" r="r" t="t"/>
            <a:pathLst>
              <a:path extrusionOk="0" h="290858" w="4981847">
                <a:moveTo>
                  <a:pt x="4981848" y="145429"/>
                </a:moveTo>
                <a:cubicBezTo>
                  <a:pt x="4981848" y="225747"/>
                  <a:pt x="3866624" y="290858"/>
                  <a:pt x="2490924" y="290858"/>
                </a:cubicBezTo>
                <a:cubicBezTo>
                  <a:pt x="1115225" y="290858"/>
                  <a:pt x="0" y="225747"/>
                  <a:pt x="0" y="145429"/>
                </a:cubicBezTo>
                <a:cubicBezTo>
                  <a:pt x="0" y="65111"/>
                  <a:pt x="1115225" y="0"/>
                  <a:pt x="2490924" y="0"/>
                </a:cubicBezTo>
                <a:cubicBezTo>
                  <a:pt x="3866624" y="0"/>
                  <a:pt x="4981848" y="65111"/>
                  <a:pt x="4981848" y="145429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130" name="Google Shape;2130;g3f3ba1429e3_0_4584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with content T3">
  <p:cSld name="1_Title with content T3">
    <p:spTree>
      <p:nvGrpSpPr>
        <p:cNvPr id="2131" name="Shape 2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2" name="Google Shape;2132;g3f3ba1429e3_0_4712"/>
          <p:cNvSpPr txBox="1"/>
          <p:nvPr>
            <p:ph idx="1" type="body"/>
          </p:nvPr>
        </p:nvSpPr>
        <p:spPr>
          <a:xfrm>
            <a:off x="781050" y="1581150"/>
            <a:ext cx="10477500" cy="44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2133" name="Google Shape;2133;g3f3ba1429e3_0_4712"/>
          <p:cNvGrpSpPr/>
          <p:nvPr/>
        </p:nvGrpSpPr>
        <p:grpSpPr>
          <a:xfrm>
            <a:off x="-1" y="579518"/>
            <a:ext cx="11387071" cy="823623"/>
            <a:chOff x="0" y="579518"/>
            <a:chExt cx="4125900" cy="823623"/>
          </a:xfrm>
        </p:grpSpPr>
        <p:sp>
          <p:nvSpPr>
            <p:cNvPr id="2134" name="Google Shape;2134;g3f3ba1429e3_0_4712"/>
            <p:cNvSpPr/>
            <p:nvPr/>
          </p:nvSpPr>
          <p:spPr>
            <a:xfrm>
              <a:off x="0" y="676841"/>
              <a:ext cx="41259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0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5" name="Google Shape;2135;g3f3ba1429e3_0_4712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0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36" name="Google Shape;2136;g3f3ba1429e3_0_4712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3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37" name="Google Shape;2137;g3f3ba1429e3_0_4712"/>
          <p:cNvSpPr txBox="1"/>
          <p:nvPr>
            <p:ph idx="2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plore">
  <p:cSld name="Explore">
    <p:spTree>
      <p:nvGrpSpPr>
        <p:cNvPr id="2138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9" name="Google Shape;2139;g3f3ba1429e3_0_4719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2140" name="Google Shape;2140;g3f3ba1429e3_0_4719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2141" name="Google Shape;2141;g3f3ba1429e3_0_4719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2142" name="Google Shape;2142;g3f3ba1429e3_0_4719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143" name="Google Shape;2143;g3f3ba1429e3_0_4719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144" name="Google Shape;2144;g3f3ba1429e3_0_4719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145" name="Google Shape;2145;g3f3ba1429e3_0_4719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2146" name="Google Shape;2146;g3f3ba1429e3_0_4719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2147" name="Google Shape;2147;g3f3ba1429e3_0_4719"/>
          <p:cNvGrpSpPr/>
          <p:nvPr/>
        </p:nvGrpSpPr>
        <p:grpSpPr>
          <a:xfrm>
            <a:off x="4978675" y="230124"/>
            <a:ext cx="6585927" cy="6481913"/>
            <a:chOff x="4481529" y="255149"/>
            <a:chExt cx="6585927" cy="6481913"/>
          </a:xfrm>
        </p:grpSpPr>
        <p:sp>
          <p:nvSpPr>
            <p:cNvPr id="2148" name="Google Shape;2148;g3f3ba1429e3_0_4719"/>
            <p:cNvSpPr/>
            <p:nvPr/>
          </p:nvSpPr>
          <p:spPr>
            <a:xfrm rot="1850363">
              <a:off x="5316848" y="1188781"/>
              <a:ext cx="4915289" cy="4614648"/>
            </a:xfrm>
            <a:custGeom>
              <a:rect b="b" l="l" r="r" t="t"/>
              <a:pathLst>
                <a:path extrusionOk="0" h="3894027" w="4147720">
                  <a:moveTo>
                    <a:pt x="3657049" y="1315659"/>
                  </a:moveTo>
                  <a:cubicBezTo>
                    <a:pt x="3546876" y="1183842"/>
                    <a:pt x="3430966" y="1054894"/>
                    <a:pt x="3325356" y="919165"/>
                  </a:cubicBezTo>
                  <a:cubicBezTo>
                    <a:pt x="3016087" y="520976"/>
                    <a:pt x="2609293" y="137520"/>
                    <a:pt x="2095585" y="30345"/>
                  </a:cubicBezTo>
                  <a:cubicBezTo>
                    <a:pt x="1575488" y="-78133"/>
                    <a:pt x="956430" y="106358"/>
                    <a:pt x="642598" y="549660"/>
                  </a:cubicBezTo>
                  <a:cubicBezTo>
                    <a:pt x="433986" y="844195"/>
                    <a:pt x="352497" y="1210179"/>
                    <a:pt x="345195" y="1566646"/>
                  </a:cubicBezTo>
                  <a:cubicBezTo>
                    <a:pt x="341936" y="1729364"/>
                    <a:pt x="369838" y="1893777"/>
                    <a:pt x="343631" y="2055582"/>
                  </a:cubicBezTo>
                  <a:cubicBezTo>
                    <a:pt x="314686" y="2233554"/>
                    <a:pt x="214812" y="2389622"/>
                    <a:pt x="127456" y="2543866"/>
                  </a:cubicBezTo>
                  <a:cubicBezTo>
                    <a:pt x="11937" y="2747915"/>
                    <a:pt x="-37869" y="2972564"/>
                    <a:pt x="32276" y="3202559"/>
                  </a:cubicBezTo>
                  <a:cubicBezTo>
                    <a:pt x="190952" y="3722135"/>
                    <a:pt x="907406" y="3963604"/>
                    <a:pt x="1399601" y="3876639"/>
                  </a:cubicBezTo>
                  <a:cubicBezTo>
                    <a:pt x="1667929" y="3829179"/>
                    <a:pt x="1913831" y="3699188"/>
                    <a:pt x="2173814" y="3617177"/>
                  </a:cubicBezTo>
                  <a:cubicBezTo>
                    <a:pt x="2388164" y="3549508"/>
                    <a:pt x="2608771" y="3529820"/>
                    <a:pt x="2826641" y="3594490"/>
                  </a:cubicBezTo>
                  <a:cubicBezTo>
                    <a:pt x="3323139" y="3741823"/>
                    <a:pt x="3831632" y="3487837"/>
                    <a:pt x="4041939" y="3020806"/>
                  </a:cubicBezTo>
                  <a:cubicBezTo>
                    <a:pt x="4295795" y="2457030"/>
                    <a:pt x="4058237" y="1816851"/>
                    <a:pt x="3694600" y="1361945"/>
                  </a:cubicBezTo>
                  <a:cubicBezTo>
                    <a:pt x="3682213" y="1346038"/>
                    <a:pt x="3669827" y="1330784"/>
                    <a:pt x="3657049" y="1315659"/>
                  </a:cubicBezTo>
                  <a:close/>
                </a:path>
              </a:pathLst>
            </a:custGeom>
            <a:solidFill>
              <a:srgbClr val="DDEAF6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2149" name="Google Shape;2149;g3f3ba1429e3_0_4719"/>
            <p:cNvGrpSpPr/>
            <p:nvPr/>
          </p:nvGrpSpPr>
          <p:grpSpPr>
            <a:xfrm>
              <a:off x="5620320" y="1114012"/>
              <a:ext cx="3943960" cy="4769709"/>
              <a:chOff x="6160166" y="1922223"/>
              <a:chExt cx="3328798" cy="4025751"/>
            </a:xfrm>
          </p:grpSpPr>
          <p:sp>
            <p:nvSpPr>
              <p:cNvPr id="2150" name="Google Shape;2150;g3f3ba1429e3_0_4719"/>
              <p:cNvSpPr/>
              <p:nvPr/>
            </p:nvSpPr>
            <p:spPr>
              <a:xfrm rot="-2150259">
                <a:off x="8450480" y="4694665"/>
                <a:ext cx="781100" cy="1131780"/>
              </a:xfrm>
              <a:custGeom>
                <a:rect b="b" l="l" r="r" t="t"/>
                <a:pathLst>
                  <a:path extrusionOk="0" h="1132729" w="781755">
                    <a:moveTo>
                      <a:pt x="222339" y="21638"/>
                    </a:moveTo>
                    <a:cubicBezTo>
                      <a:pt x="-18685" y="149782"/>
                      <a:pt x="-62846" y="511644"/>
                      <a:pt x="85454" y="760887"/>
                    </a:cubicBezTo>
                    <a:cubicBezTo>
                      <a:pt x="126483" y="566372"/>
                      <a:pt x="222958" y="461222"/>
                      <a:pt x="222958" y="461222"/>
                    </a:cubicBezTo>
                    <a:cubicBezTo>
                      <a:pt x="162001" y="880779"/>
                      <a:pt x="359615" y="1132729"/>
                      <a:pt x="359615" y="1132729"/>
                    </a:cubicBezTo>
                    <a:cubicBezTo>
                      <a:pt x="738274" y="758832"/>
                      <a:pt x="580809" y="312856"/>
                      <a:pt x="580809" y="312856"/>
                    </a:cubicBezTo>
                    <a:cubicBezTo>
                      <a:pt x="697538" y="487477"/>
                      <a:pt x="672555" y="650453"/>
                      <a:pt x="672555" y="650453"/>
                    </a:cubicBezTo>
                    <a:cubicBezTo>
                      <a:pt x="940486" y="293940"/>
                      <a:pt x="631068" y="28976"/>
                      <a:pt x="631068" y="28976"/>
                    </a:cubicBezTo>
                    <a:cubicBezTo>
                      <a:pt x="359582" y="-31622"/>
                      <a:pt x="222339" y="21638"/>
                      <a:pt x="222339" y="21638"/>
                    </a:cubicBezTo>
                    <a:close/>
                  </a:path>
                </a:pathLst>
              </a:custGeom>
              <a:solidFill>
                <a:srgbClr val="004CB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151" name="Google Shape;2151;g3f3ba1429e3_0_4719"/>
              <p:cNvSpPr/>
              <p:nvPr/>
            </p:nvSpPr>
            <p:spPr>
              <a:xfrm rot="-2193268">
                <a:off x="8498300" y="4761272"/>
                <a:ext cx="389684" cy="515924"/>
              </a:xfrm>
              <a:custGeom>
                <a:rect b="b" l="l" r="r" t="t"/>
                <a:pathLst>
                  <a:path extrusionOk="0" h="516433" w="390068">
                    <a:moveTo>
                      <a:pt x="81987" y="2194"/>
                    </a:moveTo>
                    <a:cubicBezTo>
                      <a:pt x="-44200" y="98930"/>
                      <a:pt x="12876" y="259819"/>
                      <a:pt x="12876" y="259819"/>
                    </a:cubicBezTo>
                    <a:cubicBezTo>
                      <a:pt x="60200" y="146254"/>
                      <a:pt x="93043" y="116248"/>
                      <a:pt x="93043" y="116248"/>
                    </a:cubicBezTo>
                    <a:cubicBezTo>
                      <a:pt x="39392" y="324494"/>
                      <a:pt x="168155" y="516433"/>
                      <a:pt x="168155" y="516433"/>
                    </a:cubicBezTo>
                    <a:cubicBezTo>
                      <a:pt x="386414" y="308709"/>
                      <a:pt x="285373" y="105746"/>
                      <a:pt x="285373" y="105746"/>
                    </a:cubicBezTo>
                    <a:cubicBezTo>
                      <a:pt x="372912" y="145960"/>
                      <a:pt x="370824" y="261645"/>
                      <a:pt x="370824" y="261645"/>
                    </a:cubicBezTo>
                    <a:cubicBezTo>
                      <a:pt x="430803" y="117292"/>
                      <a:pt x="331425" y="8456"/>
                      <a:pt x="331425" y="8456"/>
                    </a:cubicBezTo>
                    <a:cubicBezTo>
                      <a:pt x="217828" y="-5699"/>
                      <a:pt x="81987" y="2194"/>
                      <a:pt x="81987" y="2194"/>
                    </a:cubicBezTo>
                    <a:close/>
                  </a:path>
                </a:pathLst>
              </a:custGeom>
              <a:solidFill>
                <a:srgbClr val="66A3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2152" name="Google Shape;2152;g3f3ba1429e3_0_4719"/>
              <p:cNvGrpSpPr/>
              <p:nvPr/>
            </p:nvGrpSpPr>
            <p:grpSpPr>
              <a:xfrm rot="-2084623">
                <a:off x="6852794" y="2171732"/>
                <a:ext cx="1813520" cy="2998018"/>
                <a:chOff x="6852949" y="2172109"/>
                <a:chExt cx="1813541" cy="2998053"/>
              </a:xfrm>
            </p:grpSpPr>
            <p:sp>
              <p:nvSpPr>
                <p:cNvPr id="2153" name="Google Shape;2153;g3f3ba1429e3_0_4719"/>
                <p:cNvSpPr/>
                <p:nvPr/>
              </p:nvSpPr>
              <p:spPr>
                <a:xfrm>
                  <a:off x="6852949" y="4281803"/>
                  <a:ext cx="906787" cy="888359"/>
                </a:xfrm>
                <a:custGeom>
                  <a:rect b="b" l="l" r="r" t="t"/>
                  <a:pathLst>
                    <a:path extrusionOk="0" h="888359" w="906787">
                      <a:moveTo>
                        <a:pt x="906754" y="0"/>
                      </a:moveTo>
                      <a:lnTo>
                        <a:pt x="448124" y="0"/>
                      </a:lnTo>
                      <a:cubicBezTo>
                        <a:pt x="281592" y="0"/>
                        <a:pt x="138739" y="118784"/>
                        <a:pt x="108375" y="282510"/>
                      </a:cubicBezTo>
                      <a:lnTo>
                        <a:pt x="354" y="864719"/>
                      </a:lnTo>
                      <a:cubicBezTo>
                        <a:pt x="-2842" y="882005"/>
                        <a:pt x="16270" y="894692"/>
                        <a:pt x="30947" y="885005"/>
                      </a:cubicBezTo>
                      <a:lnTo>
                        <a:pt x="906787" y="307330"/>
                      </a:lnTo>
                      <a:lnTo>
                        <a:pt x="906787" y="0"/>
                      </a:lnTo>
                      <a:close/>
                    </a:path>
                  </a:pathLst>
                </a:custGeom>
                <a:solidFill>
                  <a:srgbClr val="2A4E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154" name="Google Shape;2154;g3f3ba1429e3_0_4719"/>
                <p:cNvSpPr/>
                <p:nvPr/>
              </p:nvSpPr>
              <p:spPr>
                <a:xfrm>
                  <a:off x="6852949" y="4316798"/>
                  <a:ext cx="631941" cy="853330"/>
                </a:xfrm>
                <a:custGeom>
                  <a:rect b="b" l="l" r="r" t="t"/>
                  <a:pathLst>
                    <a:path extrusionOk="0" h="853330" w="631941">
                      <a:moveTo>
                        <a:pt x="608361" y="299666"/>
                      </a:moveTo>
                      <a:cubicBezTo>
                        <a:pt x="568701" y="115196"/>
                        <a:pt x="337559" y="0"/>
                        <a:pt x="337559" y="0"/>
                      </a:cubicBezTo>
                      <a:cubicBezTo>
                        <a:pt x="461007" y="397706"/>
                        <a:pt x="205730" y="627837"/>
                        <a:pt x="18129" y="733933"/>
                      </a:cubicBezTo>
                      <a:lnTo>
                        <a:pt x="354" y="829690"/>
                      </a:lnTo>
                      <a:cubicBezTo>
                        <a:pt x="-2842" y="846976"/>
                        <a:pt x="16270" y="859663"/>
                        <a:pt x="30947" y="849977"/>
                      </a:cubicBezTo>
                      <a:lnTo>
                        <a:pt x="631941" y="453575"/>
                      </a:lnTo>
                      <a:cubicBezTo>
                        <a:pt x="627212" y="394869"/>
                        <a:pt x="617558" y="342424"/>
                        <a:pt x="608361" y="299666"/>
                      </a:cubicBezTo>
                      <a:close/>
                    </a:path>
                  </a:pathLst>
                </a:custGeom>
                <a:solidFill>
                  <a:srgbClr val="2338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155" name="Google Shape;2155;g3f3ba1429e3_0_4719"/>
                <p:cNvSpPr/>
                <p:nvPr/>
              </p:nvSpPr>
              <p:spPr>
                <a:xfrm>
                  <a:off x="7759704" y="4281803"/>
                  <a:ext cx="906754" cy="888359"/>
                </a:xfrm>
                <a:custGeom>
                  <a:rect b="b" l="l" r="r" t="t"/>
                  <a:pathLst>
                    <a:path extrusionOk="0" h="888359" w="906754">
                      <a:moveTo>
                        <a:pt x="0" y="0"/>
                      </a:moveTo>
                      <a:lnTo>
                        <a:pt x="458631" y="0"/>
                      </a:lnTo>
                      <a:cubicBezTo>
                        <a:pt x="625162" y="0"/>
                        <a:pt x="768016" y="118784"/>
                        <a:pt x="798380" y="282510"/>
                      </a:cubicBezTo>
                      <a:lnTo>
                        <a:pt x="906401" y="864719"/>
                      </a:lnTo>
                      <a:cubicBezTo>
                        <a:pt x="909597" y="882005"/>
                        <a:pt x="890484" y="894692"/>
                        <a:pt x="875808" y="885005"/>
                      </a:cubicBezTo>
                      <a:lnTo>
                        <a:pt x="0" y="30733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A4E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156" name="Google Shape;2156;g3f3ba1429e3_0_4719"/>
                <p:cNvSpPr/>
                <p:nvPr/>
              </p:nvSpPr>
              <p:spPr>
                <a:xfrm>
                  <a:off x="7956926" y="4435158"/>
                  <a:ext cx="709564" cy="735003"/>
                </a:xfrm>
                <a:custGeom>
                  <a:rect b="b" l="l" r="r" t="t"/>
                  <a:pathLst>
                    <a:path extrusionOk="0" h="735003" w="709564">
                      <a:moveTo>
                        <a:pt x="678618" y="731650"/>
                      </a:moveTo>
                      <a:cubicBezTo>
                        <a:pt x="693295" y="741336"/>
                        <a:pt x="712407" y="728649"/>
                        <a:pt x="709211" y="711363"/>
                      </a:cubicBezTo>
                      <a:lnTo>
                        <a:pt x="601190" y="129155"/>
                      </a:lnTo>
                      <a:cubicBezTo>
                        <a:pt x="592384" y="81733"/>
                        <a:pt x="574153" y="38094"/>
                        <a:pt x="548615" y="0"/>
                      </a:cubicBezTo>
                      <a:cubicBezTo>
                        <a:pt x="633773" y="427581"/>
                        <a:pt x="572652" y="606670"/>
                        <a:pt x="383127" y="484005"/>
                      </a:cubicBezTo>
                      <a:cubicBezTo>
                        <a:pt x="193602" y="361308"/>
                        <a:pt x="146278" y="239132"/>
                        <a:pt x="165195" y="98040"/>
                      </a:cubicBezTo>
                      <a:cubicBezTo>
                        <a:pt x="85973" y="155214"/>
                        <a:pt x="32517" y="218422"/>
                        <a:pt x="0" y="284076"/>
                      </a:cubicBezTo>
                      <a:lnTo>
                        <a:pt x="678618" y="731650"/>
                      </a:lnTo>
                      <a:close/>
                    </a:path>
                  </a:pathLst>
                </a:custGeom>
                <a:solidFill>
                  <a:srgbClr val="2338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157" name="Google Shape;2157;g3f3ba1429e3_0_4719"/>
                <p:cNvSpPr/>
                <p:nvPr/>
              </p:nvSpPr>
              <p:spPr>
                <a:xfrm>
                  <a:off x="7034055" y="2172109"/>
                  <a:ext cx="1451297" cy="2835734"/>
                </a:xfrm>
                <a:custGeom>
                  <a:rect b="b" l="l" r="r" t="t"/>
                  <a:pathLst>
                    <a:path extrusionOk="0" h="2835734" w="1451297">
                      <a:moveTo>
                        <a:pt x="540103" y="2835734"/>
                      </a:moveTo>
                      <a:lnTo>
                        <a:pt x="911195" y="2835734"/>
                      </a:lnTo>
                      <a:cubicBezTo>
                        <a:pt x="1117484" y="2629445"/>
                        <a:pt x="1451298" y="1971211"/>
                        <a:pt x="1451298" y="1252542"/>
                      </a:cubicBezTo>
                      <a:cubicBezTo>
                        <a:pt x="1451330" y="396988"/>
                        <a:pt x="725649" y="0"/>
                        <a:pt x="725649" y="0"/>
                      </a:cubicBezTo>
                      <a:cubicBezTo>
                        <a:pt x="725649" y="0"/>
                        <a:pt x="0" y="396988"/>
                        <a:pt x="0" y="1252575"/>
                      </a:cubicBezTo>
                      <a:cubicBezTo>
                        <a:pt x="0" y="1971211"/>
                        <a:pt x="323018" y="2618650"/>
                        <a:pt x="540103" y="2835734"/>
                      </a:cubicBezTo>
                      <a:close/>
                    </a:path>
                  </a:pathLst>
                </a:custGeom>
                <a:solidFill>
                  <a:srgbClr val="99C1FE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158" name="Google Shape;2158;g3f3ba1429e3_0_4719"/>
                <p:cNvSpPr/>
                <p:nvPr/>
              </p:nvSpPr>
              <p:spPr>
                <a:xfrm>
                  <a:off x="7397320" y="2172110"/>
                  <a:ext cx="1088032" cy="2835734"/>
                </a:xfrm>
                <a:custGeom>
                  <a:rect b="b" l="l" r="r" t="t"/>
                  <a:pathLst>
                    <a:path extrusionOk="0" h="2835734" w="1088032">
                      <a:moveTo>
                        <a:pt x="589579" y="2435517"/>
                      </a:moveTo>
                      <a:cubicBezTo>
                        <a:pt x="387530" y="2679900"/>
                        <a:pt x="246895" y="2746794"/>
                        <a:pt x="0" y="2596374"/>
                      </a:cubicBezTo>
                      <a:cubicBezTo>
                        <a:pt x="61088" y="2699535"/>
                        <a:pt x="122306" y="2781202"/>
                        <a:pt x="176838" y="2835734"/>
                      </a:cubicBezTo>
                      <a:lnTo>
                        <a:pt x="547930" y="2835734"/>
                      </a:lnTo>
                      <a:cubicBezTo>
                        <a:pt x="754219" y="2629445"/>
                        <a:pt x="1088033" y="1971211"/>
                        <a:pt x="1088033" y="1252542"/>
                      </a:cubicBezTo>
                      <a:cubicBezTo>
                        <a:pt x="1088065" y="396988"/>
                        <a:pt x="362384" y="0"/>
                        <a:pt x="362384" y="0"/>
                      </a:cubicBezTo>
                      <a:cubicBezTo>
                        <a:pt x="1176419" y="572457"/>
                        <a:pt x="942929" y="1993814"/>
                        <a:pt x="589579" y="2435517"/>
                      </a:cubicBezTo>
                      <a:close/>
                    </a:path>
                  </a:pathLst>
                </a:custGeom>
                <a:solidFill>
                  <a:srgbClr val="66A3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159" name="Google Shape;2159;g3f3ba1429e3_0_4719"/>
                <p:cNvSpPr/>
                <p:nvPr/>
              </p:nvSpPr>
              <p:spPr>
                <a:xfrm>
                  <a:off x="7349800" y="2784094"/>
                  <a:ext cx="831744" cy="831744"/>
                </a:xfrm>
                <a:custGeom>
                  <a:rect b="b" l="l" r="r" t="t"/>
                  <a:pathLst>
                    <a:path extrusionOk="0" h="831744" w="831744">
                      <a:moveTo>
                        <a:pt x="831745" y="415872"/>
                      </a:moveTo>
                      <a:cubicBezTo>
                        <a:pt x="831745" y="645552"/>
                        <a:pt x="645553" y="831745"/>
                        <a:pt x="415872" y="831745"/>
                      </a:cubicBezTo>
                      <a:cubicBezTo>
                        <a:pt x="186192" y="831745"/>
                        <a:pt x="0" y="645553"/>
                        <a:pt x="0" y="415872"/>
                      </a:cubicBezTo>
                      <a:cubicBezTo>
                        <a:pt x="0" y="186192"/>
                        <a:pt x="186192" y="0"/>
                        <a:pt x="415872" y="0"/>
                      </a:cubicBezTo>
                      <a:cubicBezTo>
                        <a:pt x="645552" y="0"/>
                        <a:pt x="831745" y="186192"/>
                        <a:pt x="831745" y="415872"/>
                      </a:cubicBezTo>
                      <a:close/>
                    </a:path>
                  </a:pathLst>
                </a:custGeom>
                <a:solidFill>
                  <a:srgbClr val="2338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160" name="Google Shape;2160;g3f3ba1429e3_0_4719"/>
                <p:cNvSpPr/>
                <p:nvPr/>
              </p:nvSpPr>
              <p:spPr>
                <a:xfrm>
                  <a:off x="7323512" y="2768341"/>
                  <a:ext cx="831744" cy="831744"/>
                </a:xfrm>
                <a:custGeom>
                  <a:rect b="b" l="l" r="r" t="t"/>
                  <a:pathLst>
                    <a:path extrusionOk="0" h="831744" w="831744">
                      <a:moveTo>
                        <a:pt x="831745" y="415872"/>
                      </a:moveTo>
                      <a:cubicBezTo>
                        <a:pt x="831745" y="645552"/>
                        <a:pt x="645553" y="831745"/>
                        <a:pt x="415872" y="831745"/>
                      </a:cubicBezTo>
                      <a:cubicBezTo>
                        <a:pt x="186192" y="831745"/>
                        <a:pt x="0" y="645553"/>
                        <a:pt x="0" y="415872"/>
                      </a:cubicBezTo>
                      <a:cubicBezTo>
                        <a:pt x="0" y="186192"/>
                        <a:pt x="186192" y="0"/>
                        <a:pt x="415872" y="0"/>
                      </a:cubicBezTo>
                      <a:cubicBezTo>
                        <a:pt x="645552" y="0"/>
                        <a:pt x="831745" y="186192"/>
                        <a:pt x="831745" y="415872"/>
                      </a:cubicBezTo>
                      <a:close/>
                    </a:path>
                  </a:pathLst>
                </a:custGeom>
                <a:solidFill>
                  <a:srgbClr val="2A4E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161" name="Google Shape;2161;g3f3ba1429e3_0_4719"/>
                <p:cNvSpPr/>
                <p:nvPr/>
              </p:nvSpPr>
              <p:spPr>
                <a:xfrm>
                  <a:off x="7709412" y="2804413"/>
                  <a:ext cx="59946" cy="59946"/>
                </a:xfrm>
                <a:custGeom>
                  <a:rect b="b" l="l" r="r" t="t"/>
                  <a:pathLst>
                    <a:path extrusionOk="0" h="59946" w="59946">
                      <a:moveTo>
                        <a:pt x="59946" y="29973"/>
                      </a:moveTo>
                      <a:cubicBezTo>
                        <a:pt x="59946" y="46527"/>
                        <a:pt x="46527" y="59946"/>
                        <a:pt x="29973" y="59946"/>
                      </a:cubicBezTo>
                      <a:cubicBezTo>
                        <a:pt x="13419" y="59946"/>
                        <a:pt x="0" y="46527"/>
                        <a:pt x="0" y="29973"/>
                      </a:cubicBezTo>
                      <a:cubicBezTo>
                        <a:pt x="0" y="13419"/>
                        <a:pt x="13419" y="0"/>
                        <a:pt x="29973" y="0"/>
                      </a:cubicBezTo>
                      <a:cubicBezTo>
                        <a:pt x="46527" y="0"/>
                        <a:pt x="59946" y="13419"/>
                        <a:pt x="59946" y="29973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162" name="Google Shape;2162;g3f3ba1429e3_0_4719"/>
                <p:cNvSpPr/>
                <p:nvPr/>
              </p:nvSpPr>
              <p:spPr>
                <a:xfrm rot="-4040824">
                  <a:off x="7709401" y="3503999"/>
                  <a:ext cx="59923" cy="59923"/>
                </a:xfrm>
                <a:custGeom>
                  <a:rect b="b" l="l" r="r" t="t"/>
                  <a:pathLst>
                    <a:path extrusionOk="0" h="59946" w="59946">
                      <a:moveTo>
                        <a:pt x="59946" y="29973"/>
                      </a:moveTo>
                      <a:cubicBezTo>
                        <a:pt x="59946" y="46527"/>
                        <a:pt x="46527" y="59946"/>
                        <a:pt x="29973" y="59946"/>
                      </a:cubicBezTo>
                      <a:cubicBezTo>
                        <a:pt x="13419" y="59946"/>
                        <a:pt x="0" y="46527"/>
                        <a:pt x="0" y="29973"/>
                      </a:cubicBezTo>
                      <a:cubicBezTo>
                        <a:pt x="0" y="13419"/>
                        <a:pt x="13419" y="0"/>
                        <a:pt x="29973" y="0"/>
                      </a:cubicBezTo>
                      <a:cubicBezTo>
                        <a:pt x="46527" y="0"/>
                        <a:pt x="59946" y="13419"/>
                        <a:pt x="59946" y="29973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163" name="Google Shape;2163;g3f3ba1429e3_0_4719"/>
                <p:cNvSpPr/>
                <p:nvPr/>
              </p:nvSpPr>
              <p:spPr>
                <a:xfrm>
                  <a:off x="7359617" y="3154241"/>
                  <a:ext cx="59946" cy="59946"/>
                </a:xfrm>
                <a:custGeom>
                  <a:rect b="b" l="l" r="r" t="t"/>
                  <a:pathLst>
                    <a:path extrusionOk="0" h="59946" w="59946">
                      <a:moveTo>
                        <a:pt x="59946" y="29973"/>
                      </a:moveTo>
                      <a:cubicBezTo>
                        <a:pt x="59946" y="46527"/>
                        <a:pt x="46527" y="59946"/>
                        <a:pt x="29973" y="59946"/>
                      </a:cubicBezTo>
                      <a:cubicBezTo>
                        <a:pt x="13419" y="59946"/>
                        <a:pt x="0" y="46527"/>
                        <a:pt x="0" y="29973"/>
                      </a:cubicBezTo>
                      <a:cubicBezTo>
                        <a:pt x="0" y="13419"/>
                        <a:pt x="13419" y="0"/>
                        <a:pt x="29973" y="0"/>
                      </a:cubicBezTo>
                      <a:cubicBezTo>
                        <a:pt x="46527" y="0"/>
                        <a:pt x="59946" y="13419"/>
                        <a:pt x="59946" y="29973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164" name="Google Shape;2164;g3f3ba1429e3_0_4719"/>
                <p:cNvSpPr/>
                <p:nvPr/>
              </p:nvSpPr>
              <p:spPr>
                <a:xfrm rot="-4059997">
                  <a:off x="8059192" y="3154122"/>
                  <a:ext cx="59948" cy="59948"/>
                </a:xfrm>
                <a:custGeom>
                  <a:rect b="b" l="l" r="r" t="t"/>
                  <a:pathLst>
                    <a:path extrusionOk="0" h="59947" w="59947">
                      <a:moveTo>
                        <a:pt x="59947" y="29974"/>
                      </a:moveTo>
                      <a:cubicBezTo>
                        <a:pt x="59947" y="46528"/>
                        <a:pt x="46528" y="59947"/>
                        <a:pt x="29974" y="59947"/>
                      </a:cubicBezTo>
                      <a:cubicBezTo>
                        <a:pt x="13420" y="59947"/>
                        <a:pt x="0" y="46528"/>
                        <a:pt x="0" y="29974"/>
                      </a:cubicBezTo>
                      <a:cubicBezTo>
                        <a:pt x="0" y="13420"/>
                        <a:pt x="13420" y="0"/>
                        <a:pt x="29974" y="0"/>
                      </a:cubicBezTo>
                      <a:cubicBezTo>
                        <a:pt x="46528" y="0"/>
                        <a:pt x="59947" y="13420"/>
                        <a:pt x="59947" y="29974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165" name="Google Shape;2165;g3f3ba1429e3_0_4719"/>
                <p:cNvSpPr/>
                <p:nvPr/>
              </p:nvSpPr>
              <p:spPr>
                <a:xfrm>
                  <a:off x="7462052" y="2906881"/>
                  <a:ext cx="59962" cy="59962"/>
                </a:xfrm>
                <a:custGeom>
                  <a:rect b="b" l="l" r="r" t="t"/>
                  <a:pathLst>
                    <a:path extrusionOk="0" h="59962" w="59962">
                      <a:moveTo>
                        <a:pt x="51181" y="8782"/>
                      </a:moveTo>
                      <a:cubicBezTo>
                        <a:pt x="62890" y="20490"/>
                        <a:pt x="62890" y="39472"/>
                        <a:pt x="51181" y="51181"/>
                      </a:cubicBezTo>
                      <a:cubicBezTo>
                        <a:pt x="39472" y="62890"/>
                        <a:pt x="20490" y="62890"/>
                        <a:pt x="8782" y="51181"/>
                      </a:cubicBezTo>
                      <a:cubicBezTo>
                        <a:pt x="-2927" y="39472"/>
                        <a:pt x="-2927" y="20490"/>
                        <a:pt x="8782" y="8782"/>
                      </a:cubicBezTo>
                      <a:cubicBezTo>
                        <a:pt x="20490" y="-2927"/>
                        <a:pt x="39472" y="-2927"/>
                        <a:pt x="51181" y="8782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166" name="Google Shape;2166;g3f3ba1429e3_0_4719"/>
                <p:cNvSpPr/>
                <p:nvPr/>
              </p:nvSpPr>
              <p:spPr>
                <a:xfrm>
                  <a:off x="7956755" y="3401584"/>
                  <a:ext cx="59962" cy="59962"/>
                </a:xfrm>
                <a:custGeom>
                  <a:rect b="b" l="l" r="r" t="t"/>
                  <a:pathLst>
                    <a:path extrusionOk="0" h="59962" w="59962">
                      <a:moveTo>
                        <a:pt x="51181" y="8782"/>
                      </a:moveTo>
                      <a:cubicBezTo>
                        <a:pt x="39472" y="-2927"/>
                        <a:pt x="20490" y="-2927"/>
                        <a:pt x="8782" y="8782"/>
                      </a:cubicBezTo>
                      <a:cubicBezTo>
                        <a:pt x="-2927" y="20490"/>
                        <a:pt x="-2927" y="39472"/>
                        <a:pt x="8782" y="51181"/>
                      </a:cubicBezTo>
                      <a:cubicBezTo>
                        <a:pt x="20490" y="62890"/>
                        <a:pt x="39472" y="62890"/>
                        <a:pt x="51181" y="51181"/>
                      </a:cubicBezTo>
                      <a:cubicBezTo>
                        <a:pt x="62890" y="39472"/>
                        <a:pt x="62890" y="20490"/>
                        <a:pt x="51181" y="8782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167" name="Google Shape;2167;g3f3ba1429e3_0_4719"/>
                <p:cNvSpPr/>
                <p:nvPr/>
              </p:nvSpPr>
              <p:spPr>
                <a:xfrm>
                  <a:off x="7462052" y="3401584"/>
                  <a:ext cx="59962" cy="59962"/>
                </a:xfrm>
                <a:custGeom>
                  <a:rect b="b" l="l" r="r" t="t"/>
                  <a:pathLst>
                    <a:path extrusionOk="0" h="59962" w="59962">
                      <a:moveTo>
                        <a:pt x="8782" y="8782"/>
                      </a:moveTo>
                      <a:cubicBezTo>
                        <a:pt x="20490" y="-2927"/>
                        <a:pt x="39472" y="-2927"/>
                        <a:pt x="51181" y="8782"/>
                      </a:cubicBezTo>
                      <a:cubicBezTo>
                        <a:pt x="62890" y="20490"/>
                        <a:pt x="62890" y="39472"/>
                        <a:pt x="51181" y="51181"/>
                      </a:cubicBezTo>
                      <a:cubicBezTo>
                        <a:pt x="39472" y="62890"/>
                        <a:pt x="20490" y="62890"/>
                        <a:pt x="8782" y="51181"/>
                      </a:cubicBezTo>
                      <a:cubicBezTo>
                        <a:pt x="-2927" y="39472"/>
                        <a:pt x="-2927" y="20490"/>
                        <a:pt x="8782" y="8782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168" name="Google Shape;2168;g3f3ba1429e3_0_4719"/>
                <p:cNvSpPr/>
                <p:nvPr/>
              </p:nvSpPr>
              <p:spPr>
                <a:xfrm>
                  <a:off x="7956755" y="2906881"/>
                  <a:ext cx="59962" cy="59962"/>
                </a:xfrm>
                <a:custGeom>
                  <a:rect b="b" l="l" r="r" t="t"/>
                  <a:pathLst>
                    <a:path extrusionOk="0" h="59962" w="59962">
                      <a:moveTo>
                        <a:pt x="8782" y="8782"/>
                      </a:moveTo>
                      <a:cubicBezTo>
                        <a:pt x="-2927" y="20490"/>
                        <a:pt x="-2927" y="39472"/>
                        <a:pt x="8782" y="51181"/>
                      </a:cubicBezTo>
                      <a:cubicBezTo>
                        <a:pt x="20490" y="62890"/>
                        <a:pt x="39472" y="62890"/>
                        <a:pt x="51181" y="51181"/>
                      </a:cubicBezTo>
                      <a:cubicBezTo>
                        <a:pt x="62890" y="39472"/>
                        <a:pt x="62890" y="20490"/>
                        <a:pt x="51181" y="8782"/>
                      </a:cubicBezTo>
                      <a:cubicBezTo>
                        <a:pt x="39472" y="-2927"/>
                        <a:pt x="20490" y="-2927"/>
                        <a:pt x="8782" y="8782"/>
                      </a:cubicBezTo>
                      <a:close/>
                    </a:path>
                  </a:pathLst>
                </a:custGeom>
                <a:solidFill>
                  <a:srgbClr val="F9974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169" name="Google Shape;2169;g3f3ba1429e3_0_4719"/>
                <p:cNvSpPr/>
                <p:nvPr/>
              </p:nvSpPr>
              <p:spPr>
                <a:xfrm rot="-2700000">
                  <a:off x="7475039" y="2914399"/>
                  <a:ext cx="556452" cy="556452"/>
                </a:xfrm>
                <a:custGeom>
                  <a:rect b="b" l="l" r="r" t="t"/>
                  <a:pathLst>
                    <a:path extrusionOk="0" h="556143" w="556143">
                      <a:moveTo>
                        <a:pt x="556144" y="278072"/>
                      </a:moveTo>
                      <a:cubicBezTo>
                        <a:pt x="556144" y="431647"/>
                        <a:pt x="431647" y="556144"/>
                        <a:pt x="278072" y="556144"/>
                      </a:cubicBezTo>
                      <a:cubicBezTo>
                        <a:pt x="124497" y="556144"/>
                        <a:pt x="0" y="431647"/>
                        <a:pt x="0" y="278072"/>
                      </a:cubicBezTo>
                      <a:cubicBezTo>
                        <a:pt x="0" y="124497"/>
                        <a:pt x="124497" y="0"/>
                        <a:pt x="278072" y="0"/>
                      </a:cubicBezTo>
                      <a:cubicBezTo>
                        <a:pt x="431647" y="0"/>
                        <a:pt x="556144" y="124497"/>
                        <a:pt x="556144" y="278072"/>
                      </a:cubicBezTo>
                      <a:close/>
                    </a:path>
                  </a:pathLst>
                </a:custGeom>
                <a:solidFill>
                  <a:srgbClr val="77A4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170" name="Google Shape;2170;g3f3ba1429e3_0_4719"/>
                <p:cNvSpPr/>
                <p:nvPr/>
              </p:nvSpPr>
              <p:spPr>
                <a:xfrm>
                  <a:off x="7461277" y="2906139"/>
                  <a:ext cx="430125" cy="519326"/>
                </a:xfrm>
                <a:custGeom>
                  <a:rect b="b" l="l" r="r" t="t"/>
                  <a:pathLst>
                    <a:path extrusionOk="0" h="519326" w="430125">
                      <a:moveTo>
                        <a:pt x="13698" y="286489"/>
                      </a:moveTo>
                      <a:cubicBezTo>
                        <a:pt x="13698" y="132906"/>
                        <a:pt x="138189" y="8415"/>
                        <a:pt x="291773" y="8415"/>
                      </a:cubicBezTo>
                      <a:cubicBezTo>
                        <a:pt x="342130" y="8415"/>
                        <a:pt x="389389" y="21819"/>
                        <a:pt x="430125" y="45237"/>
                      </a:cubicBezTo>
                      <a:cubicBezTo>
                        <a:pt x="386421" y="16634"/>
                        <a:pt x="334205" y="0"/>
                        <a:pt x="278075" y="0"/>
                      </a:cubicBezTo>
                      <a:cubicBezTo>
                        <a:pt x="124491" y="0"/>
                        <a:pt x="0" y="124491"/>
                        <a:pt x="0" y="278075"/>
                      </a:cubicBezTo>
                      <a:cubicBezTo>
                        <a:pt x="0" y="381268"/>
                        <a:pt x="56228" y="471350"/>
                        <a:pt x="139722" y="519327"/>
                      </a:cubicBezTo>
                      <a:cubicBezTo>
                        <a:pt x="63860" y="469687"/>
                        <a:pt x="13698" y="383942"/>
                        <a:pt x="13698" y="286489"/>
                      </a:cubicBezTo>
                      <a:close/>
                    </a:path>
                  </a:pathLst>
                </a:custGeom>
                <a:solidFill>
                  <a:srgbClr val="5D8DD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171" name="Google Shape;2171;g3f3ba1429e3_0_4719"/>
                <p:cNvSpPr/>
                <p:nvPr/>
              </p:nvSpPr>
              <p:spPr>
                <a:xfrm>
                  <a:off x="7505471" y="2950300"/>
                  <a:ext cx="330421" cy="330421"/>
                </a:xfrm>
                <a:custGeom>
                  <a:rect b="b" l="l" r="r" t="t"/>
                  <a:pathLst>
                    <a:path extrusionOk="0" h="330421" w="330421">
                      <a:moveTo>
                        <a:pt x="17351" y="320604"/>
                      </a:moveTo>
                      <a:cubicBezTo>
                        <a:pt x="17351" y="153127"/>
                        <a:pt x="153127" y="17351"/>
                        <a:pt x="320604" y="17351"/>
                      </a:cubicBezTo>
                      <a:cubicBezTo>
                        <a:pt x="323899" y="17351"/>
                        <a:pt x="327160" y="17416"/>
                        <a:pt x="330421" y="17514"/>
                      </a:cubicBezTo>
                      <a:cubicBezTo>
                        <a:pt x="302568" y="6229"/>
                        <a:pt x="272139" y="0"/>
                        <a:pt x="240209" y="0"/>
                      </a:cubicBezTo>
                      <a:cubicBezTo>
                        <a:pt x="107531" y="0"/>
                        <a:pt x="0" y="107564"/>
                        <a:pt x="0" y="240209"/>
                      </a:cubicBezTo>
                      <a:cubicBezTo>
                        <a:pt x="0" y="272106"/>
                        <a:pt x="6229" y="302568"/>
                        <a:pt x="17514" y="330421"/>
                      </a:cubicBezTo>
                      <a:cubicBezTo>
                        <a:pt x="17416" y="327160"/>
                        <a:pt x="17351" y="323898"/>
                        <a:pt x="17351" y="320604"/>
                      </a:cubicBezTo>
                      <a:close/>
                    </a:path>
                  </a:pathLst>
                </a:custGeom>
                <a:solidFill>
                  <a:srgbClr val="8EB2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172" name="Google Shape;2172;g3f3ba1429e3_0_4719"/>
                <p:cNvSpPr/>
                <p:nvPr/>
              </p:nvSpPr>
              <p:spPr>
                <a:xfrm>
                  <a:off x="7499111" y="4966357"/>
                  <a:ext cx="521251" cy="82972"/>
                </a:xfrm>
                <a:custGeom>
                  <a:rect b="b" l="l" r="r" t="t"/>
                  <a:pathLst>
                    <a:path extrusionOk="0" h="82972" w="521251">
                      <a:moveTo>
                        <a:pt x="479732" y="82972"/>
                      </a:moveTo>
                      <a:lnTo>
                        <a:pt x="41486" y="82972"/>
                      </a:lnTo>
                      <a:cubicBezTo>
                        <a:pt x="18558" y="82972"/>
                        <a:pt x="0" y="64382"/>
                        <a:pt x="0" y="41486"/>
                      </a:cubicBezTo>
                      <a:lnTo>
                        <a:pt x="0" y="41486"/>
                      </a:lnTo>
                      <a:cubicBezTo>
                        <a:pt x="0" y="18558"/>
                        <a:pt x="18591" y="0"/>
                        <a:pt x="41486" y="0"/>
                      </a:cubicBezTo>
                      <a:lnTo>
                        <a:pt x="479765" y="0"/>
                      </a:lnTo>
                      <a:cubicBezTo>
                        <a:pt x="502693" y="0"/>
                        <a:pt x="521251" y="18591"/>
                        <a:pt x="521251" y="41486"/>
                      </a:cubicBezTo>
                      <a:lnTo>
                        <a:pt x="521251" y="41486"/>
                      </a:lnTo>
                      <a:cubicBezTo>
                        <a:pt x="521219" y="64414"/>
                        <a:pt x="502661" y="82972"/>
                        <a:pt x="479732" y="82972"/>
                      </a:cubicBezTo>
                      <a:close/>
                    </a:path>
                  </a:pathLst>
                </a:custGeom>
                <a:solidFill>
                  <a:srgbClr val="2A4E9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173" name="Google Shape;2173;g3f3ba1429e3_0_4719"/>
                <p:cNvSpPr/>
                <p:nvPr/>
              </p:nvSpPr>
              <p:spPr>
                <a:xfrm>
                  <a:off x="7509808" y="4966357"/>
                  <a:ext cx="510553" cy="82972"/>
                </a:xfrm>
                <a:custGeom>
                  <a:rect b="b" l="l" r="r" t="t"/>
                  <a:pathLst>
                    <a:path extrusionOk="0" h="82972" w="510553">
                      <a:moveTo>
                        <a:pt x="469035" y="0"/>
                      </a:moveTo>
                      <a:lnTo>
                        <a:pt x="461957" y="0"/>
                      </a:lnTo>
                      <a:cubicBezTo>
                        <a:pt x="468611" y="7371"/>
                        <a:pt x="472655" y="17123"/>
                        <a:pt x="472655" y="27821"/>
                      </a:cubicBezTo>
                      <a:cubicBezTo>
                        <a:pt x="472655" y="50749"/>
                        <a:pt x="454097" y="69307"/>
                        <a:pt x="431169" y="69307"/>
                      </a:cubicBezTo>
                      <a:lnTo>
                        <a:pt x="0" y="69307"/>
                      </a:lnTo>
                      <a:cubicBezTo>
                        <a:pt x="7599" y="77689"/>
                        <a:pt x="18558" y="82972"/>
                        <a:pt x="30788" y="82972"/>
                      </a:cubicBezTo>
                      <a:lnTo>
                        <a:pt x="469067" y="82972"/>
                      </a:lnTo>
                      <a:cubicBezTo>
                        <a:pt x="491996" y="82972"/>
                        <a:pt x="510554" y="64382"/>
                        <a:pt x="510554" y="41486"/>
                      </a:cubicBezTo>
                      <a:lnTo>
                        <a:pt x="510554" y="41486"/>
                      </a:lnTo>
                      <a:cubicBezTo>
                        <a:pt x="510521" y="18591"/>
                        <a:pt x="491963" y="0"/>
                        <a:pt x="469035" y="0"/>
                      </a:cubicBezTo>
                      <a:close/>
                    </a:path>
                  </a:pathLst>
                </a:custGeom>
                <a:solidFill>
                  <a:srgbClr val="23386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</p:grpSp>
      </p:grpSp>
      <p:sp>
        <p:nvSpPr>
          <p:cNvPr id="2174" name="Google Shape;2174;g3f3ba1429e3_0_4719"/>
          <p:cNvSpPr txBox="1"/>
          <p:nvPr/>
        </p:nvSpPr>
        <p:spPr>
          <a:xfrm>
            <a:off x="680025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Explore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5" name="Google Shape;2175;g3f3ba1429e3_0_4719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76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g3f3ba1429e3_0_4757"/>
          <p:cNvSpPr txBox="1"/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79"/>
              <a:buFont typeface="Verdana"/>
              <a:buNone/>
              <a:defRPr b="0" i="0" sz="5579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78" name="Google Shape;2178;g3f3ba1429e3_0_4757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179" name="Google Shape;2179;g3f3ba1429e3_0_4757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180" name="Google Shape;2180;g3f3ba1429e3_0_4757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181" name="Google Shape;2181;g3f3ba1429e3_0_4757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with Two contetns T3">
  <p:cSld name="1_Title with Two contetns T3">
    <p:spTree>
      <p:nvGrpSpPr>
        <p:cNvPr id="2182" name="Shape 2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83" name="Google Shape;2183;g3f3ba1429e3_0_4763"/>
          <p:cNvGrpSpPr/>
          <p:nvPr/>
        </p:nvGrpSpPr>
        <p:grpSpPr>
          <a:xfrm>
            <a:off x="-1" y="579518"/>
            <a:ext cx="11387071" cy="823623"/>
            <a:chOff x="0" y="579518"/>
            <a:chExt cx="4125900" cy="823623"/>
          </a:xfrm>
        </p:grpSpPr>
        <p:sp>
          <p:nvSpPr>
            <p:cNvPr id="2184" name="Google Shape;2184;g3f3ba1429e3_0_4763"/>
            <p:cNvSpPr/>
            <p:nvPr/>
          </p:nvSpPr>
          <p:spPr>
            <a:xfrm>
              <a:off x="0" y="676841"/>
              <a:ext cx="4125900" cy="726300"/>
            </a:xfrm>
            <a:prstGeom prst="rect">
              <a:avLst/>
            </a:prstGeom>
            <a:solidFill>
              <a:srgbClr val="D068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5" name="Google Shape;2185;g3f3ba1429e3_0_4763"/>
            <p:cNvSpPr/>
            <p:nvPr/>
          </p:nvSpPr>
          <p:spPr>
            <a:xfrm>
              <a:off x="0" y="579518"/>
              <a:ext cx="4092000" cy="7263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86" name="Google Shape;2186;g3f3ba1429e3_0_4763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87" name="Google Shape;2187;g3f3ba1429e3_0_4763"/>
          <p:cNvSpPr txBox="1"/>
          <p:nvPr>
            <p:ph idx="1" type="body"/>
          </p:nvPr>
        </p:nvSpPr>
        <p:spPr>
          <a:xfrm>
            <a:off x="540696" y="1677302"/>
            <a:ext cx="3169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88" name="Google Shape;2188;g3f3ba1429e3_0_4763"/>
          <p:cNvSpPr txBox="1"/>
          <p:nvPr>
            <p:ph idx="2" type="body"/>
          </p:nvPr>
        </p:nvSpPr>
        <p:spPr>
          <a:xfrm>
            <a:off x="3901440" y="1677302"/>
            <a:ext cx="77499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172A4B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89" name="Google Shape;2189;g3f3ba1429e3_0_4763"/>
          <p:cNvSpPr txBox="1"/>
          <p:nvPr>
            <p:ph idx="3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2190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g3f3ba1429e3_0_4771"/>
          <p:cNvSpPr txBox="1"/>
          <p:nvPr/>
        </p:nvSpPr>
        <p:spPr>
          <a:xfrm>
            <a:off x="1122400" y="2754450"/>
            <a:ext cx="4324800" cy="13491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3529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37F"/>
              </a:buClr>
              <a:buSzPts val="4400"/>
              <a:buFont typeface="Fredoka"/>
              <a:buNone/>
            </a:pPr>
            <a:r>
              <a:rPr b="1" i="0" lang="en-US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rPr>
              <a:t>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2" name="Google Shape;2192;g3f3ba1429e3_0_47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394825" y="1310325"/>
            <a:ext cx="6337025" cy="4237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ke">
  <p:cSld name="Make">
    <p:spTree>
      <p:nvGrpSpPr>
        <p:cNvPr id="2193" name="Shape 2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4" name="Google Shape;2194;g3f3ba1429e3_0_4774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2195" name="Google Shape;2195;g3f3ba1429e3_0_4774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2196" name="Google Shape;2196;g3f3ba1429e3_0_4774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2197" name="Google Shape;2197;g3f3ba1429e3_0_4774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198" name="Google Shape;2198;g3f3ba1429e3_0_4774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199" name="Google Shape;2199;g3f3ba1429e3_0_4774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00" name="Google Shape;2200;g3f3ba1429e3_0_4774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2201" name="Google Shape;2201;g3f3ba1429e3_0_4774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202" name="Google Shape;2202;g3f3ba1429e3_0_4774"/>
          <p:cNvSpPr txBox="1"/>
          <p:nvPr/>
        </p:nvSpPr>
        <p:spPr>
          <a:xfrm>
            <a:off x="680025" y="702900"/>
            <a:ext cx="24738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Activity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03" name="Google Shape;2203;g3f3ba1429e3_0_4774"/>
          <p:cNvGrpSpPr/>
          <p:nvPr/>
        </p:nvGrpSpPr>
        <p:grpSpPr>
          <a:xfrm>
            <a:off x="5941746" y="1054485"/>
            <a:ext cx="4147720" cy="4749029"/>
            <a:chOff x="5329188" y="1014865"/>
            <a:chExt cx="4147720" cy="4749029"/>
          </a:xfrm>
        </p:grpSpPr>
        <p:grpSp>
          <p:nvGrpSpPr>
            <p:cNvPr id="2204" name="Google Shape;2204;g3f3ba1429e3_0_4774"/>
            <p:cNvGrpSpPr/>
            <p:nvPr/>
          </p:nvGrpSpPr>
          <p:grpSpPr>
            <a:xfrm>
              <a:off x="5329188" y="1014865"/>
              <a:ext cx="4147720" cy="3894027"/>
              <a:chOff x="5329188" y="1014865"/>
              <a:chExt cx="4147720" cy="3894027"/>
            </a:xfrm>
          </p:grpSpPr>
          <p:sp>
            <p:nvSpPr>
              <p:cNvPr id="2205" name="Google Shape;2205;g3f3ba1429e3_0_4774"/>
              <p:cNvSpPr/>
              <p:nvPr/>
            </p:nvSpPr>
            <p:spPr>
              <a:xfrm>
                <a:off x="5329188" y="1014865"/>
                <a:ext cx="4147720" cy="3894027"/>
              </a:xfrm>
              <a:custGeom>
                <a:rect b="b" l="l" r="r" t="t"/>
                <a:pathLst>
                  <a:path extrusionOk="0" h="3894027" w="4147720">
                    <a:moveTo>
                      <a:pt x="3657049" y="1315659"/>
                    </a:moveTo>
                    <a:cubicBezTo>
                      <a:pt x="3546876" y="1183842"/>
                      <a:pt x="3430966" y="1054894"/>
                      <a:pt x="3325356" y="919165"/>
                    </a:cubicBezTo>
                    <a:cubicBezTo>
                      <a:pt x="3016087" y="520976"/>
                      <a:pt x="2609293" y="137520"/>
                      <a:pt x="2095585" y="30345"/>
                    </a:cubicBezTo>
                    <a:cubicBezTo>
                      <a:pt x="1575488" y="-78133"/>
                      <a:pt x="956430" y="106358"/>
                      <a:pt x="642598" y="549660"/>
                    </a:cubicBezTo>
                    <a:cubicBezTo>
                      <a:pt x="433986" y="844195"/>
                      <a:pt x="352497" y="1210179"/>
                      <a:pt x="345195" y="1566646"/>
                    </a:cubicBezTo>
                    <a:cubicBezTo>
                      <a:pt x="341936" y="1729364"/>
                      <a:pt x="369838" y="1893777"/>
                      <a:pt x="343631" y="2055582"/>
                    </a:cubicBezTo>
                    <a:cubicBezTo>
                      <a:pt x="314686" y="2233554"/>
                      <a:pt x="214812" y="2389622"/>
                      <a:pt x="127456" y="2543866"/>
                    </a:cubicBezTo>
                    <a:cubicBezTo>
                      <a:pt x="11937" y="2747915"/>
                      <a:pt x="-37869" y="2972564"/>
                      <a:pt x="32276" y="3202559"/>
                    </a:cubicBezTo>
                    <a:cubicBezTo>
                      <a:pt x="190952" y="3722135"/>
                      <a:pt x="907406" y="3963604"/>
                      <a:pt x="1399601" y="3876639"/>
                    </a:cubicBezTo>
                    <a:cubicBezTo>
                      <a:pt x="1667929" y="3829179"/>
                      <a:pt x="1913831" y="3699188"/>
                      <a:pt x="2173814" y="3617177"/>
                    </a:cubicBezTo>
                    <a:cubicBezTo>
                      <a:pt x="2388164" y="3549508"/>
                      <a:pt x="2608771" y="3529820"/>
                      <a:pt x="2826641" y="3594490"/>
                    </a:cubicBezTo>
                    <a:cubicBezTo>
                      <a:pt x="3323139" y="3741823"/>
                      <a:pt x="3831632" y="3487837"/>
                      <a:pt x="4041939" y="3020806"/>
                    </a:cubicBezTo>
                    <a:cubicBezTo>
                      <a:pt x="4295795" y="2457030"/>
                      <a:pt x="4058237" y="1816851"/>
                      <a:pt x="3694600" y="1361945"/>
                    </a:cubicBezTo>
                    <a:cubicBezTo>
                      <a:pt x="3682213" y="1346038"/>
                      <a:pt x="3669827" y="1330784"/>
                      <a:pt x="3657049" y="1315659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06" name="Google Shape;2206;g3f3ba1429e3_0_4774"/>
              <p:cNvSpPr/>
              <p:nvPr/>
            </p:nvSpPr>
            <p:spPr>
              <a:xfrm>
                <a:off x="5329188" y="1014865"/>
                <a:ext cx="4147720" cy="3894027"/>
              </a:xfrm>
              <a:custGeom>
                <a:rect b="b" l="l" r="r" t="t"/>
                <a:pathLst>
                  <a:path extrusionOk="0" h="3894027" w="4147720">
                    <a:moveTo>
                      <a:pt x="3657049" y="1315659"/>
                    </a:moveTo>
                    <a:cubicBezTo>
                      <a:pt x="3546876" y="1183842"/>
                      <a:pt x="3430966" y="1054894"/>
                      <a:pt x="3325356" y="919165"/>
                    </a:cubicBezTo>
                    <a:cubicBezTo>
                      <a:pt x="3016087" y="520976"/>
                      <a:pt x="2609293" y="137520"/>
                      <a:pt x="2095585" y="30345"/>
                    </a:cubicBezTo>
                    <a:cubicBezTo>
                      <a:pt x="1575488" y="-78133"/>
                      <a:pt x="956430" y="106358"/>
                      <a:pt x="642598" y="549660"/>
                    </a:cubicBezTo>
                    <a:cubicBezTo>
                      <a:pt x="433986" y="844195"/>
                      <a:pt x="352497" y="1210179"/>
                      <a:pt x="345195" y="1566646"/>
                    </a:cubicBezTo>
                    <a:cubicBezTo>
                      <a:pt x="341936" y="1729364"/>
                      <a:pt x="369838" y="1893777"/>
                      <a:pt x="343631" y="2055582"/>
                    </a:cubicBezTo>
                    <a:cubicBezTo>
                      <a:pt x="314686" y="2233554"/>
                      <a:pt x="214812" y="2389622"/>
                      <a:pt x="127456" y="2543866"/>
                    </a:cubicBezTo>
                    <a:cubicBezTo>
                      <a:pt x="11937" y="2747915"/>
                      <a:pt x="-37869" y="2972564"/>
                      <a:pt x="32276" y="3202559"/>
                    </a:cubicBezTo>
                    <a:cubicBezTo>
                      <a:pt x="190952" y="3722135"/>
                      <a:pt x="907406" y="3963604"/>
                      <a:pt x="1399601" y="3876639"/>
                    </a:cubicBezTo>
                    <a:cubicBezTo>
                      <a:pt x="1667929" y="3829179"/>
                      <a:pt x="1913831" y="3699188"/>
                      <a:pt x="2173814" y="3617177"/>
                    </a:cubicBezTo>
                    <a:cubicBezTo>
                      <a:pt x="2388164" y="3549508"/>
                      <a:pt x="2608771" y="3529820"/>
                      <a:pt x="2826641" y="3594490"/>
                    </a:cubicBezTo>
                    <a:cubicBezTo>
                      <a:pt x="3323139" y="3741823"/>
                      <a:pt x="3831632" y="3487837"/>
                      <a:pt x="4041939" y="3020806"/>
                    </a:cubicBezTo>
                    <a:cubicBezTo>
                      <a:pt x="4295795" y="2457030"/>
                      <a:pt x="4058237" y="1816851"/>
                      <a:pt x="3694600" y="1361945"/>
                    </a:cubicBezTo>
                    <a:cubicBezTo>
                      <a:pt x="3682213" y="1346038"/>
                      <a:pt x="3669827" y="1330784"/>
                      <a:pt x="3657049" y="1315659"/>
                    </a:cubicBezTo>
                    <a:close/>
                  </a:path>
                </a:pathLst>
              </a:custGeom>
              <a:solidFill>
                <a:srgbClr val="FFFFFF">
                  <a:alpha val="6862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2207" name="Google Shape;2207;g3f3ba1429e3_0_4774"/>
            <p:cNvGrpSpPr/>
            <p:nvPr/>
          </p:nvGrpSpPr>
          <p:grpSpPr>
            <a:xfrm>
              <a:off x="5474376" y="5044181"/>
              <a:ext cx="3724515" cy="719713"/>
              <a:chOff x="5474376" y="5044181"/>
              <a:chExt cx="3724515" cy="719713"/>
            </a:xfrm>
          </p:grpSpPr>
          <p:sp>
            <p:nvSpPr>
              <p:cNvPr id="2208" name="Google Shape;2208;g3f3ba1429e3_0_4774"/>
              <p:cNvSpPr/>
              <p:nvPr/>
            </p:nvSpPr>
            <p:spPr>
              <a:xfrm>
                <a:off x="5474376" y="5044181"/>
                <a:ext cx="3724515" cy="719713"/>
              </a:xfrm>
              <a:custGeom>
                <a:rect b="b" l="l" r="r" t="t"/>
                <a:pathLst>
                  <a:path extrusionOk="0" h="719713" w="3724515">
                    <a:moveTo>
                      <a:pt x="3724516" y="359857"/>
                    </a:moveTo>
                    <a:cubicBezTo>
                      <a:pt x="3724516" y="558600"/>
                      <a:pt x="2890755" y="719713"/>
                      <a:pt x="1862258" y="719713"/>
                    </a:cubicBezTo>
                    <a:cubicBezTo>
                      <a:pt x="833761" y="719713"/>
                      <a:pt x="0" y="558600"/>
                      <a:pt x="0" y="359857"/>
                    </a:cubicBezTo>
                    <a:cubicBezTo>
                      <a:pt x="0" y="161113"/>
                      <a:pt x="833761" y="0"/>
                      <a:pt x="1862258" y="0"/>
                    </a:cubicBezTo>
                    <a:cubicBezTo>
                      <a:pt x="2890755" y="0"/>
                      <a:pt x="3724516" y="161113"/>
                      <a:pt x="3724516" y="35985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09" name="Google Shape;2209;g3f3ba1429e3_0_4774"/>
              <p:cNvSpPr/>
              <p:nvPr/>
            </p:nvSpPr>
            <p:spPr>
              <a:xfrm>
                <a:off x="5474376" y="5044181"/>
                <a:ext cx="3724515" cy="719713"/>
              </a:xfrm>
              <a:custGeom>
                <a:rect b="b" l="l" r="r" t="t"/>
                <a:pathLst>
                  <a:path extrusionOk="0" h="719713" w="3724515">
                    <a:moveTo>
                      <a:pt x="3724516" y="359857"/>
                    </a:moveTo>
                    <a:cubicBezTo>
                      <a:pt x="3724516" y="558600"/>
                      <a:pt x="2890755" y="719713"/>
                      <a:pt x="1862258" y="719713"/>
                    </a:cubicBezTo>
                    <a:cubicBezTo>
                      <a:pt x="833761" y="719713"/>
                      <a:pt x="0" y="558600"/>
                      <a:pt x="0" y="359857"/>
                    </a:cubicBezTo>
                    <a:cubicBezTo>
                      <a:pt x="0" y="161113"/>
                      <a:pt x="833761" y="0"/>
                      <a:pt x="1862258" y="0"/>
                    </a:cubicBezTo>
                    <a:cubicBezTo>
                      <a:pt x="2890755" y="0"/>
                      <a:pt x="3724516" y="161113"/>
                      <a:pt x="3724516" y="359857"/>
                    </a:cubicBezTo>
                    <a:close/>
                  </a:path>
                </a:pathLst>
              </a:custGeom>
              <a:solidFill>
                <a:srgbClr val="FFFFFF">
                  <a:alpha val="48627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2210" name="Google Shape;2210;g3f3ba1429e3_0_4774"/>
            <p:cNvGrpSpPr/>
            <p:nvPr/>
          </p:nvGrpSpPr>
          <p:grpSpPr>
            <a:xfrm>
              <a:off x="6679374" y="3857046"/>
              <a:ext cx="1534214" cy="247727"/>
              <a:chOff x="6679374" y="3857046"/>
              <a:chExt cx="1534214" cy="247727"/>
            </a:xfrm>
          </p:grpSpPr>
          <p:sp>
            <p:nvSpPr>
              <p:cNvPr id="2211" name="Google Shape;2211;g3f3ba1429e3_0_4774"/>
              <p:cNvSpPr/>
              <p:nvPr/>
            </p:nvSpPr>
            <p:spPr>
              <a:xfrm>
                <a:off x="6685893" y="3863565"/>
                <a:ext cx="1521176" cy="234689"/>
              </a:xfrm>
              <a:custGeom>
                <a:rect b="b" l="l" r="r" t="t"/>
                <a:pathLst>
                  <a:path extrusionOk="0" h="234689" w="1521176">
                    <a:moveTo>
                      <a:pt x="1460287" y="0"/>
                    </a:moveTo>
                    <a:cubicBezTo>
                      <a:pt x="1493915" y="0"/>
                      <a:pt x="1521176" y="0"/>
                      <a:pt x="1521176" y="0"/>
                    </a:cubicBezTo>
                    <a:lnTo>
                      <a:pt x="1521176" y="234689"/>
                    </a:lnTo>
                    <a:cubicBezTo>
                      <a:pt x="1521176" y="234689"/>
                      <a:pt x="1493916" y="234689"/>
                      <a:pt x="1460287" y="234689"/>
                    </a:cubicBezTo>
                    <a:lnTo>
                      <a:pt x="60889" y="234689"/>
                    </a:lnTo>
                    <a:cubicBezTo>
                      <a:pt x="27261" y="234689"/>
                      <a:pt x="0" y="234689"/>
                      <a:pt x="0" y="234689"/>
                    </a:cubicBezTo>
                    <a:lnTo>
                      <a:pt x="0" y="0"/>
                    </a:lnTo>
                    <a:cubicBezTo>
                      <a:pt x="0" y="0"/>
                      <a:pt x="27261" y="0"/>
                      <a:pt x="6088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12" name="Google Shape;2212;g3f3ba1429e3_0_4774"/>
              <p:cNvSpPr/>
              <p:nvPr/>
            </p:nvSpPr>
            <p:spPr>
              <a:xfrm>
                <a:off x="6679374" y="3857046"/>
                <a:ext cx="1534214" cy="247727"/>
              </a:xfrm>
              <a:custGeom>
                <a:rect b="b" l="l" r="r" t="t"/>
                <a:pathLst>
                  <a:path extrusionOk="0" h="247727" w="1534214">
                    <a:moveTo>
                      <a:pt x="1466807" y="247727"/>
                    </a:moveTo>
                    <a:lnTo>
                      <a:pt x="67408" y="247727"/>
                    </a:lnTo>
                    <a:cubicBezTo>
                      <a:pt x="30236" y="247727"/>
                      <a:pt x="78" y="217622"/>
                      <a:pt x="0" y="180450"/>
                    </a:cubicBezTo>
                    <a:lnTo>
                      <a:pt x="0" y="67408"/>
                    </a:lnTo>
                    <a:cubicBezTo>
                      <a:pt x="78" y="30210"/>
                      <a:pt x="30210" y="78"/>
                      <a:pt x="67408" y="0"/>
                    </a:cubicBezTo>
                    <a:lnTo>
                      <a:pt x="1466807" y="0"/>
                    </a:lnTo>
                    <a:cubicBezTo>
                      <a:pt x="1504005" y="65"/>
                      <a:pt x="1534136" y="30210"/>
                      <a:pt x="1534215" y="67408"/>
                    </a:cubicBezTo>
                    <a:lnTo>
                      <a:pt x="1534215" y="180450"/>
                    </a:lnTo>
                    <a:cubicBezTo>
                      <a:pt x="1534136" y="217622"/>
                      <a:pt x="1503979" y="247727"/>
                      <a:pt x="1466807" y="247727"/>
                    </a:cubicBezTo>
                    <a:close/>
                    <a:moveTo>
                      <a:pt x="67408" y="13038"/>
                    </a:moveTo>
                    <a:cubicBezTo>
                      <a:pt x="37381" y="13038"/>
                      <a:pt x="13038" y="37381"/>
                      <a:pt x="13038" y="67408"/>
                    </a:cubicBezTo>
                    <a:lnTo>
                      <a:pt x="13038" y="180450"/>
                    </a:lnTo>
                    <a:cubicBezTo>
                      <a:pt x="13116" y="210425"/>
                      <a:pt x="37433" y="234689"/>
                      <a:pt x="67408" y="234689"/>
                    </a:cubicBezTo>
                    <a:lnTo>
                      <a:pt x="1466807" y="234689"/>
                    </a:lnTo>
                    <a:cubicBezTo>
                      <a:pt x="1496782" y="234689"/>
                      <a:pt x="1521098" y="210425"/>
                      <a:pt x="1521176" y="180450"/>
                    </a:cubicBezTo>
                    <a:lnTo>
                      <a:pt x="1521176" y="67408"/>
                    </a:lnTo>
                    <a:cubicBezTo>
                      <a:pt x="1521176" y="37381"/>
                      <a:pt x="1496834" y="13038"/>
                      <a:pt x="1466807" y="1303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13" name="Google Shape;2213;g3f3ba1429e3_0_4774"/>
              <p:cNvSpPr/>
              <p:nvPr/>
            </p:nvSpPr>
            <p:spPr>
              <a:xfrm>
                <a:off x="674678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14" name="Google Shape;2214;g3f3ba1429e3_0_4774"/>
              <p:cNvSpPr/>
              <p:nvPr/>
            </p:nvSpPr>
            <p:spPr>
              <a:xfrm>
                <a:off x="686595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15" name="Google Shape;2215;g3f3ba1429e3_0_4774"/>
              <p:cNvSpPr/>
              <p:nvPr/>
            </p:nvSpPr>
            <p:spPr>
              <a:xfrm>
                <a:off x="6985122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16" name="Google Shape;2216;g3f3ba1429e3_0_4774"/>
              <p:cNvSpPr/>
              <p:nvPr/>
            </p:nvSpPr>
            <p:spPr>
              <a:xfrm>
                <a:off x="710429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17" name="Google Shape;2217;g3f3ba1429e3_0_4774"/>
              <p:cNvSpPr/>
              <p:nvPr/>
            </p:nvSpPr>
            <p:spPr>
              <a:xfrm>
                <a:off x="722346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18" name="Google Shape;2218;g3f3ba1429e3_0_4774"/>
              <p:cNvSpPr/>
              <p:nvPr/>
            </p:nvSpPr>
            <p:spPr>
              <a:xfrm>
                <a:off x="734263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19" name="Google Shape;2219;g3f3ba1429e3_0_4774"/>
              <p:cNvSpPr/>
              <p:nvPr/>
            </p:nvSpPr>
            <p:spPr>
              <a:xfrm>
                <a:off x="746180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0" y="0"/>
                    </a:lnTo>
                    <a:lnTo>
                      <a:pt x="95570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20" name="Google Shape;2220;g3f3ba1429e3_0_4774"/>
              <p:cNvSpPr/>
              <p:nvPr/>
            </p:nvSpPr>
            <p:spPr>
              <a:xfrm>
                <a:off x="7580971" y="3888077"/>
                <a:ext cx="95570" cy="192836"/>
              </a:xfrm>
              <a:custGeom>
                <a:rect b="b" l="l" r="r" t="t"/>
                <a:pathLst>
                  <a:path extrusionOk="0" h="192836" w="95570">
                    <a:moveTo>
                      <a:pt x="0" y="0"/>
                    </a:moveTo>
                    <a:lnTo>
                      <a:pt x="95571" y="0"/>
                    </a:lnTo>
                    <a:lnTo>
                      <a:pt x="95571" y="192836"/>
                    </a:lnTo>
                    <a:lnTo>
                      <a:pt x="0" y="192836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2221" name="Google Shape;2221;g3f3ba1429e3_0_4774"/>
            <p:cNvGrpSpPr/>
            <p:nvPr/>
          </p:nvGrpSpPr>
          <p:grpSpPr>
            <a:xfrm>
              <a:off x="6150150" y="1372824"/>
              <a:ext cx="1654036" cy="1634647"/>
              <a:chOff x="6150150" y="1372824"/>
              <a:chExt cx="1654036" cy="1634647"/>
            </a:xfrm>
          </p:grpSpPr>
          <p:sp>
            <p:nvSpPr>
              <p:cNvPr id="2222" name="Google Shape;2222;g3f3ba1429e3_0_4774"/>
              <p:cNvSpPr/>
              <p:nvPr/>
            </p:nvSpPr>
            <p:spPr>
              <a:xfrm>
                <a:off x="6318474" y="1530234"/>
                <a:ext cx="1462504" cy="1469935"/>
              </a:xfrm>
              <a:custGeom>
                <a:rect b="b" l="l" r="r" t="t"/>
                <a:pathLst>
                  <a:path extrusionOk="0" h="1469935" w="1462504">
                    <a:moveTo>
                      <a:pt x="1337206" y="738358"/>
                    </a:moveTo>
                    <a:lnTo>
                      <a:pt x="1462504" y="681250"/>
                    </a:lnTo>
                    <a:lnTo>
                      <a:pt x="1436428" y="530788"/>
                    </a:lnTo>
                    <a:lnTo>
                      <a:pt x="1298222" y="520097"/>
                    </a:lnTo>
                    <a:cubicBezTo>
                      <a:pt x="1280594" y="473954"/>
                      <a:pt x="1257334" y="430159"/>
                      <a:pt x="1228989" y="389714"/>
                    </a:cubicBezTo>
                    <a:lnTo>
                      <a:pt x="1300308" y="269371"/>
                    </a:lnTo>
                    <a:lnTo>
                      <a:pt x="1192221" y="161283"/>
                    </a:lnTo>
                    <a:lnTo>
                      <a:pt x="1070965" y="233385"/>
                    </a:lnTo>
                    <a:cubicBezTo>
                      <a:pt x="1001119" y="185835"/>
                      <a:pt x="922041" y="153539"/>
                      <a:pt x="838883" y="138597"/>
                    </a:cubicBezTo>
                    <a:lnTo>
                      <a:pt x="803941" y="0"/>
                    </a:lnTo>
                    <a:lnTo>
                      <a:pt x="651132" y="0"/>
                    </a:lnTo>
                    <a:lnTo>
                      <a:pt x="615929" y="139379"/>
                    </a:lnTo>
                    <a:cubicBezTo>
                      <a:pt x="568587" y="148415"/>
                      <a:pt x="522496" y="163083"/>
                      <a:pt x="478635" y="183057"/>
                    </a:cubicBezTo>
                    <a:lnTo>
                      <a:pt x="369375" y="88530"/>
                    </a:lnTo>
                    <a:lnTo>
                      <a:pt x="244337" y="176147"/>
                    </a:lnTo>
                    <a:lnTo>
                      <a:pt x="296491" y="311354"/>
                    </a:lnTo>
                    <a:cubicBezTo>
                      <a:pt x="262839" y="345684"/>
                      <a:pt x="233385" y="383899"/>
                      <a:pt x="208743" y="425178"/>
                    </a:cubicBezTo>
                    <a:lnTo>
                      <a:pt x="65322" y="410315"/>
                    </a:lnTo>
                    <a:lnTo>
                      <a:pt x="13169" y="553736"/>
                    </a:lnTo>
                    <a:lnTo>
                      <a:pt x="132208" y="634443"/>
                    </a:lnTo>
                    <a:cubicBezTo>
                      <a:pt x="126498" y="667951"/>
                      <a:pt x="123616" y="701890"/>
                      <a:pt x="123603" y="735881"/>
                    </a:cubicBezTo>
                    <a:cubicBezTo>
                      <a:pt x="123603" y="750353"/>
                      <a:pt x="123603" y="764565"/>
                      <a:pt x="125298" y="778777"/>
                    </a:cubicBezTo>
                    <a:lnTo>
                      <a:pt x="0" y="848662"/>
                    </a:lnTo>
                    <a:lnTo>
                      <a:pt x="39115" y="996255"/>
                    </a:lnTo>
                    <a:lnTo>
                      <a:pt x="180971" y="994430"/>
                    </a:lnTo>
                    <a:cubicBezTo>
                      <a:pt x="201989" y="1038708"/>
                      <a:pt x="228261" y="1080287"/>
                      <a:pt x="259201" y="1118293"/>
                    </a:cubicBezTo>
                    <a:lnTo>
                      <a:pt x="197921" y="1245417"/>
                    </a:lnTo>
                    <a:lnTo>
                      <a:pt x="315266" y="1343595"/>
                    </a:lnTo>
                    <a:lnTo>
                      <a:pt x="428699" y="1262367"/>
                    </a:lnTo>
                    <a:cubicBezTo>
                      <a:pt x="471647" y="1287165"/>
                      <a:pt x="517503" y="1306566"/>
                      <a:pt x="565210" y="1320126"/>
                    </a:cubicBezTo>
                    <a:lnTo>
                      <a:pt x="588027" y="1456898"/>
                    </a:lnTo>
                    <a:lnTo>
                      <a:pt x="740183" y="1469936"/>
                    </a:lnTo>
                    <a:lnTo>
                      <a:pt x="786078" y="1340466"/>
                    </a:lnTo>
                    <a:cubicBezTo>
                      <a:pt x="836028" y="1336020"/>
                      <a:pt x="885208" y="1325328"/>
                      <a:pt x="932498" y="1308652"/>
                    </a:cubicBezTo>
                    <a:lnTo>
                      <a:pt x="1028460" y="1406309"/>
                    </a:lnTo>
                    <a:lnTo>
                      <a:pt x="1160798" y="1329905"/>
                    </a:lnTo>
                    <a:lnTo>
                      <a:pt x="1124422" y="1198349"/>
                    </a:lnTo>
                    <a:cubicBezTo>
                      <a:pt x="1162780" y="1165766"/>
                      <a:pt x="1196940" y="1128529"/>
                      <a:pt x="1226120" y="1087523"/>
                    </a:cubicBezTo>
                    <a:lnTo>
                      <a:pt x="1360545" y="1112296"/>
                    </a:lnTo>
                    <a:lnTo>
                      <a:pt x="1425736" y="973960"/>
                    </a:lnTo>
                    <a:lnTo>
                      <a:pt x="1320257" y="886864"/>
                    </a:lnTo>
                    <a:cubicBezTo>
                      <a:pt x="1332056" y="838257"/>
                      <a:pt x="1337754" y="788373"/>
                      <a:pt x="1337206" y="738358"/>
                    </a:cubicBezTo>
                    <a:close/>
                    <a:moveTo>
                      <a:pt x="1111253" y="735750"/>
                    </a:moveTo>
                    <a:cubicBezTo>
                      <a:pt x="1111253" y="946371"/>
                      <a:pt x="940504" y="1117120"/>
                      <a:pt x="729883" y="1117120"/>
                    </a:cubicBezTo>
                    <a:cubicBezTo>
                      <a:pt x="519263" y="1117120"/>
                      <a:pt x="348513" y="946371"/>
                      <a:pt x="348513" y="735750"/>
                    </a:cubicBezTo>
                    <a:cubicBezTo>
                      <a:pt x="348513" y="525130"/>
                      <a:pt x="519263" y="354381"/>
                      <a:pt x="729883" y="354381"/>
                    </a:cubicBezTo>
                    <a:cubicBezTo>
                      <a:pt x="940504" y="354381"/>
                      <a:pt x="1111253" y="525130"/>
                      <a:pt x="1111253" y="735750"/>
                    </a:cubicBezTo>
                    <a:cubicBezTo>
                      <a:pt x="1111253" y="735789"/>
                      <a:pt x="1111253" y="735842"/>
                      <a:pt x="1111253" y="735881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23" name="Google Shape;2223;g3f3ba1429e3_0_4774"/>
              <p:cNvSpPr/>
              <p:nvPr/>
            </p:nvSpPr>
            <p:spPr>
              <a:xfrm>
                <a:off x="6309854" y="1521890"/>
                <a:ext cx="1477470" cy="1485581"/>
              </a:xfrm>
              <a:custGeom>
                <a:rect b="b" l="l" r="r" t="t"/>
                <a:pathLst>
                  <a:path extrusionOk="0" h="1485581" w="1477470">
                    <a:moveTo>
                      <a:pt x="747500" y="1485582"/>
                    </a:moveTo>
                    <a:lnTo>
                      <a:pt x="747500" y="1485582"/>
                    </a:lnTo>
                    <a:lnTo>
                      <a:pt x="595343" y="1472544"/>
                    </a:lnTo>
                    <a:cubicBezTo>
                      <a:pt x="592123" y="1472283"/>
                      <a:pt x="589489" y="1469871"/>
                      <a:pt x="588954" y="1466676"/>
                    </a:cubicBezTo>
                    <a:lnTo>
                      <a:pt x="566268" y="1333425"/>
                    </a:lnTo>
                    <a:cubicBezTo>
                      <a:pt x="520842" y="1320257"/>
                      <a:pt x="477086" y="1301885"/>
                      <a:pt x="435885" y="1278664"/>
                    </a:cubicBezTo>
                    <a:lnTo>
                      <a:pt x="326103" y="1356894"/>
                    </a:lnTo>
                    <a:cubicBezTo>
                      <a:pt x="323586" y="1358902"/>
                      <a:pt x="320014" y="1358902"/>
                      <a:pt x="317497" y="1356894"/>
                    </a:cubicBezTo>
                    <a:lnTo>
                      <a:pt x="200153" y="1258716"/>
                    </a:lnTo>
                    <a:cubicBezTo>
                      <a:pt x="197675" y="1256643"/>
                      <a:pt x="196919" y="1253148"/>
                      <a:pt x="198327" y="1250241"/>
                    </a:cubicBezTo>
                    <a:lnTo>
                      <a:pt x="257521" y="1127029"/>
                    </a:lnTo>
                    <a:cubicBezTo>
                      <a:pt x="228563" y="1090809"/>
                      <a:pt x="203764" y="1051446"/>
                      <a:pt x="183594" y="1009685"/>
                    </a:cubicBezTo>
                    <a:lnTo>
                      <a:pt x="46301" y="1011380"/>
                    </a:lnTo>
                    <a:cubicBezTo>
                      <a:pt x="43041" y="1011536"/>
                      <a:pt x="40134" y="1009333"/>
                      <a:pt x="39391" y="1006164"/>
                    </a:cubicBezTo>
                    <a:lnTo>
                      <a:pt x="276" y="858571"/>
                    </a:lnTo>
                    <a:cubicBezTo>
                      <a:pt x="-624" y="855481"/>
                      <a:pt x="732" y="852182"/>
                      <a:pt x="3535" y="850618"/>
                    </a:cubicBezTo>
                    <a:lnTo>
                      <a:pt x="124922" y="782818"/>
                    </a:lnTo>
                    <a:cubicBezTo>
                      <a:pt x="124009" y="768215"/>
                      <a:pt x="123618" y="755829"/>
                      <a:pt x="123618" y="743704"/>
                    </a:cubicBezTo>
                    <a:cubicBezTo>
                      <a:pt x="123631" y="710821"/>
                      <a:pt x="126291" y="677991"/>
                      <a:pt x="131571" y="645525"/>
                    </a:cubicBezTo>
                    <a:lnTo>
                      <a:pt x="16183" y="567296"/>
                    </a:lnTo>
                    <a:cubicBezTo>
                      <a:pt x="13523" y="565431"/>
                      <a:pt x="12454" y="562002"/>
                      <a:pt x="13575" y="558951"/>
                    </a:cubicBezTo>
                    <a:lnTo>
                      <a:pt x="65728" y="415530"/>
                    </a:lnTo>
                    <a:cubicBezTo>
                      <a:pt x="66928" y="412531"/>
                      <a:pt x="69953" y="410680"/>
                      <a:pt x="73160" y="410967"/>
                    </a:cubicBezTo>
                    <a:lnTo>
                      <a:pt x="212539" y="425309"/>
                    </a:lnTo>
                    <a:cubicBezTo>
                      <a:pt x="236152" y="386337"/>
                      <a:pt x="264053" y="350117"/>
                      <a:pt x="295723" y="317352"/>
                    </a:cubicBezTo>
                    <a:lnTo>
                      <a:pt x="245787" y="186317"/>
                    </a:lnTo>
                    <a:cubicBezTo>
                      <a:pt x="244574" y="183305"/>
                      <a:pt x="245669" y="179863"/>
                      <a:pt x="248394" y="178103"/>
                    </a:cubicBezTo>
                    <a:lnTo>
                      <a:pt x="373432" y="90486"/>
                    </a:lnTo>
                    <a:cubicBezTo>
                      <a:pt x="375987" y="88465"/>
                      <a:pt x="379612" y="88465"/>
                      <a:pt x="382167" y="90486"/>
                    </a:cubicBezTo>
                    <a:lnTo>
                      <a:pt x="487908" y="181754"/>
                    </a:lnTo>
                    <a:cubicBezTo>
                      <a:pt x="529696" y="163161"/>
                      <a:pt x="573426" y="149301"/>
                      <a:pt x="618291" y="140422"/>
                    </a:cubicBezTo>
                    <a:lnTo>
                      <a:pt x="652321" y="5346"/>
                    </a:lnTo>
                    <a:cubicBezTo>
                      <a:pt x="653181" y="2230"/>
                      <a:pt x="655997" y="52"/>
                      <a:pt x="659231" y="0"/>
                    </a:cubicBezTo>
                    <a:lnTo>
                      <a:pt x="812039" y="0"/>
                    </a:lnTo>
                    <a:cubicBezTo>
                      <a:pt x="815260" y="26"/>
                      <a:pt x="818050" y="2230"/>
                      <a:pt x="818819" y="5346"/>
                    </a:cubicBezTo>
                    <a:lnTo>
                      <a:pt x="852719" y="139510"/>
                    </a:lnTo>
                    <a:cubicBezTo>
                      <a:pt x="933595" y="154647"/>
                      <a:pt x="1010547" y="186056"/>
                      <a:pt x="1078933" y="231821"/>
                    </a:cubicBezTo>
                    <a:lnTo>
                      <a:pt x="1196278" y="162066"/>
                    </a:lnTo>
                    <a:cubicBezTo>
                      <a:pt x="1199029" y="160345"/>
                      <a:pt x="1202614" y="160788"/>
                      <a:pt x="1204883" y="163109"/>
                    </a:cubicBezTo>
                    <a:lnTo>
                      <a:pt x="1312840" y="271066"/>
                    </a:lnTo>
                    <a:cubicBezTo>
                      <a:pt x="1315082" y="273374"/>
                      <a:pt x="1315500" y="276894"/>
                      <a:pt x="1313883" y="279671"/>
                    </a:cubicBezTo>
                    <a:lnTo>
                      <a:pt x="1245302" y="397276"/>
                    </a:lnTo>
                    <a:cubicBezTo>
                      <a:pt x="1271952" y="436170"/>
                      <a:pt x="1294039" y="477997"/>
                      <a:pt x="1311145" y="521922"/>
                    </a:cubicBezTo>
                    <a:lnTo>
                      <a:pt x="1444918" y="532223"/>
                    </a:lnTo>
                    <a:cubicBezTo>
                      <a:pt x="1448138" y="532484"/>
                      <a:pt x="1450772" y="534896"/>
                      <a:pt x="1451306" y="538090"/>
                    </a:cubicBezTo>
                    <a:lnTo>
                      <a:pt x="1477383" y="688552"/>
                    </a:lnTo>
                    <a:cubicBezTo>
                      <a:pt x="1477879" y="691720"/>
                      <a:pt x="1476236" y="694849"/>
                      <a:pt x="1473341" y="696244"/>
                    </a:cubicBezTo>
                    <a:lnTo>
                      <a:pt x="1352085" y="751396"/>
                    </a:lnTo>
                    <a:cubicBezTo>
                      <a:pt x="1351616" y="799090"/>
                      <a:pt x="1345579" y="846563"/>
                      <a:pt x="1334092" y="892862"/>
                    </a:cubicBezTo>
                    <a:lnTo>
                      <a:pt x="1436052" y="977089"/>
                    </a:lnTo>
                    <a:cubicBezTo>
                      <a:pt x="1438516" y="979110"/>
                      <a:pt x="1439324" y="982526"/>
                      <a:pt x="1438007" y="985433"/>
                    </a:cubicBezTo>
                    <a:lnTo>
                      <a:pt x="1373468" y="1123900"/>
                    </a:lnTo>
                    <a:cubicBezTo>
                      <a:pt x="1372099" y="1126821"/>
                      <a:pt x="1368957" y="1128476"/>
                      <a:pt x="1365775" y="1127942"/>
                    </a:cubicBezTo>
                    <a:lnTo>
                      <a:pt x="1235392" y="1103951"/>
                    </a:lnTo>
                    <a:cubicBezTo>
                      <a:pt x="1207256" y="1142675"/>
                      <a:pt x="1174803" y="1178061"/>
                      <a:pt x="1138649" y="1209431"/>
                    </a:cubicBezTo>
                    <a:lnTo>
                      <a:pt x="1173722" y="1336554"/>
                    </a:lnTo>
                    <a:cubicBezTo>
                      <a:pt x="1174582" y="1339671"/>
                      <a:pt x="1173252" y="1342995"/>
                      <a:pt x="1170462" y="1344638"/>
                    </a:cubicBezTo>
                    <a:lnTo>
                      <a:pt x="1038123" y="1421042"/>
                    </a:lnTo>
                    <a:cubicBezTo>
                      <a:pt x="1035346" y="1422568"/>
                      <a:pt x="1031904" y="1422085"/>
                      <a:pt x="1029648" y="1419869"/>
                    </a:cubicBezTo>
                    <a:lnTo>
                      <a:pt x="936685" y="1325472"/>
                    </a:lnTo>
                    <a:cubicBezTo>
                      <a:pt x="891560" y="1340922"/>
                      <a:pt x="844779" y="1351027"/>
                      <a:pt x="797306" y="1355590"/>
                    </a:cubicBezTo>
                    <a:lnTo>
                      <a:pt x="752976" y="1480888"/>
                    </a:lnTo>
                    <a:cubicBezTo>
                      <a:pt x="752129" y="1483326"/>
                      <a:pt x="750042" y="1485113"/>
                      <a:pt x="747500" y="1485582"/>
                    </a:cubicBezTo>
                    <a:close/>
                    <a:moveTo>
                      <a:pt x="601341" y="1458723"/>
                    </a:moveTo>
                    <a:lnTo>
                      <a:pt x="742676" y="1470979"/>
                    </a:lnTo>
                    <a:lnTo>
                      <a:pt x="786745" y="1346594"/>
                    </a:lnTo>
                    <a:cubicBezTo>
                      <a:pt x="787632" y="1343999"/>
                      <a:pt x="790005" y="1342200"/>
                      <a:pt x="792743" y="1342030"/>
                    </a:cubicBezTo>
                    <a:cubicBezTo>
                      <a:pt x="842106" y="1337624"/>
                      <a:pt x="890725" y="1327062"/>
                      <a:pt x="937468" y="1310608"/>
                    </a:cubicBezTo>
                    <a:cubicBezTo>
                      <a:pt x="940062" y="1309695"/>
                      <a:pt x="942957" y="1310360"/>
                      <a:pt x="944900" y="1312303"/>
                    </a:cubicBezTo>
                    <a:lnTo>
                      <a:pt x="1037080" y="1406048"/>
                    </a:lnTo>
                    <a:lnTo>
                      <a:pt x="1159901" y="1335120"/>
                    </a:lnTo>
                    <a:lnTo>
                      <a:pt x="1124958" y="1208779"/>
                    </a:lnTo>
                    <a:cubicBezTo>
                      <a:pt x="1124189" y="1206158"/>
                      <a:pt x="1125063" y="1203329"/>
                      <a:pt x="1127175" y="1201608"/>
                    </a:cubicBezTo>
                    <a:cubicBezTo>
                      <a:pt x="1165038" y="1169351"/>
                      <a:pt x="1198807" y="1132570"/>
                      <a:pt x="1227700" y="1092087"/>
                    </a:cubicBezTo>
                    <a:cubicBezTo>
                      <a:pt x="1229291" y="1089831"/>
                      <a:pt x="1232029" y="1088723"/>
                      <a:pt x="1234741" y="1089218"/>
                    </a:cubicBezTo>
                    <a:lnTo>
                      <a:pt x="1363689" y="1112948"/>
                    </a:lnTo>
                    <a:lnTo>
                      <a:pt x="1423665" y="984521"/>
                    </a:lnTo>
                    <a:lnTo>
                      <a:pt x="1322488" y="900945"/>
                    </a:lnTo>
                    <a:cubicBezTo>
                      <a:pt x="1320272" y="899224"/>
                      <a:pt x="1319346" y="896330"/>
                      <a:pt x="1320141" y="893644"/>
                    </a:cubicBezTo>
                    <a:cubicBezTo>
                      <a:pt x="1332384" y="845624"/>
                      <a:pt x="1338643" y="796261"/>
                      <a:pt x="1338786" y="746702"/>
                    </a:cubicBezTo>
                    <a:cubicBezTo>
                      <a:pt x="1338799" y="743938"/>
                      <a:pt x="1340429" y="741435"/>
                      <a:pt x="1342958" y="740314"/>
                    </a:cubicBezTo>
                    <a:lnTo>
                      <a:pt x="1463302" y="685423"/>
                    </a:lnTo>
                    <a:lnTo>
                      <a:pt x="1438659" y="545782"/>
                    </a:lnTo>
                    <a:lnTo>
                      <a:pt x="1305799" y="535482"/>
                    </a:lnTo>
                    <a:cubicBezTo>
                      <a:pt x="1303074" y="535287"/>
                      <a:pt x="1300727" y="533487"/>
                      <a:pt x="1299801" y="530919"/>
                    </a:cubicBezTo>
                    <a:cubicBezTo>
                      <a:pt x="1282421" y="485167"/>
                      <a:pt x="1259474" y="441724"/>
                      <a:pt x="1231481" y="401579"/>
                    </a:cubicBezTo>
                    <a:cubicBezTo>
                      <a:pt x="1229994" y="399232"/>
                      <a:pt x="1229994" y="396233"/>
                      <a:pt x="1231481" y="393887"/>
                    </a:cubicBezTo>
                    <a:lnTo>
                      <a:pt x="1299932" y="278237"/>
                    </a:lnTo>
                    <a:lnTo>
                      <a:pt x="1199668" y="177972"/>
                    </a:lnTo>
                    <a:lnTo>
                      <a:pt x="1083105" y="247206"/>
                    </a:lnTo>
                    <a:cubicBezTo>
                      <a:pt x="1080811" y="248705"/>
                      <a:pt x="1077838" y="248705"/>
                      <a:pt x="1075543" y="247206"/>
                    </a:cubicBezTo>
                    <a:cubicBezTo>
                      <a:pt x="1006584" y="200437"/>
                      <a:pt x="928589" y="168624"/>
                      <a:pt x="846591" y="153852"/>
                    </a:cubicBezTo>
                    <a:cubicBezTo>
                      <a:pt x="843853" y="153369"/>
                      <a:pt x="841663" y="151322"/>
                      <a:pt x="840984" y="148636"/>
                    </a:cubicBezTo>
                    <a:lnTo>
                      <a:pt x="807215" y="15385"/>
                    </a:lnTo>
                    <a:lnTo>
                      <a:pt x="665228" y="15385"/>
                    </a:lnTo>
                    <a:lnTo>
                      <a:pt x="631459" y="149549"/>
                    </a:lnTo>
                    <a:cubicBezTo>
                      <a:pt x="630755" y="152222"/>
                      <a:pt x="628565" y="154256"/>
                      <a:pt x="625853" y="154764"/>
                    </a:cubicBezTo>
                    <a:cubicBezTo>
                      <a:pt x="579058" y="163669"/>
                      <a:pt x="533503" y="178116"/>
                      <a:pt x="490124" y="197791"/>
                    </a:cubicBezTo>
                    <a:cubicBezTo>
                      <a:pt x="487621" y="198964"/>
                      <a:pt x="484661" y="198547"/>
                      <a:pt x="482562" y="196748"/>
                    </a:cubicBezTo>
                    <a:lnTo>
                      <a:pt x="377604" y="105480"/>
                    </a:lnTo>
                    <a:lnTo>
                      <a:pt x="261433" y="186708"/>
                    </a:lnTo>
                    <a:lnTo>
                      <a:pt x="311109" y="317091"/>
                    </a:lnTo>
                    <a:cubicBezTo>
                      <a:pt x="312087" y="319659"/>
                      <a:pt x="311474" y="322567"/>
                      <a:pt x="309544" y="324523"/>
                    </a:cubicBezTo>
                    <a:cubicBezTo>
                      <a:pt x="276349" y="358514"/>
                      <a:pt x="247247" y="396272"/>
                      <a:pt x="222839" y="437043"/>
                    </a:cubicBezTo>
                    <a:cubicBezTo>
                      <a:pt x="221405" y="439377"/>
                      <a:pt x="218785" y="440694"/>
                      <a:pt x="216060" y="440433"/>
                    </a:cubicBezTo>
                    <a:lnTo>
                      <a:pt x="77723" y="426221"/>
                    </a:lnTo>
                    <a:lnTo>
                      <a:pt x="29221" y="559473"/>
                    </a:lnTo>
                    <a:lnTo>
                      <a:pt x="143697" y="637702"/>
                    </a:lnTo>
                    <a:cubicBezTo>
                      <a:pt x="146018" y="639228"/>
                      <a:pt x="147204" y="642005"/>
                      <a:pt x="146696" y="644743"/>
                    </a:cubicBezTo>
                    <a:cubicBezTo>
                      <a:pt x="141115" y="677873"/>
                      <a:pt x="138273" y="711408"/>
                      <a:pt x="138221" y="745007"/>
                    </a:cubicBezTo>
                    <a:cubicBezTo>
                      <a:pt x="138221" y="758046"/>
                      <a:pt x="138221" y="771084"/>
                      <a:pt x="139916" y="787382"/>
                    </a:cubicBezTo>
                    <a:cubicBezTo>
                      <a:pt x="140033" y="790107"/>
                      <a:pt x="138625" y="792675"/>
                      <a:pt x="136265" y="794031"/>
                    </a:cubicBezTo>
                    <a:lnTo>
                      <a:pt x="15791" y="861309"/>
                    </a:lnTo>
                    <a:lnTo>
                      <a:pt x="52560" y="998211"/>
                    </a:lnTo>
                    <a:lnTo>
                      <a:pt x="189201" y="995734"/>
                    </a:lnTo>
                    <a:lnTo>
                      <a:pt x="189201" y="995734"/>
                    </a:lnTo>
                    <a:cubicBezTo>
                      <a:pt x="191939" y="995721"/>
                      <a:pt x="194429" y="997298"/>
                      <a:pt x="195590" y="999775"/>
                    </a:cubicBezTo>
                    <a:cubicBezTo>
                      <a:pt x="216203" y="1043532"/>
                      <a:pt x="242032" y="1084642"/>
                      <a:pt x="272515" y="1122205"/>
                    </a:cubicBezTo>
                    <a:cubicBezTo>
                      <a:pt x="274223" y="1124304"/>
                      <a:pt x="274575" y="1127186"/>
                      <a:pt x="273428" y="1129637"/>
                    </a:cubicBezTo>
                    <a:lnTo>
                      <a:pt x="214495" y="1251936"/>
                    </a:lnTo>
                    <a:lnTo>
                      <a:pt x="323104" y="1343204"/>
                    </a:lnTo>
                    <a:lnTo>
                      <a:pt x="432104" y="1264974"/>
                    </a:lnTo>
                    <a:cubicBezTo>
                      <a:pt x="434451" y="1263488"/>
                      <a:pt x="437449" y="1263488"/>
                      <a:pt x="439796" y="1264974"/>
                    </a:cubicBezTo>
                    <a:cubicBezTo>
                      <a:pt x="482288" y="1289382"/>
                      <a:pt x="527609" y="1308522"/>
                      <a:pt x="574743" y="1321951"/>
                    </a:cubicBezTo>
                    <a:cubicBezTo>
                      <a:pt x="577389" y="1322669"/>
                      <a:pt x="579371" y="1324859"/>
                      <a:pt x="579828" y="1327558"/>
                    </a:cubicBezTo>
                    <a:close/>
                    <a:moveTo>
                      <a:pt x="738504" y="1132766"/>
                    </a:moveTo>
                    <a:cubicBezTo>
                      <a:pt x="523985" y="1132688"/>
                      <a:pt x="350145" y="958744"/>
                      <a:pt x="350224" y="744225"/>
                    </a:cubicBezTo>
                    <a:cubicBezTo>
                      <a:pt x="350302" y="529706"/>
                      <a:pt x="524245" y="355867"/>
                      <a:pt x="738764" y="355945"/>
                    </a:cubicBezTo>
                    <a:cubicBezTo>
                      <a:pt x="953231" y="356023"/>
                      <a:pt x="1127044" y="529889"/>
                      <a:pt x="1127044" y="744356"/>
                    </a:cubicBezTo>
                    <a:cubicBezTo>
                      <a:pt x="1126679" y="958744"/>
                      <a:pt x="952892" y="1132414"/>
                      <a:pt x="738504" y="1132636"/>
                    </a:cubicBezTo>
                    <a:close/>
                    <a:moveTo>
                      <a:pt x="738504" y="370026"/>
                    </a:moveTo>
                    <a:cubicBezTo>
                      <a:pt x="531769" y="370026"/>
                      <a:pt x="364174" y="537621"/>
                      <a:pt x="364174" y="744356"/>
                    </a:cubicBezTo>
                    <a:cubicBezTo>
                      <a:pt x="364174" y="951090"/>
                      <a:pt x="531769" y="1118685"/>
                      <a:pt x="738504" y="1118685"/>
                    </a:cubicBezTo>
                    <a:cubicBezTo>
                      <a:pt x="945238" y="1118685"/>
                      <a:pt x="1112833" y="951090"/>
                      <a:pt x="1112833" y="744356"/>
                    </a:cubicBezTo>
                    <a:cubicBezTo>
                      <a:pt x="1112689" y="537660"/>
                      <a:pt x="945199" y="370118"/>
                      <a:pt x="738504" y="36989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24" name="Google Shape;2224;g3f3ba1429e3_0_4774"/>
              <p:cNvSpPr/>
              <p:nvPr/>
            </p:nvSpPr>
            <p:spPr>
              <a:xfrm>
                <a:off x="6160586" y="2392657"/>
                <a:ext cx="73464" cy="173729"/>
              </a:xfrm>
              <a:custGeom>
                <a:rect b="b" l="l" r="r" t="t"/>
                <a:pathLst>
                  <a:path extrusionOk="0" h="173729" w="73464">
                    <a:moveTo>
                      <a:pt x="52408" y="173729"/>
                    </a:moveTo>
                    <a:cubicBezTo>
                      <a:pt x="43229" y="173703"/>
                      <a:pt x="35106" y="167745"/>
                      <a:pt x="32329" y="158996"/>
                    </a:cubicBezTo>
                    <a:cubicBezTo>
                      <a:pt x="18196" y="115031"/>
                      <a:pt x="7465" y="70049"/>
                      <a:pt x="255" y="24441"/>
                    </a:cubicBezTo>
                    <a:cubicBezTo>
                      <a:pt x="-1544" y="12889"/>
                      <a:pt x="6370" y="2054"/>
                      <a:pt x="17922" y="255"/>
                    </a:cubicBezTo>
                    <a:cubicBezTo>
                      <a:pt x="29474" y="-1544"/>
                      <a:pt x="40309" y="6370"/>
                      <a:pt x="42108" y="17922"/>
                    </a:cubicBezTo>
                    <a:cubicBezTo>
                      <a:pt x="49005" y="61352"/>
                      <a:pt x="59201" y="104209"/>
                      <a:pt x="72618" y="146088"/>
                    </a:cubicBezTo>
                    <a:cubicBezTo>
                      <a:pt x="75799" y="157040"/>
                      <a:pt x="69749" y="168553"/>
                      <a:pt x="58927" y="172165"/>
                    </a:cubicBezTo>
                    <a:cubicBezTo>
                      <a:pt x="56867" y="173064"/>
                      <a:pt x="54651" y="173599"/>
                      <a:pt x="52408" y="173729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25" name="Google Shape;2225;g3f3ba1429e3_0_4774"/>
              <p:cNvSpPr/>
              <p:nvPr/>
            </p:nvSpPr>
            <p:spPr>
              <a:xfrm>
                <a:off x="6150150" y="1372824"/>
                <a:ext cx="1592671" cy="947920"/>
              </a:xfrm>
              <a:custGeom>
                <a:rect b="b" l="l" r="r" t="t"/>
                <a:pathLst>
                  <a:path extrusionOk="0" h="947920" w="1592671">
                    <a:moveTo>
                      <a:pt x="21252" y="947921"/>
                    </a:moveTo>
                    <a:cubicBezTo>
                      <a:pt x="9766" y="947921"/>
                      <a:pt x="352" y="938807"/>
                      <a:pt x="0" y="927321"/>
                    </a:cubicBezTo>
                    <a:cubicBezTo>
                      <a:pt x="0" y="919106"/>
                      <a:pt x="0" y="910892"/>
                      <a:pt x="0" y="902678"/>
                    </a:cubicBezTo>
                    <a:cubicBezTo>
                      <a:pt x="117" y="404016"/>
                      <a:pt x="404461" y="-123"/>
                      <a:pt x="903123" y="0"/>
                    </a:cubicBezTo>
                    <a:cubicBezTo>
                      <a:pt x="1166144" y="65"/>
                      <a:pt x="1416062" y="114814"/>
                      <a:pt x="1587541" y="314261"/>
                    </a:cubicBezTo>
                    <a:cubicBezTo>
                      <a:pt x="1595168" y="323114"/>
                      <a:pt x="1594178" y="336491"/>
                      <a:pt x="1585325" y="344118"/>
                    </a:cubicBezTo>
                    <a:cubicBezTo>
                      <a:pt x="1576472" y="351746"/>
                      <a:pt x="1563094" y="350755"/>
                      <a:pt x="1555467" y="341902"/>
                    </a:cubicBezTo>
                    <a:cubicBezTo>
                      <a:pt x="1245834" y="-18645"/>
                      <a:pt x="702542" y="-59916"/>
                      <a:pt x="341994" y="249721"/>
                    </a:cubicBezTo>
                    <a:cubicBezTo>
                      <a:pt x="151635" y="413195"/>
                      <a:pt x="42114" y="651626"/>
                      <a:pt x="42114" y="902548"/>
                    </a:cubicBezTo>
                    <a:cubicBezTo>
                      <a:pt x="42114" y="910371"/>
                      <a:pt x="42114" y="918194"/>
                      <a:pt x="42114" y="926017"/>
                    </a:cubicBezTo>
                    <a:cubicBezTo>
                      <a:pt x="42479" y="937673"/>
                      <a:pt x="33326" y="947426"/>
                      <a:pt x="21657" y="947791"/>
                    </a:cubicBezTo>
                    <a:cubicBezTo>
                      <a:pt x="21617" y="947791"/>
                      <a:pt x="21565" y="947791"/>
                      <a:pt x="21513" y="94779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26" name="Google Shape;2226;g3f3ba1429e3_0_4774"/>
              <p:cNvSpPr/>
              <p:nvPr/>
            </p:nvSpPr>
            <p:spPr>
              <a:xfrm>
                <a:off x="7625432" y="1620850"/>
                <a:ext cx="178754" cy="192966"/>
              </a:xfrm>
              <a:custGeom>
                <a:rect b="b" l="l" r="r" t="t"/>
                <a:pathLst>
                  <a:path extrusionOk="0" h="192966" w="178754">
                    <a:moveTo>
                      <a:pt x="155416" y="0"/>
                    </a:moveTo>
                    <a:lnTo>
                      <a:pt x="178755" y="192967"/>
                    </a:lnTo>
                    <a:lnTo>
                      <a:pt x="0" y="116823"/>
                    </a:lnTo>
                    <a:lnTo>
                      <a:pt x="155416" y="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2227" name="Google Shape;2227;g3f3ba1429e3_0_4774"/>
            <p:cNvGrpSpPr/>
            <p:nvPr/>
          </p:nvGrpSpPr>
          <p:grpSpPr>
            <a:xfrm>
              <a:off x="7567967" y="2334044"/>
              <a:ext cx="1372636" cy="1390272"/>
              <a:chOff x="7567967" y="2334044"/>
              <a:chExt cx="1372636" cy="1390272"/>
            </a:xfrm>
          </p:grpSpPr>
          <p:sp>
            <p:nvSpPr>
              <p:cNvPr id="2228" name="Google Shape;2228;g3f3ba1429e3_0_4774"/>
              <p:cNvSpPr/>
              <p:nvPr/>
            </p:nvSpPr>
            <p:spPr>
              <a:xfrm>
                <a:off x="7574582" y="2341867"/>
                <a:ext cx="1224816" cy="1222599"/>
              </a:xfrm>
              <a:custGeom>
                <a:rect b="b" l="l" r="r" t="t"/>
                <a:pathLst>
                  <a:path extrusionOk="0" h="1222599" w="1224816">
                    <a:moveTo>
                      <a:pt x="1117772" y="613712"/>
                    </a:moveTo>
                    <a:lnTo>
                      <a:pt x="1224816" y="581768"/>
                    </a:lnTo>
                    <a:lnTo>
                      <a:pt x="1197175" y="425309"/>
                    </a:lnTo>
                    <a:lnTo>
                      <a:pt x="1084916" y="432089"/>
                    </a:lnTo>
                    <a:cubicBezTo>
                      <a:pt x="1070260" y="393548"/>
                      <a:pt x="1050951" y="356949"/>
                      <a:pt x="1027417" y="323089"/>
                    </a:cubicBezTo>
                    <a:lnTo>
                      <a:pt x="1097954" y="234168"/>
                    </a:lnTo>
                    <a:lnTo>
                      <a:pt x="985564" y="122299"/>
                    </a:lnTo>
                    <a:lnTo>
                      <a:pt x="895861" y="193488"/>
                    </a:lnTo>
                    <a:cubicBezTo>
                      <a:pt x="837788" y="154243"/>
                      <a:pt x="772153" y="127593"/>
                      <a:pt x="703155" y="115259"/>
                    </a:cubicBezTo>
                    <a:lnTo>
                      <a:pt x="690117" y="0"/>
                    </a:lnTo>
                    <a:lnTo>
                      <a:pt x="531049" y="0"/>
                    </a:lnTo>
                    <a:lnTo>
                      <a:pt x="518011" y="116041"/>
                    </a:lnTo>
                    <a:cubicBezTo>
                      <a:pt x="478584" y="123525"/>
                      <a:pt x="440199" y="135703"/>
                      <a:pt x="403666" y="152287"/>
                    </a:cubicBezTo>
                    <a:lnTo>
                      <a:pt x="325436" y="64540"/>
                    </a:lnTo>
                    <a:lnTo>
                      <a:pt x="195053" y="155808"/>
                    </a:lnTo>
                    <a:lnTo>
                      <a:pt x="250987" y="259201"/>
                    </a:lnTo>
                    <a:cubicBezTo>
                      <a:pt x="222994" y="287755"/>
                      <a:pt x="198482" y="319529"/>
                      <a:pt x="177973" y="353859"/>
                    </a:cubicBezTo>
                    <a:lnTo>
                      <a:pt x="63757" y="326609"/>
                    </a:lnTo>
                    <a:lnTo>
                      <a:pt x="9779" y="474333"/>
                    </a:lnTo>
                    <a:lnTo>
                      <a:pt x="114085" y="526486"/>
                    </a:lnTo>
                    <a:cubicBezTo>
                      <a:pt x="109313" y="554349"/>
                      <a:pt x="106914" y="582577"/>
                      <a:pt x="106914" y="610844"/>
                    </a:cubicBezTo>
                    <a:cubicBezTo>
                      <a:pt x="106914" y="622839"/>
                      <a:pt x="106914" y="634704"/>
                      <a:pt x="108348" y="646569"/>
                    </a:cubicBezTo>
                    <a:lnTo>
                      <a:pt x="0" y="689334"/>
                    </a:lnTo>
                    <a:lnTo>
                      <a:pt x="41071" y="842795"/>
                    </a:lnTo>
                    <a:lnTo>
                      <a:pt x="154895" y="825975"/>
                    </a:lnTo>
                    <a:cubicBezTo>
                      <a:pt x="172379" y="862822"/>
                      <a:pt x="194271" y="897412"/>
                      <a:pt x="220086" y="928978"/>
                    </a:cubicBezTo>
                    <a:lnTo>
                      <a:pt x="156981" y="1024548"/>
                    </a:lnTo>
                    <a:lnTo>
                      <a:pt x="278759" y="1126638"/>
                    </a:lnTo>
                    <a:lnTo>
                      <a:pt x="360900" y="1048408"/>
                    </a:lnTo>
                    <a:cubicBezTo>
                      <a:pt x="396690" y="1068996"/>
                      <a:pt x="434879" y="1085111"/>
                      <a:pt x="474594" y="1096389"/>
                    </a:cubicBezTo>
                    <a:lnTo>
                      <a:pt x="477592" y="1208779"/>
                    </a:lnTo>
                    <a:lnTo>
                      <a:pt x="635877" y="1222600"/>
                    </a:lnTo>
                    <a:lnTo>
                      <a:pt x="658303" y="1113469"/>
                    </a:lnTo>
                    <a:cubicBezTo>
                      <a:pt x="699817" y="1109845"/>
                      <a:pt x="740718" y="1101083"/>
                      <a:pt x="780081" y="1087393"/>
                    </a:cubicBezTo>
                    <a:lnTo>
                      <a:pt x="846185" y="1176444"/>
                    </a:lnTo>
                    <a:lnTo>
                      <a:pt x="983739" y="1097041"/>
                    </a:lnTo>
                    <a:lnTo>
                      <a:pt x="939800" y="995603"/>
                    </a:lnTo>
                    <a:cubicBezTo>
                      <a:pt x="971639" y="968419"/>
                      <a:pt x="1000050" y="937466"/>
                      <a:pt x="1024418" y="903423"/>
                    </a:cubicBezTo>
                    <a:lnTo>
                      <a:pt x="1129506" y="938365"/>
                    </a:lnTo>
                    <a:lnTo>
                      <a:pt x="1196654" y="794944"/>
                    </a:lnTo>
                    <a:lnTo>
                      <a:pt x="1101865" y="737315"/>
                    </a:lnTo>
                    <a:cubicBezTo>
                      <a:pt x="1112283" y="696935"/>
                      <a:pt x="1117629" y="655408"/>
                      <a:pt x="1117772" y="613712"/>
                    </a:cubicBezTo>
                    <a:close/>
                    <a:moveTo>
                      <a:pt x="929760" y="611496"/>
                    </a:moveTo>
                    <a:cubicBezTo>
                      <a:pt x="929760" y="786769"/>
                      <a:pt x="787682" y="928847"/>
                      <a:pt x="612408" y="928847"/>
                    </a:cubicBezTo>
                    <a:cubicBezTo>
                      <a:pt x="437135" y="928847"/>
                      <a:pt x="295056" y="786769"/>
                      <a:pt x="295056" y="611496"/>
                    </a:cubicBezTo>
                    <a:cubicBezTo>
                      <a:pt x="295056" y="436222"/>
                      <a:pt x="437135" y="294144"/>
                      <a:pt x="612408" y="294144"/>
                    </a:cubicBezTo>
                    <a:cubicBezTo>
                      <a:pt x="612448" y="294144"/>
                      <a:pt x="612500" y="294144"/>
                      <a:pt x="612539" y="294144"/>
                    </a:cubicBezTo>
                    <a:cubicBezTo>
                      <a:pt x="787734" y="294144"/>
                      <a:pt x="929760" y="436170"/>
                      <a:pt x="929760" y="611365"/>
                    </a:cubicBezTo>
                    <a:cubicBezTo>
                      <a:pt x="929760" y="611404"/>
                      <a:pt x="929760" y="611456"/>
                      <a:pt x="929760" y="611496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29" name="Google Shape;2229;g3f3ba1429e3_0_4774"/>
              <p:cNvSpPr/>
              <p:nvPr/>
            </p:nvSpPr>
            <p:spPr>
              <a:xfrm>
                <a:off x="7567967" y="2334044"/>
                <a:ext cx="1238465" cy="1238383"/>
              </a:xfrm>
              <a:custGeom>
                <a:rect b="b" l="l" r="r" t="t"/>
                <a:pathLst>
                  <a:path extrusionOk="0" h="1238383" w="1238465">
                    <a:moveTo>
                      <a:pt x="642362" y="1238376"/>
                    </a:moveTo>
                    <a:lnTo>
                      <a:pt x="641710" y="1238376"/>
                    </a:lnTo>
                    <a:lnTo>
                      <a:pt x="483556" y="1225338"/>
                    </a:lnTo>
                    <a:cubicBezTo>
                      <a:pt x="479970" y="1225077"/>
                      <a:pt x="477154" y="1222157"/>
                      <a:pt x="477037" y="1218558"/>
                    </a:cubicBezTo>
                    <a:lnTo>
                      <a:pt x="474168" y="1111253"/>
                    </a:lnTo>
                    <a:cubicBezTo>
                      <a:pt x="437348" y="1100418"/>
                      <a:pt x="401884" y="1085463"/>
                      <a:pt x="368427" y="1066662"/>
                    </a:cubicBezTo>
                    <a:lnTo>
                      <a:pt x="290198" y="1140850"/>
                    </a:lnTo>
                    <a:cubicBezTo>
                      <a:pt x="287525" y="1143236"/>
                      <a:pt x="283483" y="1143236"/>
                      <a:pt x="280810" y="1140850"/>
                    </a:cubicBezTo>
                    <a:lnTo>
                      <a:pt x="159033" y="1038760"/>
                    </a:lnTo>
                    <a:cubicBezTo>
                      <a:pt x="156295" y="1036400"/>
                      <a:pt x="155734" y="1032384"/>
                      <a:pt x="157729" y="1029372"/>
                    </a:cubicBezTo>
                    <a:lnTo>
                      <a:pt x="217966" y="938104"/>
                    </a:lnTo>
                    <a:cubicBezTo>
                      <a:pt x="194471" y="908521"/>
                      <a:pt x="174313" y="876420"/>
                      <a:pt x="157859" y="842403"/>
                    </a:cubicBezTo>
                    <a:lnTo>
                      <a:pt x="49120" y="858571"/>
                    </a:lnTo>
                    <a:cubicBezTo>
                      <a:pt x="45548" y="859145"/>
                      <a:pt x="42144" y="856876"/>
                      <a:pt x="41297" y="853356"/>
                    </a:cubicBezTo>
                    <a:lnTo>
                      <a:pt x="226" y="699634"/>
                    </a:lnTo>
                    <a:cubicBezTo>
                      <a:pt x="-673" y="696166"/>
                      <a:pt x="1178" y="692567"/>
                      <a:pt x="4529" y="691290"/>
                    </a:cubicBezTo>
                    <a:lnTo>
                      <a:pt x="108053" y="650349"/>
                    </a:lnTo>
                    <a:cubicBezTo>
                      <a:pt x="107271" y="638745"/>
                      <a:pt x="107010" y="628836"/>
                      <a:pt x="107010" y="619318"/>
                    </a:cubicBezTo>
                    <a:cubicBezTo>
                      <a:pt x="107023" y="592381"/>
                      <a:pt x="109161" y="565483"/>
                      <a:pt x="113399" y="538872"/>
                    </a:cubicBezTo>
                    <a:lnTo>
                      <a:pt x="13265" y="488936"/>
                    </a:lnTo>
                    <a:cubicBezTo>
                      <a:pt x="10031" y="487358"/>
                      <a:pt x="8506" y="483590"/>
                      <a:pt x="9745" y="480200"/>
                    </a:cubicBezTo>
                    <a:lnTo>
                      <a:pt x="64114" y="330911"/>
                    </a:lnTo>
                    <a:cubicBezTo>
                      <a:pt x="65431" y="327587"/>
                      <a:pt x="68964" y="325709"/>
                      <a:pt x="72459" y="326479"/>
                    </a:cubicBezTo>
                    <a:lnTo>
                      <a:pt x="181589" y="352555"/>
                    </a:lnTo>
                    <a:cubicBezTo>
                      <a:pt x="200912" y="320950"/>
                      <a:pt x="223598" y="291523"/>
                      <a:pt x="249258" y="264807"/>
                    </a:cubicBezTo>
                    <a:lnTo>
                      <a:pt x="195801" y="165977"/>
                    </a:lnTo>
                    <a:cubicBezTo>
                      <a:pt x="194106" y="162809"/>
                      <a:pt x="195057" y="158884"/>
                      <a:pt x="198017" y="156851"/>
                    </a:cubicBezTo>
                    <a:lnTo>
                      <a:pt x="328400" y="65583"/>
                    </a:lnTo>
                    <a:cubicBezTo>
                      <a:pt x="331360" y="63496"/>
                      <a:pt x="335428" y="64005"/>
                      <a:pt x="337788" y="66756"/>
                    </a:cubicBezTo>
                    <a:lnTo>
                      <a:pt x="412106" y="150592"/>
                    </a:lnTo>
                    <a:cubicBezTo>
                      <a:pt x="446018" y="135585"/>
                      <a:pt x="481483" y="124346"/>
                      <a:pt x="517846" y="117084"/>
                    </a:cubicBezTo>
                    <a:lnTo>
                      <a:pt x="530885" y="6258"/>
                    </a:lnTo>
                    <a:cubicBezTo>
                      <a:pt x="531341" y="2712"/>
                      <a:pt x="534340" y="39"/>
                      <a:pt x="537925" y="0"/>
                    </a:cubicBezTo>
                    <a:lnTo>
                      <a:pt x="696862" y="0"/>
                    </a:lnTo>
                    <a:cubicBezTo>
                      <a:pt x="700408" y="39"/>
                      <a:pt x="703381" y="2725"/>
                      <a:pt x="703772" y="6258"/>
                    </a:cubicBezTo>
                    <a:lnTo>
                      <a:pt x="716810" y="116432"/>
                    </a:lnTo>
                    <a:cubicBezTo>
                      <a:pt x="783215" y="129027"/>
                      <a:pt x="846437" y="154790"/>
                      <a:pt x="902736" y="192184"/>
                    </a:cubicBezTo>
                    <a:lnTo>
                      <a:pt x="988398" y="124255"/>
                    </a:lnTo>
                    <a:cubicBezTo>
                      <a:pt x="991097" y="121921"/>
                      <a:pt x="995087" y="121921"/>
                      <a:pt x="997786" y="124255"/>
                    </a:cubicBezTo>
                    <a:lnTo>
                      <a:pt x="1110045" y="236645"/>
                    </a:lnTo>
                    <a:cubicBezTo>
                      <a:pt x="1112431" y="239318"/>
                      <a:pt x="1112431" y="243359"/>
                      <a:pt x="1110045" y="246032"/>
                    </a:cubicBezTo>
                    <a:lnTo>
                      <a:pt x="1042767" y="330781"/>
                    </a:lnTo>
                    <a:cubicBezTo>
                      <a:pt x="1064359" y="362438"/>
                      <a:pt x="1082339" y="396429"/>
                      <a:pt x="1096355" y="432089"/>
                    </a:cubicBezTo>
                    <a:lnTo>
                      <a:pt x="1203399" y="425700"/>
                    </a:lnTo>
                    <a:cubicBezTo>
                      <a:pt x="1206998" y="425504"/>
                      <a:pt x="1210179" y="428021"/>
                      <a:pt x="1210831" y="431567"/>
                    </a:cubicBezTo>
                    <a:lnTo>
                      <a:pt x="1238342" y="588026"/>
                    </a:lnTo>
                    <a:cubicBezTo>
                      <a:pt x="1239020" y="591560"/>
                      <a:pt x="1236856" y="595028"/>
                      <a:pt x="1233387" y="595980"/>
                    </a:cubicBezTo>
                    <a:lnTo>
                      <a:pt x="1131428" y="626359"/>
                    </a:lnTo>
                    <a:cubicBezTo>
                      <a:pt x="1130906" y="665161"/>
                      <a:pt x="1126004" y="703780"/>
                      <a:pt x="1116825" y="741487"/>
                    </a:cubicBezTo>
                    <a:lnTo>
                      <a:pt x="1206789" y="796769"/>
                    </a:lnTo>
                    <a:cubicBezTo>
                      <a:pt x="1209814" y="798673"/>
                      <a:pt x="1210987" y="802506"/>
                      <a:pt x="1209527" y="805766"/>
                    </a:cubicBezTo>
                    <a:lnTo>
                      <a:pt x="1142380" y="949187"/>
                    </a:lnTo>
                    <a:cubicBezTo>
                      <a:pt x="1140855" y="952407"/>
                      <a:pt x="1137191" y="954024"/>
                      <a:pt x="1133775" y="952968"/>
                    </a:cubicBezTo>
                    <a:lnTo>
                      <a:pt x="1033510" y="919590"/>
                    </a:lnTo>
                    <a:cubicBezTo>
                      <a:pt x="1010745" y="951038"/>
                      <a:pt x="984499" y="979814"/>
                      <a:pt x="955281" y="1005382"/>
                    </a:cubicBezTo>
                    <a:lnTo>
                      <a:pt x="997133" y="1102126"/>
                    </a:lnTo>
                    <a:cubicBezTo>
                      <a:pt x="998555" y="1105386"/>
                      <a:pt x="997316" y="1109180"/>
                      <a:pt x="994265" y="1110992"/>
                    </a:cubicBezTo>
                    <a:lnTo>
                      <a:pt x="856581" y="1190395"/>
                    </a:lnTo>
                    <a:cubicBezTo>
                      <a:pt x="853517" y="1192234"/>
                      <a:pt x="849566" y="1191438"/>
                      <a:pt x="847454" y="1188570"/>
                    </a:cubicBezTo>
                    <a:lnTo>
                      <a:pt x="784349" y="1103560"/>
                    </a:lnTo>
                    <a:cubicBezTo>
                      <a:pt x="747633" y="1116012"/>
                      <a:pt x="709626" y="1124239"/>
                      <a:pt x="671046" y="1128072"/>
                    </a:cubicBezTo>
                    <a:lnTo>
                      <a:pt x="649663" y="1232379"/>
                    </a:lnTo>
                    <a:cubicBezTo>
                      <a:pt x="649129" y="1235951"/>
                      <a:pt x="645974" y="1238546"/>
                      <a:pt x="642362" y="1238376"/>
                    </a:cubicBezTo>
                    <a:close/>
                    <a:moveTo>
                      <a:pt x="490988" y="1210865"/>
                    </a:moveTo>
                    <a:lnTo>
                      <a:pt x="636756" y="1223904"/>
                    </a:lnTo>
                    <a:lnTo>
                      <a:pt x="657747" y="1120901"/>
                    </a:lnTo>
                    <a:cubicBezTo>
                      <a:pt x="658425" y="1117837"/>
                      <a:pt x="661007" y="1115568"/>
                      <a:pt x="664136" y="1115295"/>
                    </a:cubicBezTo>
                    <a:cubicBezTo>
                      <a:pt x="705089" y="1111605"/>
                      <a:pt x="745416" y="1102843"/>
                      <a:pt x="784218" y="1089218"/>
                    </a:cubicBezTo>
                    <a:cubicBezTo>
                      <a:pt x="787165" y="1088201"/>
                      <a:pt x="790438" y="1089205"/>
                      <a:pt x="792302" y="1091695"/>
                    </a:cubicBezTo>
                    <a:lnTo>
                      <a:pt x="854625" y="1175662"/>
                    </a:lnTo>
                    <a:lnTo>
                      <a:pt x="981357" y="1102517"/>
                    </a:lnTo>
                    <a:lnTo>
                      <a:pt x="939765" y="1006816"/>
                    </a:lnTo>
                    <a:cubicBezTo>
                      <a:pt x="938605" y="1003935"/>
                      <a:pt x="939387" y="1000649"/>
                      <a:pt x="941721" y="998602"/>
                    </a:cubicBezTo>
                    <a:cubicBezTo>
                      <a:pt x="973221" y="971795"/>
                      <a:pt x="1001202" y="941129"/>
                      <a:pt x="1025036" y="907334"/>
                    </a:cubicBezTo>
                    <a:cubicBezTo>
                      <a:pt x="1026913" y="904857"/>
                      <a:pt x="1030147" y="903814"/>
                      <a:pt x="1033119" y="904726"/>
                    </a:cubicBezTo>
                    <a:lnTo>
                      <a:pt x="1132210" y="937844"/>
                    </a:lnTo>
                    <a:lnTo>
                      <a:pt x="1194012" y="805244"/>
                    </a:lnTo>
                    <a:lnTo>
                      <a:pt x="1104960" y="750484"/>
                    </a:lnTo>
                    <a:cubicBezTo>
                      <a:pt x="1102339" y="748828"/>
                      <a:pt x="1101075" y="745672"/>
                      <a:pt x="1101831" y="742660"/>
                    </a:cubicBezTo>
                    <a:cubicBezTo>
                      <a:pt x="1112040" y="702829"/>
                      <a:pt x="1117255" y="661875"/>
                      <a:pt x="1117346" y="620753"/>
                    </a:cubicBezTo>
                    <a:cubicBezTo>
                      <a:pt x="1117360" y="617649"/>
                      <a:pt x="1119433" y="614924"/>
                      <a:pt x="1122432" y="614103"/>
                    </a:cubicBezTo>
                    <a:lnTo>
                      <a:pt x="1223348" y="583985"/>
                    </a:lnTo>
                    <a:lnTo>
                      <a:pt x="1197923" y="439912"/>
                    </a:lnTo>
                    <a:lnTo>
                      <a:pt x="1092052" y="446300"/>
                    </a:lnTo>
                    <a:cubicBezTo>
                      <a:pt x="1088949" y="446535"/>
                      <a:pt x="1086055" y="444671"/>
                      <a:pt x="1085012" y="441737"/>
                    </a:cubicBezTo>
                    <a:cubicBezTo>
                      <a:pt x="1070539" y="403756"/>
                      <a:pt x="1051490" y="367680"/>
                      <a:pt x="1028295" y="334302"/>
                    </a:cubicBezTo>
                    <a:cubicBezTo>
                      <a:pt x="1026431" y="331837"/>
                      <a:pt x="1026431" y="328421"/>
                      <a:pt x="1028295" y="325957"/>
                    </a:cubicBezTo>
                    <a:lnTo>
                      <a:pt x="1094790" y="241990"/>
                    </a:lnTo>
                    <a:lnTo>
                      <a:pt x="991136" y="139118"/>
                    </a:lnTo>
                    <a:lnTo>
                      <a:pt x="906387" y="206396"/>
                    </a:lnTo>
                    <a:cubicBezTo>
                      <a:pt x="903923" y="208260"/>
                      <a:pt x="900507" y="208260"/>
                      <a:pt x="898042" y="206396"/>
                    </a:cubicBezTo>
                    <a:cubicBezTo>
                      <a:pt x="840857" y="167529"/>
                      <a:pt x="776135" y="141139"/>
                      <a:pt x="708075" y="128949"/>
                    </a:cubicBezTo>
                    <a:cubicBezTo>
                      <a:pt x="705024" y="128388"/>
                      <a:pt x="702690" y="125911"/>
                      <a:pt x="702338" y="122821"/>
                    </a:cubicBezTo>
                    <a:lnTo>
                      <a:pt x="689300" y="13690"/>
                    </a:lnTo>
                    <a:lnTo>
                      <a:pt x="543923" y="13690"/>
                    </a:lnTo>
                    <a:lnTo>
                      <a:pt x="530885" y="123473"/>
                    </a:lnTo>
                    <a:cubicBezTo>
                      <a:pt x="530637" y="126549"/>
                      <a:pt x="528329" y="129079"/>
                      <a:pt x="525278" y="129601"/>
                    </a:cubicBezTo>
                    <a:cubicBezTo>
                      <a:pt x="486437" y="137019"/>
                      <a:pt x="448613" y="149054"/>
                      <a:pt x="412627" y="165456"/>
                    </a:cubicBezTo>
                    <a:cubicBezTo>
                      <a:pt x="409785" y="166681"/>
                      <a:pt x="406473" y="165951"/>
                      <a:pt x="404413" y="163630"/>
                    </a:cubicBezTo>
                    <a:lnTo>
                      <a:pt x="330747" y="80707"/>
                    </a:lnTo>
                    <a:lnTo>
                      <a:pt x="210925" y="164543"/>
                    </a:lnTo>
                    <a:lnTo>
                      <a:pt x="263861" y="262330"/>
                    </a:lnTo>
                    <a:cubicBezTo>
                      <a:pt x="265282" y="265081"/>
                      <a:pt x="264812" y="268419"/>
                      <a:pt x="262687" y="270675"/>
                    </a:cubicBezTo>
                    <a:cubicBezTo>
                      <a:pt x="235059" y="298811"/>
                      <a:pt x="210899" y="330155"/>
                      <a:pt x="190716" y="364029"/>
                    </a:cubicBezTo>
                    <a:cubicBezTo>
                      <a:pt x="189047" y="366636"/>
                      <a:pt x="185931" y="367940"/>
                      <a:pt x="182893" y="367288"/>
                    </a:cubicBezTo>
                    <a:lnTo>
                      <a:pt x="74805" y="341212"/>
                    </a:lnTo>
                    <a:lnTo>
                      <a:pt x="24869" y="478635"/>
                    </a:lnTo>
                    <a:lnTo>
                      <a:pt x="123699" y="528050"/>
                    </a:lnTo>
                    <a:cubicBezTo>
                      <a:pt x="126463" y="529485"/>
                      <a:pt x="128001" y="532536"/>
                      <a:pt x="127480" y="535613"/>
                    </a:cubicBezTo>
                    <a:cubicBezTo>
                      <a:pt x="122826" y="563097"/>
                      <a:pt x="120465" y="590921"/>
                      <a:pt x="120439" y="618797"/>
                    </a:cubicBezTo>
                    <a:cubicBezTo>
                      <a:pt x="120439" y="629358"/>
                      <a:pt x="120439" y="640571"/>
                      <a:pt x="121873" y="654000"/>
                    </a:cubicBezTo>
                    <a:cubicBezTo>
                      <a:pt x="122043" y="657051"/>
                      <a:pt x="120270" y="659880"/>
                      <a:pt x="117440" y="661041"/>
                    </a:cubicBezTo>
                    <a:lnTo>
                      <a:pt x="14960" y="701590"/>
                    </a:lnTo>
                    <a:lnTo>
                      <a:pt x="52771" y="842795"/>
                    </a:lnTo>
                    <a:lnTo>
                      <a:pt x="160337" y="826888"/>
                    </a:lnTo>
                    <a:cubicBezTo>
                      <a:pt x="163440" y="826431"/>
                      <a:pt x="166465" y="828074"/>
                      <a:pt x="167768" y="830930"/>
                    </a:cubicBezTo>
                    <a:cubicBezTo>
                      <a:pt x="184927" y="867215"/>
                      <a:pt x="206375" y="901310"/>
                      <a:pt x="231656" y="932498"/>
                    </a:cubicBezTo>
                    <a:cubicBezTo>
                      <a:pt x="233482" y="934975"/>
                      <a:pt x="233482" y="938365"/>
                      <a:pt x="231656" y="940842"/>
                    </a:cubicBezTo>
                    <a:lnTo>
                      <a:pt x="172071" y="1031198"/>
                    </a:lnTo>
                    <a:lnTo>
                      <a:pt x="284070" y="1125204"/>
                    </a:lnTo>
                    <a:lnTo>
                      <a:pt x="362299" y="1051798"/>
                    </a:lnTo>
                    <a:cubicBezTo>
                      <a:pt x="364529" y="1049608"/>
                      <a:pt x="367945" y="1049178"/>
                      <a:pt x="370644" y="1050755"/>
                    </a:cubicBezTo>
                    <a:cubicBezTo>
                      <a:pt x="405873" y="1071095"/>
                      <a:pt x="443502" y="1087002"/>
                      <a:pt x="482643" y="1098084"/>
                    </a:cubicBezTo>
                    <a:cubicBezTo>
                      <a:pt x="485616" y="1098879"/>
                      <a:pt x="487741" y="1101526"/>
                      <a:pt x="487858" y="1104603"/>
                    </a:cubicBezTo>
                    <a:close/>
                    <a:moveTo>
                      <a:pt x="619154" y="943320"/>
                    </a:moveTo>
                    <a:cubicBezTo>
                      <a:pt x="439995" y="943320"/>
                      <a:pt x="294761" y="798086"/>
                      <a:pt x="294761" y="618927"/>
                    </a:cubicBezTo>
                    <a:cubicBezTo>
                      <a:pt x="294761" y="439768"/>
                      <a:pt x="439995" y="294535"/>
                      <a:pt x="619154" y="294535"/>
                    </a:cubicBezTo>
                    <a:cubicBezTo>
                      <a:pt x="798313" y="294535"/>
                      <a:pt x="943546" y="439768"/>
                      <a:pt x="943546" y="618927"/>
                    </a:cubicBezTo>
                    <a:cubicBezTo>
                      <a:pt x="943546" y="798151"/>
                      <a:pt x="798378" y="943489"/>
                      <a:pt x="619154" y="943711"/>
                    </a:cubicBezTo>
                    <a:close/>
                    <a:moveTo>
                      <a:pt x="619154" y="308616"/>
                    </a:moveTo>
                    <a:cubicBezTo>
                      <a:pt x="447778" y="308538"/>
                      <a:pt x="308790" y="447422"/>
                      <a:pt x="308712" y="618797"/>
                    </a:cubicBezTo>
                    <a:cubicBezTo>
                      <a:pt x="308634" y="790172"/>
                      <a:pt x="447518" y="929160"/>
                      <a:pt x="618893" y="929238"/>
                    </a:cubicBezTo>
                    <a:cubicBezTo>
                      <a:pt x="790268" y="929317"/>
                      <a:pt x="929256" y="790433"/>
                      <a:pt x="929335" y="619058"/>
                    </a:cubicBezTo>
                    <a:cubicBezTo>
                      <a:pt x="929335" y="619018"/>
                      <a:pt x="929335" y="618966"/>
                      <a:pt x="929335" y="618927"/>
                    </a:cubicBezTo>
                    <a:cubicBezTo>
                      <a:pt x="928904" y="447839"/>
                      <a:pt x="790242" y="309294"/>
                      <a:pt x="619154" y="30900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30" name="Google Shape;2230;g3f3ba1429e3_0_4774"/>
              <p:cNvSpPr/>
              <p:nvPr/>
            </p:nvSpPr>
            <p:spPr>
              <a:xfrm>
                <a:off x="7694039" y="2627918"/>
                <a:ext cx="1244319" cy="1096398"/>
              </a:xfrm>
              <a:custGeom>
                <a:rect b="b" l="l" r="r" t="t"/>
                <a:pathLst>
                  <a:path extrusionOk="0" h="1096398" w="1244319">
                    <a:moveTo>
                      <a:pt x="487996" y="1096398"/>
                    </a:moveTo>
                    <a:cubicBezTo>
                      <a:pt x="312697" y="1095968"/>
                      <a:pt x="142964" y="1034832"/>
                      <a:pt x="7666" y="923380"/>
                    </a:cubicBezTo>
                    <a:cubicBezTo>
                      <a:pt x="-1330" y="915923"/>
                      <a:pt x="-2595" y="902584"/>
                      <a:pt x="4863" y="893588"/>
                    </a:cubicBezTo>
                    <a:cubicBezTo>
                      <a:pt x="12321" y="884591"/>
                      <a:pt x="25659" y="883327"/>
                      <a:pt x="34655" y="890785"/>
                    </a:cubicBezTo>
                    <a:cubicBezTo>
                      <a:pt x="338121" y="1141667"/>
                      <a:pt x="787512" y="1099045"/>
                      <a:pt x="1038395" y="795579"/>
                    </a:cubicBezTo>
                    <a:cubicBezTo>
                      <a:pt x="1215820" y="580969"/>
                      <a:pt x="1252066" y="282679"/>
                      <a:pt x="1131175" y="31823"/>
                    </a:cubicBezTo>
                    <a:cubicBezTo>
                      <a:pt x="1125334" y="21640"/>
                      <a:pt x="1128867" y="8654"/>
                      <a:pt x="1139050" y="2812"/>
                    </a:cubicBezTo>
                    <a:cubicBezTo>
                      <a:pt x="1149233" y="-3016"/>
                      <a:pt x="1162219" y="505"/>
                      <a:pt x="1168060" y="10688"/>
                    </a:cubicBezTo>
                    <a:cubicBezTo>
                      <a:pt x="1168556" y="11574"/>
                      <a:pt x="1168999" y="12487"/>
                      <a:pt x="1169377" y="13439"/>
                    </a:cubicBezTo>
                    <a:cubicBezTo>
                      <a:pt x="1350335" y="389293"/>
                      <a:pt x="1192338" y="840679"/>
                      <a:pt x="816496" y="1021624"/>
                    </a:cubicBezTo>
                    <a:cubicBezTo>
                      <a:pt x="714015" y="1070961"/>
                      <a:pt x="601729" y="1096529"/>
                      <a:pt x="487996" y="109639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31" name="Google Shape;2231;g3f3ba1429e3_0_4774"/>
              <p:cNvSpPr/>
              <p:nvPr/>
            </p:nvSpPr>
            <p:spPr>
              <a:xfrm>
                <a:off x="8772018" y="2530792"/>
                <a:ext cx="168585" cy="194400"/>
              </a:xfrm>
              <a:custGeom>
                <a:rect b="b" l="l" r="r" t="t"/>
                <a:pathLst>
                  <a:path extrusionOk="0" h="194400" w="168585">
                    <a:moveTo>
                      <a:pt x="652" y="194401"/>
                    </a:moveTo>
                    <a:lnTo>
                      <a:pt x="0" y="0"/>
                    </a:lnTo>
                    <a:lnTo>
                      <a:pt x="168585" y="96614"/>
                    </a:lnTo>
                    <a:lnTo>
                      <a:pt x="652" y="194401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grpSp>
          <p:nvGrpSpPr>
            <p:cNvPr id="2232" name="Google Shape;2232;g3f3ba1429e3_0_4774"/>
            <p:cNvGrpSpPr/>
            <p:nvPr/>
          </p:nvGrpSpPr>
          <p:grpSpPr>
            <a:xfrm>
              <a:off x="5716757" y="2701775"/>
              <a:ext cx="2100989" cy="2869805"/>
              <a:chOff x="5716757" y="2701775"/>
              <a:chExt cx="2100989" cy="2869805"/>
            </a:xfrm>
          </p:grpSpPr>
          <p:sp>
            <p:nvSpPr>
              <p:cNvPr id="2233" name="Google Shape;2233;g3f3ba1429e3_0_4774"/>
              <p:cNvSpPr/>
              <p:nvPr/>
            </p:nvSpPr>
            <p:spPr>
              <a:xfrm>
                <a:off x="5716757" y="5232585"/>
                <a:ext cx="1347376" cy="338995"/>
              </a:xfrm>
              <a:custGeom>
                <a:rect b="b" l="l" r="r" t="t"/>
                <a:pathLst>
                  <a:path extrusionOk="0" h="338995" w="1347376">
                    <a:moveTo>
                      <a:pt x="1347376" y="169497"/>
                    </a:moveTo>
                    <a:cubicBezTo>
                      <a:pt x="1347376" y="263108"/>
                      <a:pt x="1045756" y="338995"/>
                      <a:pt x="673688" y="338995"/>
                    </a:cubicBezTo>
                    <a:cubicBezTo>
                      <a:pt x="301620" y="338995"/>
                      <a:pt x="0" y="263108"/>
                      <a:pt x="0" y="169497"/>
                    </a:cubicBezTo>
                    <a:cubicBezTo>
                      <a:pt x="0" y="75887"/>
                      <a:pt x="301621" y="0"/>
                      <a:pt x="673688" y="0"/>
                    </a:cubicBezTo>
                    <a:cubicBezTo>
                      <a:pt x="1045756" y="0"/>
                      <a:pt x="1347376" y="75887"/>
                      <a:pt x="1347376" y="16949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34" name="Google Shape;2234;g3f3ba1429e3_0_4774"/>
              <p:cNvSpPr/>
              <p:nvPr/>
            </p:nvSpPr>
            <p:spPr>
              <a:xfrm>
                <a:off x="7044315" y="4907931"/>
                <a:ext cx="766259" cy="353076"/>
              </a:xfrm>
              <a:custGeom>
                <a:rect b="b" l="l" r="r" t="t"/>
                <a:pathLst>
                  <a:path extrusionOk="0" h="353076" w="766259">
                    <a:moveTo>
                      <a:pt x="765347" y="353077"/>
                    </a:moveTo>
                    <a:cubicBezTo>
                      <a:pt x="765347" y="345514"/>
                      <a:pt x="766260" y="337952"/>
                      <a:pt x="766260" y="330129"/>
                    </a:cubicBezTo>
                    <a:cubicBezTo>
                      <a:pt x="766260" y="147593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129"/>
                    </a:cubicBezTo>
                    <a:cubicBezTo>
                      <a:pt x="0" y="337952"/>
                      <a:pt x="0" y="345514"/>
                      <a:pt x="1043" y="35307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35" name="Google Shape;2235;g3f3ba1429e3_0_4774"/>
              <p:cNvSpPr/>
              <p:nvPr/>
            </p:nvSpPr>
            <p:spPr>
              <a:xfrm>
                <a:off x="7037275" y="4900891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8"/>
                    </a:moveTo>
                    <a:lnTo>
                      <a:pt x="8084" y="367288"/>
                    </a:lnTo>
                    <a:cubicBezTo>
                      <a:pt x="4394" y="367301"/>
                      <a:pt x="1317" y="364446"/>
                      <a:pt x="1043" y="360769"/>
                    </a:cubicBezTo>
                    <a:cubicBezTo>
                      <a:pt x="391" y="351903"/>
                      <a:pt x="0" y="344341"/>
                      <a:pt x="0" y="337170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170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20"/>
                      <a:pt x="776052" y="367236"/>
                      <a:pt x="772388" y="367288"/>
                    </a:cubicBezTo>
                    <a:close/>
                    <a:moveTo>
                      <a:pt x="14603" y="353468"/>
                    </a:moveTo>
                    <a:lnTo>
                      <a:pt x="765608" y="353468"/>
                    </a:lnTo>
                    <a:cubicBezTo>
                      <a:pt x="765608" y="347731"/>
                      <a:pt x="765608" y="342516"/>
                      <a:pt x="765608" y="337561"/>
                    </a:cubicBezTo>
                    <a:cubicBezTo>
                      <a:pt x="765608" y="159458"/>
                      <a:pt x="596893" y="14472"/>
                      <a:pt x="389584" y="14472"/>
                    </a:cubicBezTo>
                    <a:cubicBezTo>
                      <a:pt x="182275" y="14472"/>
                      <a:pt x="13429" y="159458"/>
                      <a:pt x="13429" y="337561"/>
                    </a:cubicBezTo>
                    <a:cubicBezTo>
                      <a:pt x="14081" y="342255"/>
                      <a:pt x="14342" y="347340"/>
                      <a:pt x="14603" y="35346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36" name="Google Shape;2236;g3f3ba1429e3_0_4774"/>
              <p:cNvSpPr/>
              <p:nvPr/>
            </p:nvSpPr>
            <p:spPr>
              <a:xfrm>
                <a:off x="7044315" y="4939354"/>
                <a:ext cx="766259" cy="353076"/>
              </a:xfrm>
              <a:custGeom>
                <a:rect b="b" l="l" r="r" t="t"/>
                <a:pathLst>
                  <a:path extrusionOk="0" h="353076" w="766259">
                    <a:moveTo>
                      <a:pt x="765347" y="353077"/>
                    </a:moveTo>
                    <a:cubicBezTo>
                      <a:pt x="765347" y="345514"/>
                      <a:pt x="766260" y="337822"/>
                      <a:pt x="766260" y="330129"/>
                    </a:cubicBezTo>
                    <a:cubicBezTo>
                      <a:pt x="766260" y="147593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129"/>
                    </a:cubicBezTo>
                    <a:cubicBezTo>
                      <a:pt x="0" y="337822"/>
                      <a:pt x="0" y="345514"/>
                      <a:pt x="1043" y="35307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37" name="Google Shape;2237;g3f3ba1429e3_0_4774"/>
              <p:cNvSpPr/>
              <p:nvPr/>
            </p:nvSpPr>
            <p:spPr>
              <a:xfrm>
                <a:off x="7037275" y="4932313"/>
                <a:ext cx="780471" cy="367158"/>
              </a:xfrm>
              <a:custGeom>
                <a:rect b="b" l="l" r="r" t="t"/>
                <a:pathLst>
                  <a:path extrusionOk="0" h="367158" w="780471">
                    <a:moveTo>
                      <a:pt x="772388" y="367158"/>
                    </a:moveTo>
                    <a:lnTo>
                      <a:pt x="8084" y="367158"/>
                    </a:lnTo>
                    <a:cubicBezTo>
                      <a:pt x="4433" y="367171"/>
                      <a:pt x="1382" y="364407"/>
                      <a:pt x="1043" y="360769"/>
                    </a:cubicBezTo>
                    <a:cubicBezTo>
                      <a:pt x="391" y="351773"/>
                      <a:pt x="0" y="344341"/>
                      <a:pt x="0" y="337170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170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07"/>
                      <a:pt x="776038" y="367171"/>
                      <a:pt x="772388" y="367158"/>
                    </a:cubicBezTo>
                    <a:close/>
                    <a:moveTo>
                      <a:pt x="14603" y="353077"/>
                    </a:moveTo>
                    <a:lnTo>
                      <a:pt x="765608" y="353077"/>
                    </a:lnTo>
                    <a:cubicBezTo>
                      <a:pt x="765608" y="347340"/>
                      <a:pt x="765608" y="342125"/>
                      <a:pt x="765608" y="337170"/>
                    </a:cubicBezTo>
                    <a:cubicBezTo>
                      <a:pt x="765608" y="159067"/>
                      <a:pt x="596893" y="14082"/>
                      <a:pt x="389584" y="14082"/>
                    </a:cubicBezTo>
                    <a:cubicBezTo>
                      <a:pt x="182275" y="14082"/>
                      <a:pt x="13429" y="159067"/>
                      <a:pt x="13429" y="337170"/>
                    </a:cubicBezTo>
                    <a:cubicBezTo>
                      <a:pt x="14081" y="342125"/>
                      <a:pt x="14342" y="347340"/>
                      <a:pt x="14603" y="35307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38" name="Google Shape;2238;g3f3ba1429e3_0_4774"/>
              <p:cNvSpPr/>
              <p:nvPr/>
            </p:nvSpPr>
            <p:spPr>
              <a:xfrm>
                <a:off x="6559174" y="3157334"/>
                <a:ext cx="615784" cy="645539"/>
              </a:xfrm>
              <a:custGeom>
                <a:rect b="b" l="l" r="r" t="t"/>
                <a:pathLst>
                  <a:path extrusionOk="0" h="645539" w="615784">
                    <a:moveTo>
                      <a:pt x="45099" y="5033"/>
                    </a:moveTo>
                    <a:lnTo>
                      <a:pt x="308603" y="421606"/>
                    </a:lnTo>
                    <a:lnTo>
                      <a:pt x="598183" y="258627"/>
                    </a:lnTo>
                    <a:lnTo>
                      <a:pt x="615785" y="399962"/>
                    </a:lnTo>
                    <a:cubicBezTo>
                      <a:pt x="615785" y="399962"/>
                      <a:pt x="336896" y="619397"/>
                      <a:pt x="298042" y="636737"/>
                    </a:cubicBezTo>
                    <a:cubicBezTo>
                      <a:pt x="259188" y="654078"/>
                      <a:pt x="188520" y="643908"/>
                      <a:pt x="170919" y="622656"/>
                    </a:cubicBezTo>
                    <a:cubicBezTo>
                      <a:pt x="153317" y="601404"/>
                      <a:pt x="5072" y="76091"/>
                      <a:pt x="5072" y="76091"/>
                    </a:cubicBezTo>
                    <a:cubicBezTo>
                      <a:pt x="5072" y="76091"/>
                      <a:pt x="-21005" y="-23130"/>
                      <a:pt x="45099" y="50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39" name="Google Shape;2239;g3f3ba1429e3_0_4774"/>
              <p:cNvSpPr/>
              <p:nvPr/>
            </p:nvSpPr>
            <p:spPr>
              <a:xfrm>
                <a:off x="6552042" y="3149579"/>
                <a:ext cx="630022" cy="660808"/>
              </a:xfrm>
              <a:custGeom>
                <a:rect b="b" l="l" r="r" t="t"/>
                <a:pathLst>
                  <a:path extrusionOk="0" h="660808" w="630022">
                    <a:moveTo>
                      <a:pt x="255498" y="660790"/>
                    </a:moveTo>
                    <a:cubicBezTo>
                      <a:pt x="221338" y="660790"/>
                      <a:pt x="186004" y="651402"/>
                      <a:pt x="172575" y="634714"/>
                    </a:cubicBezTo>
                    <a:cubicBezTo>
                      <a:pt x="154452" y="612939"/>
                      <a:pt x="20418" y="139259"/>
                      <a:pt x="5294" y="84759"/>
                    </a:cubicBezTo>
                    <a:cubicBezTo>
                      <a:pt x="3599" y="78631"/>
                      <a:pt x="-9309" y="25695"/>
                      <a:pt x="12725" y="6529"/>
                    </a:cubicBezTo>
                    <a:cubicBezTo>
                      <a:pt x="22504" y="-1816"/>
                      <a:pt x="36716" y="-2207"/>
                      <a:pt x="54969" y="5616"/>
                    </a:cubicBezTo>
                    <a:cubicBezTo>
                      <a:pt x="56286" y="6151"/>
                      <a:pt x="57395" y="7116"/>
                      <a:pt x="58099" y="8354"/>
                    </a:cubicBezTo>
                    <a:lnTo>
                      <a:pt x="318082" y="419321"/>
                    </a:lnTo>
                    <a:lnTo>
                      <a:pt x="601795" y="260124"/>
                    </a:lnTo>
                    <a:cubicBezTo>
                      <a:pt x="603868" y="259015"/>
                      <a:pt x="606371" y="259015"/>
                      <a:pt x="608444" y="260124"/>
                    </a:cubicBezTo>
                    <a:cubicBezTo>
                      <a:pt x="610544" y="261219"/>
                      <a:pt x="612004" y="263253"/>
                      <a:pt x="612356" y="265600"/>
                    </a:cubicBezTo>
                    <a:lnTo>
                      <a:pt x="629958" y="406804"/>
                    </a:lnTo>
                    <a:cubicBezTo>
                      <a:pt x="630297" y="409242"/>
                      <a:pt x="629293" y="411681"/>
                      <a:pt x="627350" y="413193"/>
                    </a:cubicBezTo>
                    <a:cubicBezTo>
                      <a:pt x="615876" y="422190"/>
                      <a:pt x="347157" y="632888"/>
                      <a:pt x="308043" y="650751"/>
                    </a:cubicBezTo>
                    <a:cubicBezTo>
                      <a:pt x="291406" y="657674"/>
                      <a:pt x="273517" y="661090"/>
                      <a:pt x="255498" y="660790"/>
                    </a:cubicBezTo>
                    <a:close/>
                    <a:moveTo>
                      <a:pt x="31631" y="14743"/>
                    </a:moveTo>
                    <a:cubicBezTo>
                      <a:pt x="28150" y="14600"/>
                      <a:pt x="24721" y="15708"/>
                      <a:pt x="21983" y="17872"/>
                    </a:cubicBezTo>
                    <a:cubicBezTo>
                      <a:pt x="10378" y="27912"/>
                      <a:pt x="13899" y="62333"/>
                      <a:pt x="18853" y="81630"/>
                    </a:cubicBezTo>
                    <a:cubicBezTo>
                      <a:pt x="77917" y="291024"/>
                      <a:pt x="170489" y="609159"/>
                      <a:pt x="183527" y="626239"/>
                    </a:cubicBezTo>
                    <a:cubicBezTo>
                      <a:pt x="198912" y="644623"/>
                      <a:pt x="266450" y="654662"/>
                      <a:pt x="302175" y="638364"/>
                    </a:cubicBezTo>
                    <a:cubicBezTo>
                      <a:pt x="337900" y="622066"/>
                      <a:pt x="584584" y="429752"/>
                      <a:pt x="615094" y="405110"/>
                    </a:cubicBezTo>
                    <a:lnTo>
                      <a:pt x="599187" y="278247"/>
                    </a:lnTo>
                    <a:lnTo>
                      <a:pt x="319125" y="435880"/>
                    </a:lnTo>
                    <a:cubicBezTo>
                      <a:pt x="315839" y="437692"/>
                      <a:pt x="311706" y="436597"/>
                      <a:pt x="309738" y="433402"/>
                    </a:cubicBezTo>
                    <a:lnTo>
                      <a:pt x="47407" y="18655"/>
                    </a:lnTo>
                    <a:cubicBezTo>
                      <a:pt x="42426" y="16425"/>
                      <a:pt x="37081" y="15095"/>
                      <a:pt x="31631" y="147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40" name="Google Shape;2240;g3f3ba1429e3_0_4774"/>
              <p:cNvSpPr/>
              <p:nvPr/>
            </p:nvSpPr>
            <p:spPr>
              <a:xfrm>
                <a:off x="6941965" y="3352986"/>
                <a:ext cx="275368" cy="377849"/>
              </a:xfrm>
              <a:custGeom>
                <a:rect b="b" l="l" r="r" t="t"/>
                <a:pathLst>
                  <a:path extrusionOk="0" h="377849" w="275368">
                    <a:moveTo>
                      <a:pt x="201311" y="42374"/>
                    </a:moveTo>
                    <a:lnTo>
                      <a:pt x="0" y="169498"/>
                    </a:lnTo>
                    <a:lnTo>
                      <a:pt x="107044" y="377849"/>
                    </a:lnTo>
                    <a:lnTo>
                      <a:pt x="275368" y="194271"/>
                    </a:lnTo>
                    <a:lnTo>
                      <a:pt x="257767" y="0"/>
                    </a:lnTo>
                    <a:lnTo>
                      <a:pt x="201311" y="42374"/>
                    </a:ln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41" name="Google Shape;2241;g3f3ba1429e3_0_4774"/>
              <p:cNvSpPr/>
              <p:nvPr/>
            </p:nvSpPr>
            <p:spPr>
              <a:xfrm>
                <a:off x="6934890" y="3346286"/>
                <a:ext cx="289538" cy="391606"/>
              </a:xfrm>
              <a:custGeom>
                <a:rect b="b" l="l" r="r" t="t"/>
                <a:pathLst>
                  <a:path extrusionOk="0" h="391606" w="289538">
                    <a:moveTo>
                      <a:pt x="114119" y="391590"/>
                    </a:moveTo>
                    <a:lnTo>
                      <a:pt x="113206" y="391590"/>
                    </a:lnTo>
                    <a:cubicBezTo>
                      <a:pt x="110951" y="391186"/>
                      <a:pt x="108995" y="389804"/>
                      <a:pt x="107861" y="387809"/>
                    </a:cubicBezTo>
                    <a:lnTo>
                      <a:pt x="816" y="179196"/>
                    </a:lnTo>
                    <a:cubicBezTo>
                      <a:pt x="-905" y="175937"/>
                      <a:pt x="177" y="171895"/>
                      <a:pt x="3293" y="169939"/>
                    </a:cubicBezTo>
                    <a:lnTo>
                      <a:pt x="204344" y="43598"/>
                    </a:lnTo>
                    <a:lnTo>
                      <a:pt x="260539" y="1485"/>
                    </a:lnTo>
                    <a:cubicBezTo>
                      <a:pt x="263603" y="-901"/>
                      <a:pt x="268036" y="-354"/>
                      <a:pt x="270422" y="2710"/>
                    </a:cubicBezTo>
                    <a:cubicBezTo>
                      <a:pt x="271256" y="3780"/>
                      <a:pt x="271765" y="5083"/>
                      <a:pt x="271882" y="6439"/>
                    </a:cubicBezTo>
                    <a:lnTo>
                      <a:pt x="289484" y="200710"/>
                    </a:lnTo>
                    <a:cubicBezTo>
                      <a:pt x="289745" y="202678"/>
                      <a:pt x="289067" y="204660"/>
                      <a:pt x="287659" y="206055"/>
                    </a:cubicBezTo>
                    <a:lnTo>
                      <a:pt x="119334" y="389765"/>
                    </a:lnTo>
                    <a:cubicBezTo>
                      <a:pt x="117913" y="391055"/>
                      <a:pt x="116036" y="391721"/>
                      <a:pt x="114119" y="391590"/>
                    </a:cubicBezTo>
                    <a:close/>
                    <a:moveTo>
                      <a:pt x="16332" y="178675"/>
                    </a:moveTo>
                    <a:lnTo>
                      <a:pt x="115814" y="372293"/>
                    </a:lnTo>
                    <a:lnTo>
                      <a:pt x="275142" y="198493"/>
                    </a:lnTo>
                    <a:lnTo>
                      <a:pt x="258974" y="19999"/>
                    </a:lnTo>
                    <a:lnTo>
                      <a:pt x="212558" y="54681"/>
                    </a:lnTo>
                    <a:lnTo>
                      <a:pt x="212558" y="54681"/>
                    </a:lnTo>
                    <a:close/>
                    <a:moveTo>
                      <a:pt x="208386" y="49074"/>
                    </a:moveTo>
                    <a:lnTo>
                      <a:pt x="208386" y="49074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42" name="Google Shape;2242;g3f3ba1429e3_0_4774"/>
              <p:cNvSpPr/>
              <p:nvPr/>
            </p:nvSpPr>
            <p:spPr>
              <a:xfrm>
                <a:off x="6312607" y="3857958"/>
                <a:ext cx="720870" cy="1274753"/>
              </a:xfrm>
              <a:custGeom>
                <a:rect b="b" l="l" r="r" t="t"/>
                <a:pathLst>
                  <a:path extrusionOk="0" h="1274753" w="720870">
                    <a:moveTo>
                      <a:pt x="0" y="279280"/>
                    </a:moveTo>
                    <a:lnTo>
                      <a:pt x="491543" y="773301"/>
                    </a:lnTo>
                    <a:cubicBezTo>
                      <a:pt x="491543" y="773301"/>
                      <a:pt x="367940" y="889863"/>
                      <a:pt x="279671" y="988823"/>
                    </a:cubicBezTo>
                    <a:cubicBezTo>
                      <a:pt x="191402" y="1087784"/>
                      <a:pt x="46677" y="1214777"/>
                      <a:pt x="46677" y="1214777"/>
                    </a:cubicBezTo>
                    <a:lnTo>
                      <a:pt x="96092" y="1274753"/>
                    </a:lnTo>
                    <a:cubicBezTo>
                      <a:pt x="96092" y="1274753"/>
                      <a:pt x="668212" y="844490"/>
                      <a:pt x="695853" y="815675"/>
                    </a:cubicBezTo>
                    <a:cubicBezTo>
                      <a:pt x="723494" y="786860"/>
                      <a:pt x="724146" y="730926"/>
                      <a:pt x="717106" y="656869"/>
                    </a:cubicBezTo>
                    <a:cubicBezTo>
                      <a:pt x="710065" y="582811"/>
                      <a:pt x="501713" y="0"/>
                      <a:pt x="501713" y="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43" name="Google Shape;2243;g3f3ba1429e3_0_4774"/>
              <p:cNvSpPr/>
              <p:nvPr/>
            </p:nvSpPr>
            <p:spPr>
              <a:xfrm>
                <a:off x="6305525" y="3851195"/>
                <a:ext cx="736305" cy="1288775"/>
              </a:xfrm>
              <a:custGeom>
                <a:rect b="b" l="l" r="r" t="t"/>
                <a:pathLst>
                  <a:path extrusionOk="0" h="1288775" w="736305">
                    <a:moveTo>
                      <a:pt x="103174" y="1288688"/>
                    </a:moveTo>
                    <a:cubicBezTo>
                      <a:pt x="101049" y="1288675"/>
                      <a:pt x="99054" y="1287723"/>
                      <a:pt x="97698" y="1286080"/>
                    </a:cubicBezTo>
                    <a:lnTo>
                      <a:pt x="48283" y="1225974"/>
                    </a:lnTo>
                    <a:cubicBezTo>
                      <a:pt x="45858" y="1223040"/>
                      <a:pt x="46197" y="1218711"/>
                      <a:pt x="49065" y="1216195"/>
                    </a:cubicBezTo>
                    <a:cubicBezTo>
                      <a:pt x="50500" y="1215021"/>
                      <a:pt x="194573" y="1088289"/>
                      <a:pt x="281538" y="990893"/>
                    </a:cubicBezTo>
                    <a:cubicBezTo>
                      <a:pt x="358725" y="904449"/>
                      <a:pt x="464074" y="803403"/>
                      <a:pt x="488586" y="779934"/>
                    </a:cubicBezTo>
                    <a:lnTo>
                      <a:pt x="2128" y="290998"/>
                    </a:lnTo>
                    <a:cubicBezTo>
                      <a:pt x="576" y="289460"/>
                      <a:pt x="-193" y="287308"/>
                      <a:pt x="42" y="285131"/>
                    </a:cubicBezTo>
                    <a:cubicBezTo>
                      <a:pt x="393" y="282928"/>
                      <a:pt x="1736" y="280998"/>
                      <a:pt x="3692" y="279916"/>
                    </a:cubicBezTo>
                    <a:lnTo>
                      <a:pt x="506448" y="636"/>
                    </a:lnTo>
                    <a:cubicBezTo>
                      <a:pt x="508365" y="-212"/>
                      <a:pt x="510529" y="-212"/>
                      <a:pt x="512446" y="636"/>
                    </a:cubicBezTo>
                    <a:cubicBezTo>
                      <a:pt x="514376" y="1431"/>
                      <a:pt x="515875" y="2996"/>
                      <a:pt x="516618" y="4938"/>
                    </a:cubicBezTo>
                    <a:cubicBezTo>
                      <a:pt x="525093" y="28668"/>
                      <a:pt x="725231" y="589314"/>
                      <a:pt x="732402" y="663372"/>
                    </a:cubicBezTo>
                    <a:cubicBezTo>
                      <a:pt x="739964" y="743166"/>
                      <a:pt x="738660" y="798448"/>
                      <a:pt x="709194" y="828045"/>
                    </a:cubicBezTo>
                    <a:cubicBezTo>
                      <a:pt x="679727" y="857642"/>
                      <a:pt x="131467" y="1270173"/>
                      <a:pt x="108129" y="1287775"/>
                    </a:cubicBezTo>
                    <a:cubicBezTo>
                      <a:pt x="106630" y="1288622"/>
                      <a:pt x="104882" y="1288948"/>
                      <a:pt x="103174" y="1288688"/>
                    </a:cubicBezTo>
                    <a:close/>
                    <a:moveTo>
                      <a:pt x="64060" y="1222323"/>
                    </a:moveTo>
                    <a:lnTo>
                      <a:pt x="104869" y="1271868"/>
                    </a:lnTo>
                    <a:cubicBezTo>
                      <a:pt x="163281" y="1227799"/>
                      <a:pt x="672947" y="843561"/>
                      <a:pt x="699024" y="817484"/>
                    </a:cubicBezTo>
                    <a:cubicBezTo>
                      <a:pt x="725100" y="791407"/>
                      <a:pt x="725100" y="737690"/>
                      <a:pt x="718190" y="664284"/>
                    </a:cubicBezTo>
                    <a:cubicBezTo>
                      <a:pt x="711671" y="596485"/>
                      <a:pt x="530830" y="86688"/>
                      <a:pt x="505927" y="16933"/>
                    </a:cubicBezTo>
                    <a:lnTo>
                      <a:pt x="19208" y="287739"/>
                    </a:lnTo>
                    <a:lnTo>
                      <a:pt x="504232" y="775110"/>
                    </a:lnTo>
                    <a:cubicBezTo>
                      <a:pt x="505536" y="776492"/>
                      <a:pt x="506279" y="778304"/>
                      <a:pt x="506318" y="780195"/>
                    </a:cubicBezTo>
                    <a:cubicBezTo>
                      <a:pt x="506214" y="782098"/>
                      <a:pt x="505431" y="783911"/>
                      <a:pt x="504102" y="785279"/>
                    </a:cubicBezTo>
                    <a:cubicBezTo>
                      <a:pt x="502798" y="786453"/>
                      <a:pt x="379716" y="902624"/>
                      <a:pt x="292621" y="1000281"/>
                    </a:cubicBezTo>
                    <a:cubicBezTo>
                      <a:pt x="213869" y="1087768"/>
                      <a:pt x="90136" y="1198724"/>
                      <a:pt x="63147" y="122232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44" name="Google Shape;2244;g3f3ba1429e3_0_4774"/>
              <p:cNvSpPr/>
              <p:nvPr/>
            </p:nvSpPr>
            <p:spPr>
              <a:xfrm>
                <a:off x="6248718" y="4779243"/>
                <a:ext cx="445910" cy="557386"/>
              </a:xfrm>
              <a:custGeom>
                <a:rect b="b" l="l" r="r" t="t"/>
                <a:pathLst>
                  <a:path extrusionOk="0" h="557386" w="445910">
                    <a:moveTo>
                      <a:pt x="326740" y="0"/>
                    </a:moveTo>
                    <a:lnTo>
                      <a:pt x="445910" y="207961"/>
                    </a:lnTo>
                    <a:lnTo>
                      <a:pt x="204441" y="334302"/>
                    </a:lnTo>
                    <a:cubicBezTo>
                      <a:pt x="195940" y="362138"/>
                      <a:pt x="195940" y="391865"/>
                      <a:pt x="204441" y="419702"/>
                    </a:cubicBezTo>
                    <a:cubicBezTo>
                      <a:pt x="219305" y="460643"/>
                      <a:pt x="256594" y="501452"/>
                      <a:pt x="260115" y="524009"/>
                    </a:cubicBezTo>
                    <a:cubicBezTo>
                      <a:pt x="263635" y="546565"/>
                      <a:pt x="267547" y="557387"/>
                      <a:pt x="219305" y="557387"/>
                    </a:cubicBezTo>
                    <a:cubicBezTo>
                      <a:pt x="171063" y="557387"/>
                      <a:pt x="119040" y="516577"/>
                      <a:pt x="92964" y="486849"/>
                    </a:cubicBezTo>
                    <a:cubicBezTo>
                      <a:pt x="66887" y="457122"/>
                      <a:pt x="63237" y="375372"/>
                      <a:pt x="40811" y="341994"/>
                    </a:cubicBezTo>
                    <a:cubicBezTo>
                      <a:pt x="18385" y="308616"/>
                      <a:pt x="-18644" y="260244"/>
                      <a:pt x="11083" y="215653"/>
                    </a:cubicBezTo>
                    <a:cubicBezTo>
                      <a:pt x="40811" y="171062"/>
                      <a:pt x="100135" y="163500"/>
                      <a:pt x="100135" y="163500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45" name="Google Shape;2245;g3f3ba1429e3_0_4774"/>
              <p:cNvSpPr/>
              <p:nvPr/>
            </p:nvSpPr>
            <p:spPr>
              <a:xfrm>
                <a:off x="6241498" y="4771893"/>
                <a:ext cx="460182" cy="571516"/>
              </a:xfrm>
              <a:custGeom>
                <a:rect b="b" l="l" r="r" t="t"/>
                <a:pathLst>
                  <a:path extrusionOk="0" h="571516" w="460182">
                    <a:moveTo>
                      <a:pt x="226264" y="571517"/>
                    </a:moveTo>
                    <a:cubicBezTo>
                      <a:pt x="172807" y="571517"/>
                      <a:pt x="118438" y="525752"/>
                      <a:pt x="94708" y="498633"/>
                    </a:cubicBezTo>
                    <a:cubicBezTo>
                      <a:pt x="79584" y="481422"/>
                      <a:pt x="71761" y="449478"/>
                      <a:pt x="64198" y="418578"/>
                    </a:cubicBezTo>
                    <a:cubicBezTo>
                      <a:pt x="60078" y="395891"/>
                      <a:pt x="52660" y="373921"/>
                      <a:pt x="42164" y="353386"/>
                    </a:cubicBezTo>
                    <a:lnTo>
                      <a:pt x="37340" y="346215"/>
                    </a:lnTo>
                    <a:cubicBezTo>
                      <a:pt x="14001" y="311794"/>
                      <a:pt x="-17943" y="264726"/>
                      <a:pt x="12436" y="219222"/>
                    </a:cubicBezTo>
                    <a:cubicBezTo>
                      <a:pt x="40860" y="176457"/>
                      <a:pt x="93926" y="166156"/>
                      <a:pt x="104617" y="164461"/>
                    </a:cubicBezTo>
                    <a:lnTo>
                      <a:pt x="329788" y="2004"/>
                    </a:lnTo>
                    <a:cubicBezTo>
                      <a:pt x="331405" y="505"/>
                      <a:pt x="333595" y="-199"/>
                      <a:pt x="335786" y="49"/>
                    </a:cubicBezTo>
                    <a:cubicBezTo>
                      <a:pt x="337729" y="453"/>
                      <a:pt x="339397" y="1692"/>
                      <a:pt x="340349" y="3439"/>
                    </a:cubicBezTo>
                    <a:lnTo>
                      <a:pt x="459258" y="212051"/>
                    </a:lnTo>
                    <a:cubicBezTo>
                      <a:pt x="460197" y="213720"/>
                      <a:pt x="460432" y="215689"/>
                      <a:pt x="459910" y="217527"/>
                    </a:cubicBezTo>
                    <a:cubicBezTo>
                      <a:pt x="459389" y="219353"/>
                      <a:pt x="458111" y="220878"/>
                      <a:pt x="456390" y="221700"/>
                    </a:cubicBezTo>
                    <a:lnTo>
                      <a:pt x="217528" y="346606"/>
                    </a:lnTo>
                    <a:cubicBezTo>
                      <a:pt x="210240" y="372214"/>
                      <a:pt x="210514" y="399385"/>
                      <a:pt x="218311" y="424836"/>
                    </a:cubicBezTo>
                    <a:cubicBezTo>
                      <a:pt x="226864" y="445384"/>
                      <a:pt x="237568" y="464968"/>
                      <a:pt x="250255" y="483247"/>
                    </a:cubicBezTo>
                    <a:cubicBezTo>
                      <a:pt x="260907" y="497355"/>
                      <a:pt x="269069" y="513196"/>
                      <a:pt x="274375" y="530055"/>
                    </a:cubicBezTo>
                    <a:lnTo>
                      <a:pt x="274375" y="532402"/>
                    </a:lnTo>
                    <a:cubicBezTo>
                      <a:pt x="276201" y="543615"/>
                      <a:pt x="277896" y="553263"/>
                      <a:pt x="271377" y="560956"/>
                    </a:cubicBezTo>
                    <a:cubicBezTo>
                      <a:pt x="264858" y="568648"/>
                      <a:pt x="252341" y="571517"/>
                      <a:pt x="226264" y="571517"/>
                    </a:cubicBezTo>
                    <a:close/>
                    <a:moveTo>
                      <a:pt x="331744" y="17651"/>
                    </a:moveTo>
                    <a:lnTo>
                      <a:pt x="111527" y="176457"/>
                    </a:lnTo>
                    <a:cubicBezTo>
                      <a:pt x="110602" y="177213"/>
                      <a:pt x="109454" y="177656"/>
                      <a:pt x="108268" y="177761"/>
                    </a:cubicBezTo>
                    <a:cubicBezTo>
                      <a:pt x="108268" y="177761"/>
                      <a:pt x="51682" y="185453"/>
                      <a:pt x="24171" y="226654"/>
                    </a:cubicBezTo>
                    <a:cubicBezTo>
                      <a:pt x="-863" y="264204"/>
                      <a:pt x="26779" y="304884"/>
                      <a:pt x="48944" y="337871"/>
                    </a:cubicBezTo>
                    <a:lnTo>
                      <a:pt x="53898" y="345172"/>
                    </a:lnTo>
                    <a:cubicBezTo>
                      <a:pt x="65476" y="367142"/>
                      <a:pt x="73612" y="390754"/>
                      <a:pt x="78019" y="415188"/>
                    </a:cubicBezTo>
                    <a:cubicBezTo>
                      <a:pt x="85060" y="444393"/>
                      <a:pt x="92491" y="474642"/>
                      <a:pt x="105269" y="489245"/>
                    </a:cubicBezTo>
                    <a:cubicBezTo>
                      <a:pt x="133953" y="522102"/>
                      <a:pt x="184151" y="557435"/>
                      <a:pt x="226264" y="557435"/>
                    </a:cubicBezTo>
                    <a:cubicBezTo>
                      <a:pt x="245952" y="557435"/>
                      <a:pt x="257556" y="555480"/>
                      <a:pt x="260685" y="551698"/>
                    </a:cubicBezTo>
                    <a:cubicBezTo>
                      <a:pt x="263814" y="547917"/>
                      <a:pt x="261859" y="542702"/>
                      <a:pt x="260685" y="534618"/>
                    </a:cubicBezTo>
                    <a:lnTo>
                      <a:pt x="260685" y="532272"/>
                    </a:lnTo>
                    <a:cubicBezTo>
                      <a:pt x="255522" y="517395"/>
                      <a:pt x="248090" y="503418"/>
                      <a:pt x="238651" y="490810"/>
                    </a:cubicBezTo>
                    <a:cubicBezTo>
                      <a:pt x="225352" y="471644"/>
                      <a:pt x="214152" y="451095"/>
                      <a:pt x="205273" y="429530"/>
                    </a:cubicBezTo>
                    <a:cubicBezTo>
                      <a:pt x="196159" y="400194"/>
                      <a:pt x="196159" y="368771"/>
                      <a:pt x="205273" y="339435"/>
                    </a:cubicBezTo>
                    <a:cubicBezTo>
                      <a:pt x="205755" y="337649"/>
                      <a:pt x="206994" y="336176"/>
                      <a:pt x="208663" y="335393"/>
                    </a:cubicBezTo>
                    <a:lnTo>
                      <a:pt x="443352" y="212442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46" name="Google Shape;2246;g3f3ba1429e3_0_4774"/>
              <p:cNvSpPr/>
              <p:nvPr/>
            </p:nvSpPr>
            <p:spPr>
              <a:xfrm>
                <a:off x="6248347" y="4972993"/>
                <a:ext cx="251749" cy="363261"/>
              </a:xfrm>
              <a:custGeom>
                <a:rect b="b" l="l" r="r" t="t"/>
                <a:pathLst>
                  <a:path extrusionOk="0" h="363261" w="251749">
                    <a:moveTo>
                      <a:pt x="251750" y="359596"/>
                    </a:moveTo>
                    <a:cubicBezTo>
                      <a:pt x="199597" y="344602"/>
                      <a:pt x="151225" y="302879"/>
                      <a:pt x="118108" y="257376"/>
                    </a:cubicBezTo>
                    <a:cubicBezTo>
                      <a:pt x="81079" y="206526"/>
                      <a:pt x="90336" y="118518"/>
                      <a:pt x="52916" y="86183"/>
                    </a:cubicBezTo>
                    <a:cubicBezTo>
                      <a:pt x="30230" y="66234"/>
                      <a:pt x="28404" y="27119"/>
                      <a:pt x="30360" y="0"/>
                    </a:cubicBezTo>
                    <a:cubicBezTo>
                      <a:pt x="22954" y="6180"/>
                      <a:pt x="16448" y="13377"/>
                      <a:pt x="11063" y="21383"/>
                    </a:cubicBezTo>
                    <a:cubicBezTo>
                      <a:pt x="-18664" y="65974"/>
                      <a:pt x="18495" y="114346"/>
                      <a:pt x="40790" y="147724"/>
                    </a:cubicBezTo>
                    <a:cubicBezTo>
                      <a:pt x="63086" y="181102"/>
                      <a:pt x="66867" y="262851"/>
                      <a:pt x="92944" y="292579"/>
                    </a:cubicBezTo>
                    <a:cubicBezTo>
                      <a:pt x="119020" y="322306"/>
                      <a:pt x="171173" y="363116"/>
                      <a:pt x="219285" y="363116"/>
                    </a:cubicBezTo>
                    <a:cubicBezTo>
                      <a:pt x="230224" y="363703"/>
                      <a:pt x="241189" y="362516"/>
                      <a:pt x="251750" y="35959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47" name="Google Shape;2247;g3f3ba1429e3_0_4774"/>
              <p:cNvSpPr/>
              <p:nvPr/>
            </p:nvSpPr>
            <p:spPr>
              <a:xfrm>
                <a:off x="6241498" y="4966533"/>
                <a:ext cx="266292" cy="377116"/>
              </a:xfrm>
              <a:custGeom>
                <a:rect b="b" l="l" r="r" t="t"/>
                <a:pathLst>
                  <a:path extrusionOk="0" h="377116" w="266292">
                    <a:moveTo>
                      <a:pt x="226264" y="376877"/>
                    </a:moveTo>
                    <a:cubicBezTo>
                      <a:pt x="172807" y="376877"/>
                      <a:pt x="118438" y="331113"/>
                      <a:pt x="94708" y="303993"/>
                    </a:cubicBezTo>
                    <a:cubicBezTo>
                      <a:pt x="79584" y="286783"/>
                      <a:pt x="71761" y="254839"/>
                      <a:pt x="64198" y="223938"/>
                    </a:cubicBezTo>
                    <a:cubicBezTo>
                      <a:pt x="60078" y="201251"/>
                      <a:pt x="52660" y="179282"/>
                      <a:pt x="42164" y="158747"/>
                    </a:cubicBezTo>
                    <a:lnTo>
                      <a:pt x="37340" y="151576"/>
                    </a:lnTo>
                    <a:cubicBezTo>
                      <a:pt x="14001" y="117155"/>
                      <a:pt x="-17943" y="70086"/>
                      <a:pt x="12436" y="24583"/>
                    </a:cubicBezTo>
                    <a:cubicBezTo>
                      <a:pt x="18199" y="15964"/>
                      <a:pt x="25188" y="8246"/>
                      <a:pt x="33167" y="1635"/>
                    </a:cubicBezTo>
                    <a:cubicBezTo>
                      <a:pt x="35332" y="-151"/>
                      <a:pt x="38343" y="-503"/>
                      <a:pt x="40860" y="723"/>
                    </a:cubicBezTo>
                    <a:cubicBezTo>
                      <a:pt x="43441" y="2014"/>
                      <a:pt x="44941" y="4765"/>
                      <a:pt x="44641" y="7633"/>
                    </a:cubicBezTo>
                    <a:cubicBezTo>
                      <a:pt x="43076" y="29668"/>
                      <a:pt x="43468" y="69304"/>
                      <a:pt x="64850" y="87949"/>
                    </a:cubicBezTo>
                    <a:cubicBezTo>
                      <a:pt x="86233" y="106594"/>
                      <a:pt x="92752" y="139059"/>
                      <a:pt x="100184" y="173871"/>
                    </a:cubicBezTo>
                    <a:cubicBezTo>
                      <a:pt x="106834" y="204902"/>
                      <a:pt x="113222" y="236977"/>
                      <a:pt x="130694" y="260315"/>
                    </a:cubicBezTo>
                    <a:cubicBezTo>
                      <a:pt x="167201" y="310512"/>
                      <a:pt x="214530" y="346759"/>
                      <a:pt x="261077" y="359927"/>
                    </a:cubicBezTo>
                    <a:cubicBezTo>
                      <a:pt x="264075" y="360684"/>
                      <a:pt x="266214" y="363357"/>
                      <a:pt x="266292" y="366447"/>
                    </a:cubicBezTo>
                    <a:cubicBezTo>
                      <a:pt x="266331" y="369511"/>
                      <a:pt x="264453" y="372262"/>
                      <a:pt x="261598" y="373357"/>
                    </a:cubicBezTo>
                    <a:cubicBezTo>
                      <a:pt x="250098" y="376486"/>
                      <a:pt x="238155" y="377672"/>
                      <a:pt x="226264" y="376877"/>
                    </a:cubicBezTo>
                    <a:close/>
                    <a:moveTo>
                      <a:pt x="30690" y="24843"/>
                    </a:moveTo>
                    <a:cubicBezTo>
                      <a:pt x="28539" y="27256"/>
                      <a:pt x="26583" y="29824"/>
                      <a:pt x="24823" y="32536"/>
                    </a:cubicBezTo>
                    <a:cubicBezTo>
                      <a:pt x="-211" y="70086"/>
                      <a:pt x="27431" y="110766"/>
                      <a:pt x="49596" y="143753"/>
                    </a:cubicBezTo>
                    <a:lnTo>
                      <a:pt x="54550" y="151054"/>
                    </a:lnTo>
                    <a:cubicBezTo>
                      <a:pt x="66128" y="173024"/>
                      <a:pt x="74264" y="196636"/>
                      <a:pt x="78671" y="221070"/>
                    </a:cubicBezTo>
                    <a:cubicBezTo>
                      <a:pt x="85712" y="250275"/>
                      <a:pt x="93143" y="280524"/>
                      <a:pt x="105921" y="295127"/>
                    </a:cubicBezTo>
                    <a:cubicBezTo>
                      <a:pt x="134605" y="327984"/>
                      <a:pt x="184802" y="363318"/>
                      <a:pt x="226916" y="363318"/>
                    </a:cubicBezTo>
                    <a:lnTo>
                      <a:pt x="229785" y="363318"/>
                    </a:lnTo>
                    <a:cubicBezTo>
                      <a:pt x="185819" y="341504"/>
                      <a:pt x="148021" y="309000"/>
                      <a:pt x="119872" y="268790"/>
                    </a:cubicBezTo>
                    <a:cubicBezTo>
                      <a:pt x="101097" y="242713"/>
                      <a:pt x="93795" y="209466"/>
                      <a:pt x="87015" y="177522"/>
                    </a:cubicBezTo>
                    <a:cubicBezTo>
                      <a:pt x="80235" y="145578"/>
                      <a:pt x="73977" y="114417"/>
                      <a:pt x="56115" y="99292"/>
                    </a:cubicBezTo>
                    <a:cubicBezTo>
                      <a:pt x="35905" y="80778"/>
                      <a:pt x="30168" y="50920"/>
                      <a:pt x="30038" y="2432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48" name="Google Shape;2248;g3f3ba1429e3_0_4774"/>
              <p:cNvSpPr/>
              <p:nvPr/>
            </p:nvSpPr>
            <p:spPr>
              <a:xfrm>
                <a:off x="6272188" y="4079218"/>
                <a:ext cx="669815" cy="1293658"/>
              </a:xfrm>
              <a:custGeom>
                <a:rect b="b" l="l" r="r" t="t"/>
                <a:pathLst>
                  <a:path extrusionOk="0" h="1293658" w="669815">
                    <a:moveTo>
                      <a:pt x="0" y="0"/>
                    </a:moveTo>
                    <a:cubicBezTo>
                      <a:pt x="0" y="0"/>
                      <a:pt x="95310" y="175495"/>
                      <a:pt x="169498" y="277846"/>
                    </a:cubicBezTo>
                    <a:cubicBezTo>
                      <a:pt x="268328" y="414357"/>
                      <a:pt x="447213" y="622709"/>
                      <a:pt x="447213" y="622709"/>
                    </a:cubicBezTo>
                    <a:lnTo>
                      <a:pt x="419050" y="1283097"/>
                    </a:lnTo>
                    <a:lnTo>
                      <a:pt x="507319" y="1293658"/>
                    </a:lnTo>
                    <a:cubicBezTo>
                      <a:pt x="507319" y="1293658"/>
                      <a:pt x="666256" y="643961"/>
                      <a:pt x="669777" y="590895"/>
                    </a:cubicBezTo>
                    <a:cubicBezTo>
                      <a:pt x="673297" y="537829"/>
                      <a:pt x="440172" y="40028"/>
                      <a:pt x="440172" y="40028"/>
                    </a:cubicBezTo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49" name="Google Shape;2249;g3f3ba1429e3_0_4774"/>
              <p:cNvSpPr/>
              <p:nvPr/>
            </p:nvSpPr>
            <p:spPr>
              <a:xfrm>
                <a:off x="6265620" y="4072179"/>
                <a:ext cx="683429" cy="1307737"/>
              </a:xfrm>
              <a:custGeom>
                <a:rect b="b" l="l" r="r" t="t"/>
                <a:pathLst>
                  <a:path extrusionOk="0" h="1307737" w="683429">
                    <a:moveTo>
                      <a:pt x="513888" y="1307738"/>
                    </a:moveTo>
                    <a:lnTo>
                      <a:pt x="512975" y="1307738"/>
                    </a:lnTo>
                    <a:lnTo>
                      <a:pt x="424706" y="1297177"/>
                    </a:lnTo>
                    <a:cubicBezTo>
                      <a:pt x="421029" y="1296707"/>
                      <a:pt x="418344" y="1293448"/>
                      <a:pt x="418578" y="1289745"/>
                    </a:cubicBezTo>
                    <a:lnTo>
                      <a:pt x="446611" y="632224"/>
                    </a:lnTo>
                    <a:cubicBezTo>
                      <a:pt x="427575" y="609799"/>
                      <a:pt x="262901" y="416832"/>
                      <a:pt x="170329" y="289057"/>
                    </a:cubicBezTo>
                    <a:cubicBezTo>
                      <a:pt x="96793" y="187488"/>
                      <a:pt x="832" y="12254"/>
                      <a:pt x="832" y="10429"/>
                    </a:cubicBezTo>
                    <a:cubicBezTo>
                      <a:pt x="-994" y="7013"/>
                      <a:pt x="284" y="2749"/>
                      <a:pt x="3700" y="911"/>
                    </a:cubicBezTo>
                    <a:cubicBezTo>
                      <a:pt x="7012" y="-980"/>
                      <a:pt x="11236" y="167"/>
                      <a:pt x="13127" y="3479"/>
                    </a:cubicBezTo>
                    <a:cubicBezTo>
                      <a:pt x="13153" y="3544"/>
                      <a:pt x="13192" y="3596"/>
                      <a:pt x="13218" y="3649"/>
                    </a:cubicBezTo>
                    <a:cubicBezTo>
                      <a:pt x="14261" y="5474"/>
                      <a:pt x="109310" y="179926"/>
                      <a:pt x="182716" y="280712"/>
                    </a:cubicBezTo>
                    <a:cubicBezTo>
                      <a:pt x="280242" y="415528"/>
                      <a:pt x="458345" y="623097"/>
                      <a:pt x="460170" y="625184"/>
                    </a:cubicBezTo>
                    <a:cubicBezTo>
                      <a:pt x="461240" y="626566"/>
                      <a:pt x="461839" y="628261"/>
                      <a:pt x="461865" y="630008"/>
                    </a:cubicBezTo>
                    <a:lnTo>
                      <a:pt x="432920" y="1283878"/>
                    </a:lnTo>
                    <a:lnTo>
                      <a:pt x="508542" y="1293005"/>
                    </a:lnTo>
                    <a:cubicBezTo>
                      <a:pt x="524580" y="1226770"/>
                      <a:pt x="666045" y="646567"/>
                      <a:pt x="669304" y="597543"/>
                    </a:cubicBezTo>
                    <a:cubicBezTo>
                      <a:pt x="672042" y="555559"/>
                      <a:pt x="505022" y="188141"/>
                      <a:pt x="440352" y="49935"/>
                    </a:cubicBezTo>
                    <a:cubicBezTo>
                      <a:pt x="438762" y="46401"/>
                      <a:pt x="440261" y="42242"/>
                      <a:pt x="443742" y="40547"/>
                    </a:cubicBezTo>
                    <a:cubicBezTo>
                      <a:pt x="447262" y="38891"/>
                      <a:pt x="451461" y="40391"/>
                      <a:pt x="453117" y="43911"/>
                    </a:cubicBezTo>
                    <a:cubicBezTo>
                      <a:pt x="453117" y="43911"/>
                      <a:pt x="453130" y="43924"/>
                      <a:pt x="453130" y="43937"/>
                    </a:cubicBezTo>
                    <a:cubicBezTo>
                      <a:pt x="477120" y="95047"/>
                      <a:pt x="686906" y="545129"/>
                      <a:pt x="683386" y="598325"/>
                    </a:cubicBezTo>
                    <a:cubicBezTo>
                      <a:pt x="679866" y="651521"/>
                      <a:pt x="526926" y="1275664"/>
                      <a:pt x="520668" y="1302392"/>
                    </a:cubicBezTo>
                    <a:cubicBezTo>
                      <a:pt x="519938" y="1305534"/>
                      <a:pt x="517122" y="1307764"/>
                      <a:pt x="513888" y="130773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50" name="Google Shape;2250;g3f3ba1429e3_0_4774"/>
              <p:cNvSpPr/>
              <p:nvPr/>
            </p:nvSpPr>
            <p:spPr>
              <a:xfrm>
                <a:off x="6756658" y="4074009"/>
                <a:ext cx="191564" cy="632741"/>
              </a:xfrm>
              <a:custGeom>
                <a:rect b="b" l="l" r="r" t="t"/>
                <a:pathLst>
                  <a:path extrusionOk="0" h="632741" w="191564">
                    <a:moveTo>
                      <a:pt x="183742" y="632741"/>
                    </a:moveTo>
                    <a:cubicBezTo>
                      <a:pt x="179831" y="632741"/>
                      <a:pt x="176636" y="629612"/>
                      <a:pt x="176571" y="625700"/>
                    </a:cubicBezTo>
                    <a:cubicBezTo>
                      <a:pt x="175789" y="439514"/>
                      <a:pt x="98341" y="291138"/>
                      <a:pt x="15939" y="134027"/>
                    </a:cubicBezTo>
                    <a:lnTo>
                      <a:pt x="684" y="104821"/>
                    </a:lnTo>
                    <a:cubicBezTo>
                      <a:pt x="-228" y="102878"/>
                      <a:pt x="-228" y="100636"/>
                      <a:pt x="684" y="98693"/>
                    </a:cubicBezTo>
                    <a:lnTo>
                      <a:pt x="42277" y="4296"/>
                    </a:lnTo>
                    <a:cubicBezTo>
                      <a:pt x="43828" y="697"/>
                      <a:pt x="48000" y="-972"/>
                      <a:pt x="51599" y="580"/>
                    </a:cubicBezTo>
                    <a:cubicBezTo>
                      <a:pt x="55197" y="2132"/>
                      <a:pt x="56866" y="6304"/>
                      <a:pt x="55315" y="9903"/>
                    </a:cubicBezTo>
                    <a:lnTo>
                      <a:pt x="16200" y="101171"/>
                    </a:lnTo>
                    <a:lnTo>
                      <a:pt x="29238" y="127247"/>
                    </a:lnTo>
                    <a:cubicBezTo>
                      <a:pt x="112292" y="285923"/>
                      <a:pt x="190652" y="435733"/>
                      <a:pt x="191565" y="625309"/>
                    </a:cubicBezTo>
                    <a:cubicBezTo>
                      <a:pt x="191565" y="629221"/>
                      <a:pt x="188436" y="632415"/>
                      <a:pt x="184524" y="63248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51" name="Google Shape;2251;g3f3ba1429e3_0_4774"/>
              <p:cNvSpPr/>
              <p:nvPr/>
            </p:nvSpPr>
            <p:spPr>
              <a:xfrm>
                <a:off x="6762524" y="4950762"/>
                <a:ext cx="18874" cy="55869"/>
              </a:xfrm>
              <a:custGeom>
                <a:rect b="b" l="l" r="r" t="t"/>
                <a:pathLst>
                  <a:path extrusionOk="0" h="55869" w="18874">
                    <a:moveTo>
                      <a:pt x="7075" y="55869"/>
                    </a:moveTo>
                    <a:lnTo>
                      <a:pt x="6293" y="55869"/>
                    </a:lnTo>
                    <a:cubicBezTo>
                      <a:pt x="2446" y="55452"/>
                      <a:pt x="-344" y="52023"/>
                      <a:pt x="34" y="48177"/>
                    </a:cubicBezTo>
                    <a:cubicBezTo>
                      <a:pt x="34" y="48177"/>
                      <a:pt x="1729" y="30836"/>
                      <a:pt x="4858" y="6193"/>
                    </a:cubicBezTo>
                    <a:cubicBezTo>
                      <a:pt x="5250" y="2399"/>
                      <a:pt x="8653" y="-365"/>
                      <a:pt x="12447" y="39"/>
                    </a:cubicBezTo>
                    <a:cubicBezTo>
                      <a:pt x="12525" y="39"/>
                      <a:pt x="12603" y="52"/>
                      <a:pt x="12681" y="65"/>
                    </a:cubicBezTo>
                    <a:cubicBezTo>
                      <a:pt x="16475" y="457"/>
                      <a:pt x="19240" y="3859"/>
                      <a:pt x="18835" y="7654"/>
                    </a:cubicBezTo>
                    <a:cubicBezTo>
                      <a:pt x="18835" y="7732"/>
                      <a:pt x="18822" y="7810"/>
                      <a:pt x="18809" y="7889"/>
                    </a:cubicBezTo>
                    <a:cubicBezTo>
                      <a:pt x="15811" y="32401"/>
                      <a:pt x="14115" y="49481"/>
                      <a:pt x="14115" y="49611"/>
                    </a:cubicBezTo>
                    <a:cubicBezTo>
                      <a:pt x="13659" y="53157"/>
                      <a:pt x="10660" y="55830"/>
                      <a:pt x="7075" y="5586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52" name="Google Shape;2252;g3f3ba1429e3_0_4774"/>
              <p:cNvSpPr/>
              <p:nvPr/>
            </p:nvSpPr>
            <p:spPr>
              <a:xfrm>
                <a:off x="6433155" y="4186452"/>
                <a:ext cx="404505" cy="730606"/>
              </a:xfrm>
              <a:custGeom>
                <a:rect b="b" l="l" r="r" t="t"/>
                <a:pathLst>
                  <a:path extrusionOk="0" h="730606" w="404505">
                    <a:moveTo>
                      <a:pt x="347396" y="730606"/>
                    </a:moveTo>
                    <a:lnTo>
                      <a:pt x="346484" y="730606"/>
                    </a:lnTo>
                    <a:cubicBezTo>
                      <a:pt x="342690" y="730150"/>
                      <a:pt x="339991" y="726708"/>
                      <a:pt x="340447" y="722914"/>
                    </a:cubicBezTo>
                    <a:cubicBezTo>
                      <a:pt x="340460" y="722835"/>
                      <a:pt x="340473" y="722744"/>
                      <a:pt x="340486" y="722653"/>
                    </a:cubicBezTo>
                    <a:cubicBezTo>
                      <a:pt x="349352" y="659417"/>
                      <a:pt x="357697" y="619520"/>
                      <a:pt x="365389" y="604135"/>
                    </a:cubicBezTo>
                    <a:cubicBezTo>
                      <a:pt x="370044" y="597355"/>
                      <a:pt x="371647" y="588945"/>
                      <a:pt x="369822" y="580927"/>
                    </a:cubicBezTo>
                    <a:cubicBezTo>
                      <a:pt x="366302" y="573495"/>
                      <a:pt x="353263" y="570235"/>
                      <a:pt x="340616" y="567106"/>
                    </a:cubicBezTo>
                    <a:cubicBezTo>
                      <a:pt x="335623" y="566363"/>
                      <a:pt x="331516" y="562804"/>
                      <a:pt x="330055" y="557980"/>
                    </a:cubicBezTo>
                    <a:cubicBezTo>
                      <a:pt x="327448" y="547809"/>
                      <a:pt x="339182" y="537118"/>
                      <a:pt x="356132" y="520950"/>
                    </a:cubicBezTo>
                    <a:cubicBezTo>
                      <a:pt x="368427" y="510676"/>
                      <a:pt x="379379" y="498890"/>
                      <a:pt x="388728" y="485877"/>
                    </a:cubicBezTo>
                    <a:cubicBezTo>
                      <a:pt x="390683" y="482618"/>
                      <a:pt x="390162" y="481053"/>
                      <a:pt x="389901" y="480532"/>
                    </a:cubicBezTo>
                    <a:cubicBezTo>
                      <a:pt x="387554" y="473361"/>
                      <a:pt x="368779" y="465538"/>
                      <a:pt x="350786" y="458106"/>
                    </a:cubicBezTo>
                    <a:cubicBezTo>
                      <a:pt x="324736" y="448797"/>
                      <a:pt x="300354" y="435367"/>
                      <a:pt x="278554" y="418339"/>
                    </a:cubicBezTo>
                    <a:cubicBezTo>
                      <a:pt x="240743" y="385222"/>
                      <a:pt x="71897" y="122370"/>
                      <a:pt x="1099" y="10893"/>
                    </a:cubicBezTo>
                    <a:cubicBezTo>
                      <a:pt x="-961" y="7607"/>
                      <a:pt x="-48" y="3266"/>
                      <a:pt x="3186" y="1114"/>
                    </a:cubicBezTo>
                    <a:cubicBezTo>
                      <a:pt x="6458" y="-985"/>
                      <a:pt x="10813" y="-33"/>
                      <a:pt x="12912" y="3252"/>
                    </a:cubicBezTo>
                    <a:cubicBezTo>
                      <a:pt x="12925" y="3279"/>
                      <a:pt x="12951" y="3305"/>
                      <a:pt x="12964" y="3331"/>
                    </a:cubicBezTo>
                    <a:cubicBezTo>
                      <a:pt x="159775" y="234369"/>
                      <a:pt x="262517" y="385613"/>
                      <a:pt x="287811" y="407518"/>
                    </a:cubicBezTo>
                    <a:cubicBezTo>
                      <a:pt x="308412" y="423568"/>
                      <a:pt x="331490" y="436163"/>
                      <a:pt x="356132" y="444807"/>
                    </a:cubicBezTo>
                    <a:cubicBezTo>
                      <a:pt x="381165" y="455238"/>
                      <a:pt x="399289" y="462669"/>
                      <a:pt x="403591" y="475969"/>
                    </a:cubicBezTo>
                    <a:cubicBezTo>
                      <a:pt x="405404" y="481744"/>
                      <a:pt x="404491" y="488029"/>
                      <a:pt x="401114" y="493049"/>
                    </a:cubicBezTo>
                    <a:cubicBezTo>
                      <a:pt x="391140" y="507221"/>
                      <a:pt x="379353" y="520025"/>
                      <a:pt x="366041" y="531120"/>
                    </a:cubicBezTo>
                    <a:cubicBezTo>
                      <a:pt x="358114" y="537822"/>
                      <a:pt x="350865" y="545293"/>
                      <a:pt x="344397" y="553416"/>
                    </a:cubicBezTo>
                    <a:cubicBezTo>
                      <a:pt x="360043" y="557327"/>
                      <a:pt x="376211" y="561500"/>
                      <a:pt x="382339" y="574929"/>
                    </a:cubicBezTo>
                    <a:cubicBezTo>
                      <a:pt x="386368" y="586820"/>
                      <a:pt x="384686" y="599910"/>
                      <a:pt x="377775" y="610393"/>
                    </a:cubicBezTo>
                    <a:cubicBezTo>
                      <a:pt x="372951" y="619911"/>
                      <a:pt x="364737" y="647552"/>
                      <a:pt x="354176" y="724478"/>
                    </a:cubicBezTo>
                    <a:cubicBezTo>
                      <a:pt x="353681" y="727881"/>
                      <a:pt x="350838" y="730450"/>
                      <a:pt x="347396" y="73060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53" name="Google Shape;2253;g3f3ba1429e3_0_4774"/>
              <p:cNvSpPr/>
              <p:nvPr/>
            </p:nvSpPr>
            <p:spPr>
              <a:xfrm>
                <a:off x="6403136" y="4138039"/>
                <a:ext cx="30439" cy="40531"/>
              </a:xfrm>
              <a:custGeom>
                <a:rect b="b" l="l" r="r" t="t"/>
                <a:pathLst>
                  <a:path extrusionOk="0" h="40531" w="30439">
                    <a:moveTo>
                      <a:pt x="23425" y="40531"/>
                    </a:moveTo>
                    <a:cubicBezTo>
                      <a:pt x="20961" y="40544"/>
                      <a:pt x="18679" y="39253"/>
                      <a:pt x="17427" y="37141"/>
                    </a:cubicBezTo>
                    <a:lnTo>
                      <a:pt x="1260" y="11065"/>
                    </a:lnTo>
                    <a:cubicBezTo>
                      <a:pt x="-956" y="7870"/>
                      <a:pt x="-174" y="3489"/>
                      <a:pt x="3020" y="1260"/>
                    </a:cubicBezTo>
                    <a:cubicBezTo>
                      <a:pt x="6214" y="-956"/>
                      <a:pt x="10595" y="-174"/>
                      <a:pt x="12825" y="3020"/>
                    </a:cubicBezTo>
                    <a:cubicBezTo>
                      <a:pt x="12929" y="3177"/>
                      <a:pt x="13034" y="3333"/>
                      <a:pt x="13125" y="3502"/>
                    </a:cubicBezTo>
                    <a:lnTo>
                      <a:pt x="29292" y="29579"/>
                    </a:lnTo>
                    <a:cubicBezTo>
                      <a:pt x="31417" y="32839"/>
                      <a:pt x="30505" y="37194"/>
                      <a:pt x="27258" y="39332"/>
                    </a:cubicBezTo>
                    <a:cubicBezTo>
                      <a:pt x="27245" y="39332"/>
                      <a:pt x="27219" y="39345"/>
                      <a:pt x="27206" y="39358"/>
                    </a:cubicBezTo>
                    <a:cubicBezTo>
                      <a:pt x="26085" y="40114"/>
                      <a:pt x="24768" y="40531"/>
                      <a:pt x="23425" y="4053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54" name="Google Shape;2254;g3f3ba1429e3_0_4774"/>
              <p:cNvSpPr/>
              <p:nvPr/>
            </p:nvSpPr>
            <p:spPr>
              <a:xfrm>
                <a:off x="6615678" y="5014715"/>
                <a:ext cx="416120" cy="539502"/>
              </a:xfrm>
              <a:custGeom>
                <a:rect b="b" l="l" r="r" t="t"/>
                <a:pathLst>
                  <a:path extrusionOk="0" h="539502" w="416120">
                    <a:moveTo>
                      <a:pt x="62914" y="0"/>
                    </a:moveTo>
                    <a:lnTo>
                      <a:pt x="294473" y="19557"/>
                    </a:lnTo>
                    <a:lnTo>
                      <a:pt x="231629" y="345514"/>
                    </a:lnTo>
                    <a:cubicBezTo>
                      <a:pt x="249257" y="383247"/>
                      <a:pt x="282113" y="411697"/>
                      <a:pt x="321984" y="423744"/>
                    </a:cubicBezTo>
                    <a:cubicBezTo>
                      <a:pt x="388610" y="443302"/>
                      <a:pt x="416121" y="455036"/>
                      <a:pt x="416121" y="486458"/>
                    </a:cubicBezTo>
                    <a:cubicBezTo>
                      <a:pt x="416121" y="517881"/>
                      <a:pt x="388610" y="525573"/>
                      <a:pt x="278828" y="537438"/>
                    </a:cubicBezTo>
                    <a:cubicBezTo>
                      <a:pt x="169045" y="549303"/>
                      <a:pt x="55091" y="506146"/>
                      <a:pt x="55091" y="506146"/>
                    </a:cubicBezTo>
                    <a:cubicBezTo>
                      <a:pt x="55091" y="506146"/>
                      <a:pt x="4111" y="498193"/>
                      <a:pt x="200" y="462990"/>
                    </a:cubicBezTo>
                    <a:cubicBezTo>
                      <a:pt x="-3712" y="427786"/>
                      <a:pt x="51179" y="329478"/>
                      <a:pt x="51179" y="329478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55" name="Google Shape;2255;g3f3ba1429e3_0_4774"/>
              <p:cNvSpPr/>
              <p:nvPr/>
            </p:nvSpPr>
            <p:spPr>
              <a:xfrm>
                <a:off x="6608211" y="5008164"/>
                <a:ext cx="430627" cy="553115"/>
              </a:xfrm>
              <a:custGeom>
                <a:rect b="b" l="l" r="r" t="t"/>
                <a:pathLst>
                  <a:path extrusionOk="0" h="553115" w="430627">
                    <a:moveTo>
                      <a:pt x="246266" y="553116"/>
                    </a:moveTo>
                    <a:cubicBezTo>
                      <a:pt x="182913" y="552190"/>
                      <a:pt x="120121" y="541003"/>
                      <a:pt x="60341" y="519998"/>
                    </a:cubicBezTo>
                    <a:cubicBezTo>
                      <a:pt x="53300" y="518825"/>
                      <a:pt x="4537" y="508916"/>
                      <a:pt x="234" y="470844"/>
                    </a:cubicBezTo>
                    <a:cubicBezTo>
                      <a:pt x="-3677" y="435641"/>
                      <a:pt x="42608" y="350240"/>
                      <a:pt x="51214" y="334725"/>
                    </a:cubicBezTo>
                    <a:lnTo>
                      <a:pt x="62948" y="6812"/>
                    </a:lnTo>
                    <a:cubicBezTo>
                      <a:pt x="63026" y="4843"/>
                      <a:pt x="63926" y="3004"/>
                      <a:pt x="65425" y="1727"/>
                    </a:cubicBezTo>
                    <a:cubicBezTo>
                      <a:pt x="66860" y="462"/>
                      <a:pt x="68737" y="-151"/>
                      <a:pt x="70641" y="32"/>
                    </a:cubicBezTo>
                    <a:lnTo>
                      <a:pt x="302201" y="19589"/>
                    </a:lnTo>
                    <a:cubicBezTo>
                      <a:pt x="304170" y="19733"/>
                      <a:pt x="305982" y="20737"/>
                      <a:pt x="307155" y="22327"/>
                    </a:cubicBezTo>
                    <a:cubicBezTo>
                      <a:pt x="308342" y="23944"/>
                      <a:pt x="308811" y="25965"/>
                      <a:pt x="308459" y="27934"/>
                    </a:cubicBezTo>
                    <a:lnTo>
                      <a:pt x="246527" y="350501"/>
                    </a:lnTo>
                    <a:cubicBezTo>
                      <a:pt x="263568" y="385391"/>
                      <a:pt x="294300" y="411676"/>
                      <a:pt x="331406" y="423124"/>
                    </a:cubicBezTo>
                    <a:cubicBezTo>
                      <a:pt x="394772" y="441769"/>
                      <a:pt x="430628" y="454155"/>
                      <a:pt x="430628" y="492618"/>
                    </a:cubicBezTo>
                    <a:cubicBezTo>
                      <a:pt x="430628" y="531081"/>
                      <a:pt x="393338" y="539295"/>
                      <a:pt x="287207" y="550638"/>
                    </a:cubicBezTo>
                    <a:cubicBezTo>
                      <a:pt x="273608" y="552190"/>
                      <a:pt x="259944" y="553012"/>
                      <a:pt x="246266" y="553116"/>
                    </a:cubicBezTo>
                    <a:close/>
                    <a:moveTo>
                      <a:pt x="76769" y="14113"/>
                    </a:moveTo>
                    <a:lnTo>
                      <a:pt x="65165" y="336289"/>
                    </a:lnTo>
                    <a:cubicBezTo>
                      <a:pt x="65191" y="337436"/>
                      <a:pt x="64865" y="338571"/>
                      <a:pt x="64252" y="339549"/>
                    </a:cubicBezTo>
                    <a:cubicBezTo>
                      <a:pt x="49388" y="365625"/>
                      <a:pt x="11186" y="441638"/>
                      <a:pt x="14185" y="468758"/>
                    </a:cubicBezTo>
                    <a:cubicBezTo>
                      <a:pt x="17445" y="498224"/>
                      <a:pt x="62687" y="505656"/>
                      <a:pt x="63209" y="505656"/>
                    </a:cubicBezTo>
                    <a:lnTo>
                      <a:pt x="64513" y="505656"/>
                    </a:lnTo>
                    <a:cubicBezTo>
                      <a:pt x="65686" y="505656"/>
                      <a:pt x="178076" y="548031"/>
                      <a:pt x="284990" y="536557"/>
                    </a:cubicBezTo>
                    <a:cubicBezTo>
                      <a:pt x="393990" y="524953"/>
                      <a:pt x="415373" y="517521"/>
                      <a:pt x="415373" y="492618"/>
                    </a:cubicBezTo>
                    <a:cubicBezTo>
                      <a:pt x="415373" y="467715"/>
                      <a:pt x="393078" y="456372"/>
                      <a:pt x="326191" y="436684"/>
                    </a:cubicBezTo>
                    <a:cubicBezTo>
                      <a:pt x="284182" y="424037"/>
                      <a:pt x="249643" y="393918"/>
                      <a:pt x="231403" y="354021"/>
                    </a:cubicBezTo>
                    <a:cubicBezTo>
                      <a:pt x="231025" y="352743"/>
                      <a:pt x="231025" y="351387"/>
                      <a:pt x="231403" y="350110"/>
                    </a:cubicBezTo>
                    <a:lnTo>
                      <a:pt x="292683" y="32106"/>
                    </a:lnTo>
                    <a:close/>
                    <a:moveTo>
                      <a:pt x="58124" y="336028"/>
                    </a:moveTo>
                    <a:lnTo>
                      <a:pt x="58124" y="336028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56" name="Google Shape;2256;g3f3ba1429e3_0_4774"/>
              <p:cNvSpPr/>
              <p:nvPr/>
            </p:nvSpPr>
            <p:spPr>
              <a:xfrm>
                <a:off x="6615772" y="5452410"/>
                <a:ext cx="415765" cy="101806"/>
              </a:xfrm>
              <a:custGeom>
                <a:rect b="b" l="l" r="r" t="t"/>
                <a:pathLst>
                  <a:path extrusionOk="0" h="101806" w="415765">
                    <a:moveTo>
                      <a:pt x="278733" y="99743"/>
                    </a:moveTo>
                    <a:cubicBezTo>
                      <a:pt x="383039" y="88660"/>
                      <a:pt x="413027" y="80968"/>
                      <a:pt x="415765" y="53196"/>
                    </a:cubicBezTo>
                    <a:cubicBezTo>
                      <a:pt x="352504" y="67851"/>
                      <a:pt x="287260" y="71906"/>
                      <a:pt x="222668" y="65191"/>
                    </a:cubicBezTo>
                    <a:cubicBezTo>
                      <a:pt x="146486" y="55661"/>
                      <a:pt x="72389" y="33626"/>
                      <a:pt x="3365" y="0"/>
                    </a:cubicBezTo>
                    <a:cubicBezTo>
                      <a:pt x="744" y="8162"/>
                      <a:pt x="-365" y="16741"/>
                      <a:pt x="105" y="25294"/>
                    </a:cubicBezTo>
                    <a:cubicBezTo>
                      <a:pt x="4016" y="60497"/>
                      <a:pt x="54996" y="68451"/>
                      <a:pt x="54996" y="68451"/>
                    </a:cubicBezTo>
                    <a:cubicBezTo>
                      <a:pt x="54996" y="68451"/>
                      <a:pt x="168820" y="111608"/>
                      <a:pt x="278733" y="997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57" name="Google Shape;2257;g3f3ba1429e3_0_4774"/>
              <p:cNvSpPr/>
              <p:nvPr/>
            </p:nvSpPr>
            <p:spPr>
              <a:xfrm>
                <a:off x="6608328" y="5445809"/>
                <a:ext cx="429883" cy="115488"/>
              </a:xfrm>
              <a:custGeom>
                <a:rect b="b" l="l" r="r" t="t"/>
                <a:pathLst>
                  <a:path extrusionOk="0" h="115488" w="429883">
                    <a:moveTo>
                      <a:pt x="246150" y="115470"/>
                    </a:moveTo>
                    <a:cubicBezTo>
                      <a:pt x="182797" y="114544"/>
                      <a:pt x="120004" y="103358"/>
                      <a:pt x="60224" y="82353"/>
                    </a:cubicBezTo>
                    <a:cubicBezTo>
                      <a:pt x="53183" y="81180"/>
                      <a:pt x="4420" y="71270"/>
                      <a:pt x="117" y="33199"/>
                    </a:cubicBezTo>
                    <a:cubicBezTo>
                      <a:pt x="-391" y="23772"/>
                      <a:pt x="756" y="14332"/>
                      <a:pt x="3507" y="5297"/>
                    </a:cubicBezTo>
                    <a:cubicBezTo>
                      <a:pt x="4081" y="3276"/>
                      <a:pt x="5515" y="1607"/>
                      <a:pt x="7419" y="733"/>
                    </a:cubicBezTo>
                    <a:cubicBezTo>
                      <a:pt x="9349" y="-244"/>
                      <a:pt x="11617" y="-244"/>
                      <a:pt x="13547" y="733"/>
                    </a:cubicBezTo>
                    <a:cubicBezTo>
                      <a:pt x="81906" y="33929"/>
                      <a:pt x="155234" y="55690"/>
                      <a:pt x="230634" y="65142"/>
                    </a:cubicBezTo>
                    <a:cubicBezTo>
                      <a:pt x="294391" y="71987"/>
                      <a:pt x="358840" y="67985"/>
                      <a:pt x="421254" y="53277"/>
                    </a:cubicBezTo>
                    <a:cubicBezTo>
                      <a:pt x="423496" y="52769"/>
                      <a:pt x="425843" y="53408"/>
                      <a:pt x="427512" y="54973"/>
                    </a:cubicBezTo>
                    <a:cubicBezTo>
                      <a:pt x="429181" y="56446"/>
                      <a:pt x="430042" y="58623"/>
                      <a:pt x="429859" y="60840"/>
                    </a:cubicBezTo>
                    <a:cubicBezTo>
                      <a:pt x="426469" y="95522"/>
                      <a:pt x="387876" y="102953"/>
                      <a:pt x="286438" y="113775"/>
                    </a:cubicBezTo>
                    <a:cubicBezTo>
                      <a:pt x="273048" y="115040"/>
                      <a:pt x="259605" y="115600"/>
                      <a:pt x="246150" y="115470"/>
                    </a:cubicBezTo>
                    <a:close/>
                    <a:moveTo>
                      <a:pt x="15633" y="17162"/>
                    </a:moveTo>
                    <a:cubicBezTo>
                      <a:pt x="14577" y="21816"/>
                      <a:pt x="14225" y="26614"/>
                      <a:pt x="14590" y="31373"/>
                    </a:cubicBezTo>
                    <a:cubicBezTo>
                      <a:pt x="17849" y="60840"/>
                      <a:pt x="63092" y="68272"/>
                      <a:pt x="63614" y="68272"/>
                    </a:cubicBezTo>
                    <a:lnTo>
                      <a:pt x="64918" y="68272"/>
                    </a:lnTo>
                    <a:cubicBezTo>
                      <a:pt x="66091" y="68272"/>
                      <a:pt x="178481" y="110646"/>
                      <a:pt x="285395" y="99172"/>
                    </a:cubicBezTo>
                    <a:lnTo>
                      <a:pt x="285395" y="99172"/>
                    </a:lnTo>
                    <a:cubicBezTo>
                      <a:pt x="371448" y="90046"/>
                      <a:pt x="402740" y="83266"/>
                      <a:pt x="412779" y="69054"/>
                    </a:cubicBezTo>
                    <a:cubicBezTo>
                      <a:pt x="352516" y="82183"/>
                      <a:pt x="290506" y="85391"/>
                      <a:pt x="229200" y="78572"/>
                    </a:cubicBezTo>
                    <a:cubicBezTo>
                      <a:pt x="155208" y="69523"/>
                      <a:pt x="83132" y="48792"/>
                      <a:pt x="15633" y="17162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58" name="Google Shape;2258;g3f3ba1429e3_0_4774"/>
              <p:cNvSpPr/>
              <p:nvPr/>
            </p:nvSpPr>
            <p:spPr>
              <a:xfrm>
                <a:off x="5909685" y="3155683"/>
                <a:ext cx="922758" cy="985080"/>
              </a:xfrm>
              <a:custGeom>
                <a:rect b="b" l="l" r="r" t="t"/>
                <a:pathLst>
                  <a:path extrusionOk="0" h="985080" w="922758">
                    <a:moveTo>
                      <a:pt x="359635" y="92475"/>
                    </a:moveTo>
                    <a:cubicBezTo>
                      <a:pt x="359635" y="92475"/>
                      <a:pt x="91699" y="229117"/>
                      <a:pt x="30028" y="296133"/>
                    </a:cubicBezTo>
                    <a:cubicBezTo>
                      <a:pt x="-31644" y="363150"/>
                      <a:pt x="16989" y="424691"/>
                      <a:pt x="40719" y="494315"/>
                    </a:cubicBezTo>
                    <a:cubicBezTo>
                      <a:pt x="64449" y="563940"/>
                      <a:pt x="378802" y="962781"/>
                      <a:pt x="402922" y="981556"/>
                    </a:cubicBezTo>
                    <a:cubicBezTo>
                      <a:pt x="427043" y="1000331"/>
                      <a:pt x="550255" y="941398"/>
                      <a:pt x="716493" y="869035"/>
                    </a:cubicBezTo>
                    <a:cubicBezTo>
                      <a:pt x="882731" y="796673"/>
                      <a:pt x="922759" y="767207"/>
                      <a:pt x="922759" y="727048"/>
                    </a:cubicBezTo>
                    <a:cubicBezTo>
                      <a:pt x="922759" y="686891"/>
                      <a:pt x="707888" y="36020"/>
                      <a:pt x="694589" y="6683"/>
                    </a:cubicBezTo>
                    <a:cubicBezTo>
                      <a:pt x="681290" y="-22653"/>
                      <a:pt x="429260" y="51665"/>
                      <a:pt x="359635" y="9247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59" name="Google Shape;2259;g3f3ba1429e3_0_4774"/>
              <p:cNvSpPr/>
              <p:nvPr/>
            </p:nvSpPr>
            <p:spPr>
              <a:xfrm>
                <a:off x="5902152" y="3148608"/>
                <a:ext cx="936810" cy="999252"/>
              </a:xfrm>
              <a:custGeom>
                <a:rect b="b" l="l" r="r" t="t"/>
                <a:pathLst>
                  <a:path extrusionOk="0" h="999252" w="936810">
                    <a:moveTo>
                      <a:pt x="424406" y="999192"/>
                    </a:moveTo>
                    <a:cubicBezTo>
                      <a:pt x="417939" y="999609"/>
                      <a:pt x="411524" y="997862"/>
                      <a:pt x="406152" y="994237"/>
                    </a:cubicBezTo>
                    <a:cubicBezTo>
                      <a:pt x="387247" y="979504"/>
                      <a:pt x="67157" y="577012"/>
                      <a:pt x="41080" y="503737"/>
                    </a:cubicBezTo>
                    <a:cubicBezTo>
                      <a:pt x="36386" y="490699"/>
                      <a:pt x="30650" y="476878"/>
                      <a:pt x="25173" y="463840"/>
                    </a:cubicBezTo>
                    <a:cubicBezTo>
                      <a:pt x="2617" y="410643"/>
                      <a:pt x="-20721" y="355492"/>
                      <a:pt x="31823" y="298384"/>
                    </a:cubicBezTo>
                    <a:cubicBezTo>
                      <a:pt x="93364" y="231498"/>
                      <a:pt x="350088" y="99941"/>
                      <a:pt x="363256" y="93292"/>
                    </a:cubicBezTo>
                    <a:cubicBezTo>
                      <a:pt x="429230" y="55350"/>
                      <a:pt x="650881" y="-12579"/>
                      <a:pt x="697036" y="2024"/>
                    </a:cubicBezTo>
                    <a:cubicBezTo>
                      <a:pt x="701795" y="3171"/>
                      <a:pt x="705811" y="6366"/>
                      <a:pt x="707988" y="10760"/>
                    </a:cubicBezTo>
                    <a:cubicBezTo>
                      <a:pt x="722852" y="43355"/>
                      <a:pt x="936810" y="693444"/>
                      <a:pt x="936810" y="733993"/>
                    </a:cubicBezTo>
                    <a:cubicBezTo>
                      <a:pt x="936810" y="779105"/>
                      <a:pt x="893523" y="809615"/>
                      <a:pt x="726242" y="882499"/>
                    </a:cubicBezTo>
                    <a:cubicBezTo>
                      <a:pt x="703295" y="892408"/>
                      <a:pt x="681130" y="902187"/>
                      <a:pt x="660007" y="911574"/>
                    </a:cubicBezTo>
                    <a:cubicBezTo>
                      <a:pt x="533536" y="967509"/>
                      <a:pt x="459739" y="999061"/>
                      <a:pt x="424406" y="999192"/>
                    </a:cubicBezTo>
                    <a:close/>
                    <a:moveTo>
                      <a:pt x="680999" y="13367"/>
                    </a:moveTo>
                    <a:cubicBezTo>
                      <a:pt x="625586" y="13367"/>
                      <a:pt x="436922" y="67346"/>
                      <a:pt x="370688" y="105678"/>
                    </a:cubicBezTo>
                    <a:lnTo>
                      <a:pt x="370688" y="105678"/>
                    </a:lnTo>
                    <a:cubicBezTo>
                      <a:pt x="368080" y="106982"/>
                      <a:pt x="103142" y="242450"/>
                      <a:pt x="43166" y="307772"/>
                    </a:cubicBezTo>
                    <a:cubicBezTo>
                      <a:pt x="-3250" y="358230"/>
                      <a:pt x="16307" y="404515"/>
                      <a:pt x="39124" y="458234"/>
                    </a:cubicBezTo>
                    <a:cubicBezTo>
                      <a:pt x="44731" y="471272"/>
                      <a:pt x="50468" y="485092"/>
                      <a:pt x="55292" y="499043"/>
                    </a:cubicBezTo>
                    <a:cubicBezTo>
                      <a:pt x="80456" y="571797"/>
                      <a:pt x="396504" y="968421"/>
                      <a:pt x="415148" y="982894"/>
                    </a:cubicBezTo>
                    <a:cubicBezTo>
                      <a:pt x="433793" y="997366"/>
                      <a:pt x="540707" y="948994"/>
                      <a:pt x="655183" y="898536"/>
                    </a:cubicBezTo>
                    <a:lnTo>
                      <a:pt x="721548" y="869461"/>
                    </a:lnTo>
                    <a:cubicBezTo>
                      <a:pt x="878007" y="801271"/>
                      <a:pt x="923641" y="770761"/>
                      <a:pt x="923641" y="733993"/>
                    </a:cubicBezTo>
                    <a:cubicBezTo>
                      <a:pt x="923641" y="699572"/>
                      <a:pt x="713856" y="56002"/>
                      <a:pt x="695993" y="16887"/>
                    </a:cubicBezTo>
                    <a:cubicBezTo>
                      <a:pt x="693776" y="14410"/>
                      <a:pt x="688170" y="13367"/>
                      <a:pt x="680999" y="13367"/>
                    </a:cubicBezTo>
                    <a:close/>
                    <a:moveTo>
                      <a:pt x="367168" y="99550"/>
                    </a:moveTo>
                    <a:lnTo>
                      <a:pt x="367168" y="99550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2260" name="Google Shape;2260;g3f3ba1429e3_0_4774"/>
              <p:cNvGrpSpPr/>
              <p:nvPr/>
            </p:nvGrpSpPr>
            <p:grpSpPr>
              <a:xfrm>
                <a:off x="5909424" y="3227297"/>
                <a:ext cx="721708" cy="913466"/>
                <a:chOff x="5909424" y="3227297"/>
                <a:chExt cx="721708" cy="913466"/>
              </a:xfrm>
            </p:grpSpPr>
            <p:sp>
              <p:nvSpPr>
                <p:cNvPr id="2261" name="Google Shape;2261;g3f3ba1429e3_0_4774"/>
                <p:cNvSpPr/>
                <p:nvPr/>
              </p:nvSpPr>
              <p:spPr>
                <a:xfrm>
                  <a:off x="5909424" y="3227297"/>
                  <a:ext cx="721708" cy="913466"/>
                </a:xfrm>
                <a:custGeom>
                  <a:rect b="b" l="l" r="r" t="t"/>
                  <a:pathLst>
                    <a:path extrusionOk="0" h="913466" w="721708">
                      <a:moveTo>
                        <a:pt x="286230" y="553736"/>
                      </a:moveTo>
                      <a:lnTo>
                        <a:pt x="465767" y="560907"/>
                      </a:lnTo>
                      <a:lnTo>
                        <a:pt x="224559" y="513708"/>
                      </a:lnTo>
                      <a:cubicBezTo>
                        <a:pt x="224559" y="513708"/>
                        <a:pt x="55713" y="438217"/>
                        <a:pt x="55713" y="348383"/>
                      </a:cubicBezTo>
                      <a:cubicBezTo>
                        <a:pt x="55713" y="258549"/>
                        <a:pt x="160019" y="226345"/>
                        <a:pt x="160019" y="226345"/>
                      </a:cubicBezTo>
                      <a:lnTo>
                        <a:pt x="415178" y="158024"/>
                      </a:lnTo>
                      <a:lnTo>
                        <a:pt x="433171" y="0"/>
                      </a:lnTo>
                      <a:cubicBezTo>
                        <a:pt x="429129" y="0"/>
                        <a:pt x="417525" y="0"/>
                        <a:pt x="401358" y="1043"/>
                      </a:cubicBezTo>
                      <a:cubicBezTo>
                        <a:pt x="387055" y="6767"/>
                        <a:pt x="373117" y="13390"/>
                        <a:pt x="359635" y="20861"/>
                      </a:cubicBezTo>
                      <a:cubicBezTo>
                        <a:pt x="359635" y="20861"/>
                        <a:pt x="91698" y="157502"/>
                        <a:pt x="30027" y="224519"/>
                      </a:cubicBezTo>
                      <a:cubicBezTo>
                        <a:pt x="-31644" y="291536"/>
                        <a:pt x="16989" y="353077"/>
                        <a:pt x="40719" y="422701"/>
                      </a:cubicBezTo>
                      <a:cubicBezTo>
                        <a:pt x="64448" y="492326"/>
                        <a:pt x="378801" y="891167"/>
                        <a:pt x="402922" y="909942"/>
                      </a:cubicBezTo>
                      <a:cubicBezTo>
                        <a:pt x="427043" y="928717"/>
                        <a:pt x="550255" y="869784"/>
                        <a:pt x="716493" y="797421"/>
                      </a:cubicBezTo>
                      <a:lnTo>
                        <a:pt x="721708" y="795075"/>
                      </a:lnTo>
                      <a:cubicBezTo>
                        <a:pt x="673988" y="804723"/>
                        <a:pt x="520788" y="842273"/>
                        <a:pt x="472677" y="801072"/>
                      </a:cubicBezTo>
                      <a:cubicBezTo>
                        <a:pt x="422480" y="757915"/>
                        <a:pt x="318304" y="650219"/>
                        <a:pt x="318304" y="650219"/>
                      </a:cubicBezTo>
                      <a:lnTo>
                        <a:pt x="706193" y="653740"/>
                      </a:ln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262" name="Google Shape;2262;g3f3ba1429e3_0_4774"/>
                <p:cNvSpPr/>
                <p:nvPr/>
              </p:nvSpPr>
              <p:spPr>
                <a:xfrm>
                  <a:off x="5909424" y="3227297"/>
                  <a:ext cx="721708" cy="913466"/>
                </a:xfrm>
                <a:custGeom>
                  <a:rect b="b" l="l" r="r" t="t"/>
                  <a:pathLst>
                    <a:path extrusionOk="0" h="913466" w="721708">
                      <a:moveTo>
                        <a:pt x="286230" y="553736"/>
                      </a:moveTo>
                      <a:lnTo>
                        <a:pt x="465767" y="560907"/>
                      </a:lnTo>
                      <a:lnTo>
                        <a:pt x="224559" y="513708"/>
                      </a:lnTo>
                      <a:cubicBezTo>
                        <a:pt x="224559" y="513708"/>
                        <a:pt x="55713" y="438217"/>
                        <a:pt x="55713" y="348383"/>
                      </a:cubicBezTo>
                      <a:cubicBezTo>
                        <a:pt x="55713" y="258549"/>
                        <a:pt x="160019" y="226345"/>
                        <a:pt x="160019" y="226345"/>
                      </a:cubicBezTo>
                      <a:lnTo>
                        <a:pt x="415178" y="158024"/>
                      </a:lnTo>
                      <a:lnTo>
                        <a:pt x="433171" y="0"/>
                      </a:lnTo>
                      <a:cubicBezTo>
                        <a:pt x="429129" y="0"/>
                        <a:pt x="417525" y="0"/>
                        <a:pt x="401358" y="1043"/>
                      </a:cubicBezTo>
                      <a:cubicBezTo>
                        <a:pt x="387055" y="6767"/>
                        <a:pt x="373117" y="13390"/>
                        <a:pt x="359635" y="20861"/>
                      </a:cubicBezTo>
                      <a:cubicBezTo>
                        <a:pt x="359635" y="20861"/>
                        <a:pt x="91698" y="157502"/>
                        <a:pt x="30027" y="224519"/>
                      </a:cubicBezTo>
                      <a:cubicBezTo>
                        <a:pt x="-31644" y="291536"/>
                        <a:pt x="16989" y="353077"/>
                        <a:pt x="40719" y="422701"/>
                      </a:cubicBezTo>
                      <a:cubicBezTo>
                        <a:pt x="64448" y="492326"/>
                        <a:pt x="378801" y="891167"/>
                        <a:pt x="402922" y="909942"/>
                      </a:cubicBezTo>
                      <a:cubicBezTo>
                        <a:pt x="427043" y="928717"/>
                        <a:pt x="550255" y="869784"/>
                        <a:pt x="716493" y="797421"/>
                      </a:cubicBezTo>
                      <a:lnTo>
                        <a:pt x="721708" y="795075"/>
                      </a:lnTo>
                      <a:cubicBezTo>
                        <a:pt x="673988" y="804723"/>
                        <a:pt x="520788" y="842273"/>
                        <a:pt x="472677" y="801072"/>
                      </a:cubicBezTo>
                      <a:cubicBezTo>
                        <a:pt x="422480" y="757915"/>
                        <a:pt x="318304" y="650219"/>
                        <a:pt x="318304" y="650219"/>
                      </a:cubicBezTo>
                      <a:lnTo>
                        <a:pt x="706193" y="653740"/>
                      </a:lnTo>
                      <a:close/>
                    </a:path>
                  </a:pathLst>
                </a:custGeom>
                <a:solidFill>
                  <a:srgbClr val="FFFFFF">
                    <a:alpha val="48627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2263" name="Google Shape;2263;g3f3ba1429e3_0_4774"/>
              <p:cNvSpPr/>
              <p:nvPr/>
            </p:nvSpPr>
            <p:spPr>
              <a:xfrm>
                <a:off x="6194350" y="3178664"/>
                <a:ext cx="302407" cy="265486"/>
              </a:xfrm>
              <a:custGeom>
                <a:rect b="b" l="l" r="r" t="t"/>
                <a:pathLst>
                  <a:path extrusionOk="0" h="265486" w="302407">
                    <a:moveTo>
                      <a:pt x="0" y="109130"/>
                    </a:moveTo>
                    <a:cubicBezTo>
                      <a:pt x="32374" y="157489"/>
                      <a:pt x="74305" y="198716"/>
                      <a:pt x="123212" y="230256"/>
                    </a:cubicBezTo>
                    <a:cubicBezTo>
                      <a:pt x="208873" y="283843"/>
                      <a:pt x="265199" y="273152"/>
                      <a:pt x="294665" y="219434"/>
                    </a:cubicBezTo>
                    <a:cubicBezTo>
                      <a:pt x="318786" y="175626"/>
                      <a:pt x="280193" y="45764"/>
                      <a:pt x="265329" y="0"/>
                    </a:cubicBezTo>
                    <a:cubicBezTo>
                      <a:pt x="191402" y="20079"/>
                      <a:pt x="110043" y="49154"/>
                      <a:pt x="74970" y="69494"/>
                    </a:cubicBezTo>
                    <a:cubicBezTo>
                      <a:pt x="74970" y="69494"/>
                      <a:pt x="43939" y="85401"/>
                      <a:pt x="0" y="10913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64" name="Google Shape;2264;g3f3ba1429e3_0_4774"/>
              <p:cNvSpPr/>
              <p:nvPr/>
            </p:nvSpPr>
            <p:spPr>
              <a:xfrm>
                <a:off x="6187227" y="3171522"/>
                <a:ext cx="316442" cy="279644"/>
              </a:xfrm>
              <a:custGeom>
                <a:rect b="b" l="l" r="r" t="t"/>
                <a:pathLst>
                  <a:path extrusionOk="0" h="279644" w="316442">
                    <a:moveTo>
                      <a:pt x="228513" y="279642"/>
                    </a:moveTo>
                    <a:cubicBezTo>
                      <a:pt x="199307" y="279642"/>
                      <a:pt x="165147" y="267517"/>
                      <a:pt x="126554" y="243396"/>
                    </a:cubicBezTo>
                    <a:cubicBezTo>
                      <a:pt x="76904" y="211191"/>
                      <a:pt x="34295" y="169273"/>
                      <a:pt x="1256" y="120184"/>
                    </a:cubicBezTo>
                    <a:cubicBezTo>
                      <a:pt x="96" y="118554"/>
                      <a:pt x="-283" y="116507"/>
                      <a:pt x="213" y="114577"/>
                    </a:cubicBezTo>
                    <a:cubicBezTo>
                      <a:pt x="708" y="112635"/>
                      <a:pt x="1986" y="110992"/>
                      <a:pt x="3733" y="110014"/>
                    </a:cubicBezTo>
                    <a:cubicBezTo>
                      <a:pt x="47020" y="86545"/>
                      <a:pt x="78573" y="70899"/>
                      <a:pt x="78834" y="70247"/>
                    </a:cubicBezTo>
                    <a:cubicBezTo>
                      <a:pt x="112994" y="50560"/>
                      <a:pt x="192006" y="21745"/>
                      <a:pt x="270496" y="232"/>
                    </a:cubicBezTo>
                    <a:cubicBezTo>
                      <a:pt x="274147" y="-720"/>
                      <a:pt x="277915" y="1340"/>
                      <a:pt x="279102" y="4926"/>
                    </a:cubicBezTo>
                    <a:cubicBezTo>
                      <a:pt x="296182" y="57079"/>
                      <a:pt x="333080" y="184463"/>
                      <a:pt x="307916" y="230097"/>
                    </a:cubicBezTo>
                    <a:cubicBezTo>
                      <a:pt x="296703" y="252901"/>
                      <a:pt x="276312" y="269877"/>
                      <a:pt x="251852" y="276774"/>
                    </a:cubicBezTo>
                    <a:cubicBezTo>
                      <a:pt x="244224" y="278730"/>
                      <a:pt x="236388" y="279694"/>
                      <a:pt x="228513" y="279642"/>
                    </a:cubicBezTo>
                    <a:close/>
                    <a:moveTo>
                      <a:pt x="17293" y="118750"/>
                    </a:moveTo>
                    <a:cubicBezTo>
                      <a:pt x="48767" y="163523"/>
                      <a:pt x="88612" y="201777"/>
                      <a:pt x="134638" y="231401"/>
                    </a:cubicBezTo>
                    <a:cubicBezTo>
                      <a:pt x="180793" y="260215"/>
                      <a:pt x="219256" y="270515"/>
                      <a:pt x="248983" y="263083"/>
                    </a:cubicBezTo>
                    <a:cubicBezTo>
                      <a:pt x="269662" y="257086"/>
                      <a:pt x="286820" y="242574"/>
                      <a:pt x="296182" y="223186"/>
                    </a:cubicBezTo>
                    <a:cubicBezTo>
                      <a:pt x="318217" y="183420"/>
                      <a:pt x="283144" y="61642"/>
                      <a:pt x="268410" y="15747"/>
                    </a:cubicBezTo>
                    <a:cubicBezTo>
                      <a:pt x="194092" y="36348"/>
                      <a:pt x="118340" y="64119"/>
                      <a:pt x="85874" y="82764"/>
                    </a:cubicBezTo>
                    <a:cubicBezTo>
                      <a:pt x="84962" y="83025"/>
                      <a:pt x="56799" y="97367"/>
                      <a:pt x="17293" y="11875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65" name="Google Shape;2265;g3f3ba1429e3_0_4774"/>
              <p:cNvSpPr/>
              <p:nvPr/>
            </p:nvSpPr>
            <p:spPr>
              <a:xfrm>
                <a:off x="6175444" y="3103042"/>
                <a:ext cx="276215" cy="290553"/>
              </a:xfrm>
              <a:custGeom>
                <a:rect b="b" l="l" r="r" t="t"/>
                <a:pathLst>
                  <a:path extrusionOk="0" h="290553" w="276215">
                    <a:moveTo>
                      <a:pt x="262591" y="43287"/>
                    </a:moveTo>
                    <a:cubicBezTo>
                      <a:pt x="250439" y="57290"/>
                      <a:pt x="244637" y="75700"/>
                      <a:pt x="246554" y="94136"/>
                    </a:cubicBezTo>
                    <a:cubicBezTo>
                      <a:pt x="251900" y="120995"/>
                      <a:pt x="278759" y="225432"/>
                      <a:pt x="276021" y="260244"/>
                    </a:cubicBezTo>
                    <a:cubicBezTo>
                      <a:pt x="273282" y="295056"/>
                      <a:pt x="241208" y="300532"/>
                      <a:pt x="174191" y="273282"/>
                    </a:cubicBezTo>
                    <a:cubicBezTo>
                      <a:pt x="107175" y="246032"/>
                      <a:pt x="64409" y="168976"/>
                      <a:pt x="53587" y="150071"/>
                    </a:cubicBezTo>
                    <a:cubicBezTo>
                      <a:pt x="42766" y="131165"/>
                      <a:pt x="0" y="18775"/>
                      <a:pt x="0" y="18775"/>
                    </a:cubicBezTo>
                    <a:lnTo>
                      <a:pt x="29467" y="0"/>
                    </a:lnTo>
                    <a:cubicBezTo>
                      <a:pt x="29467" y="0"/>
                      <a:pt x="59064" y="45504"/>
                      <a:pt x="131296" y="45504"/>
                    </a:cubicBezTo>
                    <a:cubicBezTo>
                      <a:pt x="203528" y="45504"/>
                      <a:pt x="254638" y="7953"/>
                      <a:pt x="262591" y="24121"/>
                    </a:cubicBezTo>
                    <a:cubicBezTo>
                      <a:pt x="270544" y="40288"/>
                      <a:pt x="262591" y="43287"/>
                      <a:pt x="262591" y="4328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66" name="Google Shape;2266;g3f3ba1429e3_0_4774"/>
              <p:cNvSpPr/>
              <p:nvPr/>
            </p:nvSpPr>
            <p:spPr>
              <a:xfrm>
                <a:off x="6168474" y="3096336"/>
                <a:ext cx="289997" cy="304531"/>
              </a:xfrm>
              <a:custGeom>
                <a:rect b="b" l="l" r="r" t="t"/>
                <a:pathLst>
                  <a:path extrusionOk="0" h="304531" w="289997">
                    <a:moveTo>
                      <a:pt x="247918" y="304500"/>
                    </a:moveTo>
                    <a:cubicBezTo>
                      <a:pt x="223928" y="302844"/>
                      <a:pt x="200433" y="296886"/>
                      <a:pt x="178554" y="286899"/>
                    </a:cubicBezTo>
                    <a:cubicBezTo>
                      <a:pt x="133703" y="269036"/>
                      <a:pt x="92371" y="227053"/>
                      <a:pt x="55343" y="162253"/>
                    </a:cubicBezTo>
                    <a:lnTo>
                      <a:pt x="54430" y="160688"/>
                    </a:lnTo>
                    <a:cubicBezTo>
                      <a:pt x="43608" y="141652"/>
                      <a:pt x="2277" y="32913"/>
                      <a:pt x="451" y="28350"/>
                    </a:cubicBezTo>
                    <a:cubicBezTo>
                      <a:pt x="-709" y="25233"/>
                      <a:pt x="425" y="21726"/>
                      <a:pt x="3190" y="19875"/>
                    </a:cubicBezTo>
                    <a:lnTo>
                      <a:pt x="32656" y="1100"/>
                    </a:lnTo>
                    <a:cubicBezTo>
                      <a:pt x="35942" y="-961"/>
                      <a:pt x="40283" y="-48"/>
                      <a:pt x="42435" y="3186"/>
                    </a:cubicBezTo>
                    <a:cubicBezTo>
                      <a:pt x="43608" y="4881"/>
                      <a:pt x="70989" y="45560"/>
                      <a:pt x="138266" y="45560"/>
                    </a:cubicBezTo>
                    <a:cubicBezTo>
                      <a:pt x="169441" y="44660"/>
                      <a:pt x="200263" y="38715"/>
                      <a:pt x="229534" y="27958"/>
                    </a:cubicBezTo>
                    <a:cubicBezTo>
                      <a:pt x="252481" y="20396"/>
                      <a:pt x="268649" y="14920"/>
                      <a:pt x="275690" y="27958"/>
                    </a:cubicBezTo>
                    <a:cubicBezTo>
                      <a:pt x="279771" y="34295"/>
                      <a:pt x="280918" y="42092"/>
                      <a:pt x="278819" y="49341"/>
                    </a:cubicBezTo>
                    <a:cubicBezTo>
                      <a:pt x="277854" y="51779"/>
                      <a:pt x="276172" y="53865"/>
                      <a:pt x="273995" y="55339"/>
                    </a:cubicBezTo>
                    <a:cubicBezTo>
                      <a:pt x="263603" y="67490"/>
                      <a:pt x="258609" y="83358"/>
                      <a:pt x="260174" y="99278"/>
                    </a:cubicBezTo>
                    <a:cubicBezTo>
                      <a:pt x="261348" y="105014"/>
                      <a:pt x="263434" y="114141"/>
                      <a:pt x="266041" y="125354"/>
                    </a:cubicBezTo>
                    <a:cubicBezTo>
                      <a:pt x="275690" y="167859"/>
                      <a:pt x="292118" y="238918"/>
                      <a:pt x="289771" y="267341"/>
                    </a:cubicBezTo>
                    <a:cubicBezTo>
                      <a:pt x="289797" y="279662"/>
                      <a:pt x="283630" y="291188"/>
                      <a:pt x="273343" y="297981"/>
                    </a:cubicBezTo>
                    <a:cubicBezTo>
                      <a:pt x="265676" y="302558"/>
                      <a:pt x="256849" y="304826"/>
                      <a:pt x="247918" y="304500"/>
                    </a:cubicBezTo>
                    <a:close/>
                    <a:moveTo>
                      <a:pt x="15706" y="28741"/>
                    </a:moveTo>
                    <a:cubicBezTo>
                      <a:pt x="24312" y="51297"/>
                      <a:pt x="57690" y="137871"/>
                      <a:pt x="66686" y="153647"/>
                    </a:cubicBezTo>
                    <a:lnTo>
                      <a:pt x="67599" y="155212"/>
                    </a:lnTo>
                    <a:cubicBezTo>
                      <a:pt x="102932" y="217274"/>
                      <a:pt x="142047" y="257171"/>
                      <a:pt x="183770" y="273860"/>
                    </a:cubicBezTo>
                    <a:cubicBezTo>
                      <a:pt x="235271" y="294330"/>
                      <a:pt x="256915" y="291853"/>
                      <a:pt x="266172" y="286116"/>
                    </a:cubicBezTo>
                    <a:cubicBezTo>
                      <a:pt x="272547" y="281631"/>
                      <a:pt x="276224" y="274225"/>
                      <a:pt x="275950" y="266428"/>
                    </a:cubicBezTo>
                    <a:cubicBezTo>
                      <a:pt x="278037" y="240352"/>
                      <a:pt x="261348" y="167598"/>
                      <a:pt x="252481" y="128614"/>
                    </a:cubicBezTo>
                    <a:cubicBezTo>
                      <a:pt x="249874" y="117270"/>
                      <a:pt x="247788" y="108013"/>
                      <a:pt x="246614" y="102537"/>
                    </a:cubicBezTo>
                    <a:cubicBezTo>
                      <a:pt x="244202" y="81898"/>
                      <a:pt x="250643" y="61193"/>
                      <a:pt x="264346" y="45560"/>
                    </a:cubicBezTo>
                    <a:cubicBezTo>
                      <a:pt x="264816" y="44973"/>
                      <a:pt x="265389" y="44491"/>
                      <a:pt x="266041" y="44126"/>
                    </a:cubicBezTo>
                    <a:cubicBezTo>
                      <a:pt x="266106" y="40749"/>
                      <a:pt x="265155" y="37437"/>
                      <a:pt x="263303" y="34608"/>
                    </a:cubicBezTo>
                    <a:cubicBezTo>
                      <a:pt x="253238" y="35312"/>
                      <a:pt x="243368" y="37685"/>
                      <a:pt x="234098" y="41648"/>
                    </a:cubicBezTo>
                    <a:cubicBezTo>
                      <a:pt x="203353" y="52888"/>
                      <a:pt x="170992" y="59055"/>
                      <a:pt x="138266" y="59902"/>
                    </a:cubicBezTo>
                    <a:cubicBezTo>
                      <a:pt x="99086" y="61701"/>
                      <a:pt x="61145" y="45873"/>
                      <a:pt x="34873" y="1674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2267" name="Google Shape;2267;g3f3ba1429e3_0_4774"/>
              <p:cNvGrpSpPr/>
              <p:nvPr/>
            </p:nvGrpSpPr>
            <p:grpSpPr>
              <a:xfrm>
                <a:off x="6175444" y="3103172"/>
                <a:ext cx="262591" cy="280323"/>
                <a:chOff x="6175444" y="3103172"/>
                <a:chExt cx="262591" cy="280323"/>
              </a:xfrm>
            </p:grpSpPr>
            <p:sp>
              <p:nvSpPr>
                <p:cNvPr id="2268" name="Google Shape;2268;g3f3ba1429e3_0_4774"/>
                <p:cNvSpPr/>
                <p:nvPr/>
              </p:nvSpPr>
              <p:spPr>
                <a:xfrm>
                  <a:off x="6175444" y="3103172"/>
                  <a:ext cx="262591" cy="280323"/>
                </a:xfrm>
                <a:custGeom>
                  <a:rect b="b" l="l" r="r" t="t"/>
                  <a:pathLst>
                    <a:path extrusionOk="0" h="280323" w="262591">
                      <a:moveTo>
                        <a:pt x="139249" y="160241"/>
                      </a:moveTo>
                      <a:lnTo>
                        <a:pt x="262591" y="42896"/>
                      </a:lnTo>
                      <a:lnTo>
                        <a:pt x="258680" y="20861"/>
                      </a:lnTo>
                      <a:cubicBezTo>
                        <a:pt x="243816" y="15516"/>
                        <a:pt x="196226" y="45504"/>
                        <a:pt x="131296" y="45504"/>
                      </a:cubicBezTo>
                      <a:cubicBezTo>
                        <a:pt x="59064" y="45504"/>
                        <a:pt x="29467" y="0"/>
                        <a:pt x="29467" y="0"/>
                      </a:cubicBezTo>
                      <a:lnTo>
                        <a:pt x="0" y="18775"/>
                      </a:lnTo>
                      <a:cubicBezTo>
                        <a:pt x="0" y="18775"/>
                        <a:pt x="42896" y="131296"/>
                        <a:pt x="53587" y="150071"/>
                      </a:cubicBezTo>
                      <a:cubicBezTo>
                        <a:pt x="64279" y="168846"/>
                        <a:pt x="107175" y="246554"/>
                        <a:pt x="174191" y="273282"/>
                      </a:cubicBezTo>
                      <a:cubicBezTo>
                        <a:pt x="180971" y="276020"/>
                        <a:pt x="187230" y="278367"/>
                        <a:pt x="193488" y="280323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269" name="Google Shape;2269;g3f3ba1429e3_0_4774"/>
                <p:cNvSpPr/>
                <p:nvPr/>
              </p:nvSpPr>
              <p:spPr>
                <a:xfrm>
                  <a:off x="6175444" y="3103172"/>
                  <a:ext cx="262591" cy="280323"/>
                </a:xfrm>
                <a:custGeom>
                  <a:rect b="b" l="l" r="r" t="t"/>
                  <a:pathLst>
                    <a:path extrusionOk="0" h="280323" w="262591">
                      <a:moveTo>
                        <a:pt x="139249" y="160241"/>
                      </a:moveTo>
                      <a:lnTo>
                        <a:pt x="262591" y="42896"/>
                      </a:lnTo>
                      <a:lnTo>
                        <a:pt x="258680" y="20861"/>
                      </a:lnTo>
                      <a:cubicBezTo>
                        <a:pt x="243816" y="15516"/>
                        <a:pt x="196226" y="45504"/>
                        <a:pt x="131296" y="45504"/>
                      </a:cubicBezTo>
                      <a:cubicBezTo>
                        <a:pt x="59064" y="45504"/>
                        <a:pt x="29467" y="0"/>
                        <a:pt x="29467" y="0"/>
                      </a:cubicBezTo>
                      <a:lnTo>
                        <a:pt x="0" y="18775"/>
                      </a:lnTo>
                      <a:cubicBezTo>
                        <a:pt x="0" y="18775"/>
                        <a:pt x="42896" y="131296"/>
                        <a:pt x="53587" y="150071"/>
                      </a:cubicBezTo>
                      <a:cubicBezTo>
                        <a:pt x="64279" y="168846"/>
                        <a:pt x="107175" y="246554"/>
                        <a:pt x="174191" y="273282"/>
                      </a:cubicBezTo>
                      <a:cubicBezTo>
                        <a:pt x="180971" y="276020"/>
                        <a:pt x="187230" y="278367"/>
                        <a:pt x="193488" y="280323"/>
                      </a:cubicBezTo>
                      <a:close/>
                    </a:path>
                  </a:pathLst>
                </a:custGeom>
                <a:solidFill>
                  <a:srgbClr val="FFFFFF">
                    <a:alpha val="48627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2270" name="Google Shape;2270;g3f3ba1429e3_0_4774"/>
              <p:cNvSpPr/>
              <p:nvPr/>
            </p:nvSpPr>
            <p:spPr>
              <a:xfrm>
                <a:off x="6065662" y="2977483"/>
                <a:ext cx="128557" cy="128557"/>
              </a:xfrm>
              <a:custGeom>
                <a:rect b="b" l="l" r="r" t="t"/>
                <a:pathLst>
                  <a:path extrusionOk="0" h="128557" w="128557">
                    <a:moveTo>
                      <a:pt x="0" y="56195"/>
                    </a:moveTo>
                    <a:lnTo>
                      <a:pt x="56195" y="128557"/>
                    </a:lnTo>
                    <a:lnTo>
                      <a:pt x="128557" y="99091"/>
                    </a:lnTo>
                    <a:lnTo>
                      <a:pt x="74970" y="0"/>
                    </a:lnTo>
                    <a:lnTo>
                      <a:pt x="0" y="56195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71" name="Google Shape;2271;g3f3ba1429e3_0_4774"/>
              <p:cNvSpPr/>
              <p:nvPr/>
            </p:nvSpPr>
            <p:spPr>
              <a:xfrm>
                <a:off x="6058555" y="2970151"/>
                <a:ext cx="142499" cy="142930"/>
              </a:xfrm>
              <a:custGeom>
                <a:rect b="b" l="l" r="r" t="t"/>
                <a:pathLst>
                  <a:path extrusionOk="0" h="142930" w="142499">
                    <a:moveTo>
                      <a:pt x="63302" y="142930"/>
                    </a:moveTo>
                    <a:cubicBezTo>
                      <a:pt x="61176" y="142957"/>
                      <a:pt x="59155" y="141992"/>
                      <a:pt x="57825" y="140323"/>
                    </a:cubicBezTo>
                    <a:lnTo>
                      <a:pt x="1500" y="67700"/>
                    </a:lnTo>
                    <a:cubicBezTo>
                      <a:pt x="327" y="66187"/>
                      <a:pt x="-195" y="64257"/>
                      <a:pt x="66" y="62354"/>
                    </a:cubicBezTo>
                    <a:cubicBezTo>
                      <a:pt x="366" y="60502"/>
                      <a:pt x="1343" y="58834"/>
                      <a:pt x="2804" y="57660"/>
                    </a:cubicBezTo>
                    <a:lnTo>
                      <a:pt x="77904" y="1465"/>
                    </a:lnTo>
                    <a:cubicBezTo>
                      <a:pt x="79521" y="200"/>
                      <a:pt x="81633" y="-282"/>
                      <a:pt x="83641" y="161"/>
                    </a:cubicBezTo>
                    <a:cubicBezTo>
                      <a:pt x="85649" y="591"/>
                      <a:pt x="87357" y="1882"/>
                      <a:pt x="88335" y="3682"/>
                    </a:cubicBezTo>
                    <a:lnTo>
                      <a:pt x="141922" y="102773"/>
                    </a:lnTo>
                    <a:cubicBezTo>
                      <a:pt x="142692" y="104650"/>
                      <a:pt x="142692" y="106762"/>
                      <a:pt x="141922" y="108640"/>
                    </a:cubicBezTo>
                    <a:cubicBezTo>
                      <a:pt x="141283" y="110504"/>
                      <a:pt x="139849" y="111977"/>
                      <a:pt x="138011" y="112682"/>
                    </a:cubicBezTo>
                    <a:lnTo>
                      <a:pt x="65648" y="142148"/>
                    </a:lnTo>
                    <a:cubicBezTo>
                      <a:pt x="64918" y="142552"/>
                      <a:pt x="64123" y="142813"/>
                      <a:pt x="63302" y="142930"/>
                    </a:cubicBezTo>
                    <a:close/>
                    <a:moveTo>
                      <a:pt x="17016" y="64701"/>
                    </a:moveTo>
                    <a:lnTo>
                      <a:pt x="65648" y="127154"/>
                    </a:lnTo>
                    <a:lnTo>
                      <a:pt x="125755" y="102642"/>
                    </a:lnTo>
                    <a:lnTo>
                      <a:pt x="79730" y="17633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72" name="Google Shape;2272;g3f3ba1429e3_0_4774"/>
              <p:cNvSpPr/>
              <p:nvPr/>
            </p:nvSpPr>
            <p:spPr>
              <a:xfrm>
                <a:off x="6083871" y="2778266"/>
                <a:ext cx="421712" cy="401488"/>
              </a:xfrm>
              <a:custGeom>
                <a:rect b="b" l="l" r="r" t="t"/>
                <a:pathLst>
                  <a:path extrusionOk="0" h="401488" w="421712">
                    <a:moveTo>
                      <a:pt x="78275" y="285662"/>
                    </a:moveTo>
                    <a:cubicBezTo>
                      <a:pt x="78275" y="285662"/>
                      <a:pt x="-2172" y="178357"/>
                      <a:pt x="45" y="146282"/>
                    </a:cubicBezTo>
                    <a:cubicBezTo>
                      <a:pt x="2261" y="114208"/>
                      <a:pt x="170195" y="-7700"/>
                      <a:pt x="215829" y="384"/>
                    </a:cubicBezTo>
                    <a:cubicBezTo>
                      <a:pt x="261463" y="8468"/>
                      <a:pt x="333173" y="144848"/>
                      <a:pt x="333173" y="144848"/>
                    </a:cubicBezTo>
                    <a:lnTo>
                      <a:pt x="373461" y="185136"/>
                    </a:lnTo>
                    <a:lnTo>
                      <a:pt x="360423" y="222687"/>
                    </a:lnTo>
                    <a:cubicBezTo>
                      <a:pt x="360423" y="222687"/>
                      <a:pt x="429135" y="317736"/>
                      <a:pt x="421051" y="331165"/>
                    </a:cubicBezTo>
                    <a:cubicBezTo>
                      <a:pt x="412967" y="344595"/>
                      <a:pt x="351427" y="382014"/>
                      <a:pt x="276326" y="398182"/>
                    </a:cubicBezTo>
                    <a:cubicBezTo>
                      <a:pt x="201226" y="414349"/>
                      <a:pt x="128994" y="365977"/>
                      <a:pt x="128994" y="365977"/>
                    </a:cubicBezTo>
                    <a:cubicBezTo>
                      <a:pt x="128994" y="365977"/>
                      <a:pt x="78144" y="387360"/>
                      <a:pt x="56631" y="374061"/>
                    </a:cubicBezTo>
                    <a:cubicBezTo>
                      <a:pt x="35118" y="360762"/>
                      <a:pt x="5782" y="312390"/>
                      <a:pt x="11127" y="301699"/>
                    </a:cubicBezTo>
                    <a:cubicBezTo>
                      <a:pt x="16473" y="291007"/>
                      <a:pt x="78275" y="285662"/>
                      <a:pt x="78275" y="28566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73" name="Google Shape;2273;g3f3ba1429e3_0_4774"/>
              <p:cNvSpPr/>
              <p:nvPr/>
            </p:nvSpPr>
            <p:spPr>
              <a:xfrm>
                <a:off x="6077313" y="2770815"/>
                <a:ext cx="435145" cy="415280"/>
              </a:xfrm>
              <a:custGeom>
                <a:rect b="b" l="l" r="r" t="t"/>
                <a:pathLst>
                  <a:path extrusionOk="0" h="415280" w="435145">
                    <a:moveTo>
                      <a:pt x="251070" y="415280"/>
                    </a:moveTo>
                    <a:cubicBezTo>
                      <a:pt x="210065" y="413951"/>
                      <a:pt x="170090" y="402047"/>
                      <a:pt x="135030" y="380729"/>
                    </a:cubicBezTo>
                    <a:cubicBezTo>
                      <a:pt x="121991" y="385684"/>
                      <a:pt x="80790" y="400026"/>
                      <a:pt x="59668" y="386857"/>
                    </a:cubicBezTo>
                    <a:cubicBezTo>
                      <a:pt x="38546" y="373688"/>
                      <a:pt x="3082" y="321666"/>
                      <a:pt x="11427" y="305368"/>
                    </a:cubicBezTo>
                    <a:cubicBezTo>
                      <a:pt x="16512" y="295068"/>
                      <a:pt x="44805" y="289591"/>
                      <a:pt x="71794" y="286593"/>
                    </a:cubicBezTo>
                    <a:cubicBezTo>
                      <a:pt x="50933" y="257909"/>
                      <a:pt x="-2394" y="181374"/>
                      <a:pt x="83" y="152429"/>
                    </a:cubicBezTo>
                    <a:cubicBezTo>
                      <a:pt x="1648" y="132871"/>
                      <a:pt x="43501" y="97929"/>
                      <a:pt x="68274" y="78762"/>
                    </a:cubicBezTo>
                    <a:cubicBezTo>
                      <a:pt x="107388" y="48905"/>
                      <a:pt x="189399" y="-5986"/>
                      <a:pt x="224733" y="533"/>
                    </a:cubicBezTo>
                    <a:cubicBezTo>
                      <a:pt x="271410" y="8747"/>
                      <a:pt x="336993" y="129612"/>
                      <a:pt x="346511" y="147735"/>
                    </a:cubicBezTo>
                    <a:lnTo>
                      <a:pt x="385625" y="186850"/>
                    </a:lnTo>
                    <a:cubicBezTo>
                      <a:pt x="387620" y="188780"/>
                      <a:pt x="388233" y="191713"/>
                      <a:pt x="387190" y="194282"/>
                    </a:cubicBezTo>
                    <a:lnTo>
                      <a:pt x="375064" y="228312"/>
                    </a:lnTo>
                    <a:cubicBezTo>
                      <a:pt x="420959" y="292069"/>
                      <a:pt x="440256" y="330141"/>
                      <a:pt x="433997" y="341484"/>
                    </a:cubicBezTo>
                    <a:cubicBezTo>
                      <a:pt x="424610" y="356999"/>
                      <a:pt x="360983" y="395332"/>
                      <a:pt x="284709" y="411760"/>
                    </a:cubicBezTo>
                    <a:cubicBezTo>
                      <a:pt x="273653" y="414081"/>
                      <a:pt x="262374" y="415268"/>
                      <a:pt x="251070" y="415280"/>
                    </a:cubicBezTo>
                    <a:close/>
                    <a:moveTo>
                      <a:pt x="135682" y="365735"/>
                    </a:moveTo>
                    <a:cubicBezTo>
                      <a:pt x="137077" y="365722"/>
                      <a:pt x="138433" y="366126"/>
                      <a:pt x="139593" y="366909"/>
                    </a:cubicBezTo>
                    <a:cubicBezTo>
                      <a:pt x="140375" y="366909"/>
                      <a:pt x="210391" y="413325"/>
                      <a:pt x="281580" y="398070"/>
                    </a:cubicBezTo>
                    <a:cubicBezTo>
                      <a:pt x="358375" y="381642"/>
                      <a:pt x="415744" y="344222"/>
                      <a:pt x="421741" y="334313"/>
                    </a:cubicBezTo>
                    <a:cubicBezTo>
                      <a:pt x="422654" y="325447"/>
                      <a:pt x="391232" y="274858"/>
                      <a:pt x="361374" y="233657"/>
                    </a:cubicBezTo>
                    <a:cubicBezTo>
                      <a:pt x="359992" y="231780"/>
                      <a:pt x="359640" y="229329"/>
                      <a:pt x="360462" y="227138"/>
                    </a:cubicBezTo>
                    <a:lnTo>
                      <a:pt x="372326" y="193760"/>
                    </a:lnTo>
                    <a:lnTo>
                      <a:pt x="335167" y="156731"/>
                    </a:lnTo>
                    <a:cubicBezTo>
                      <a:pt x="334659" y="156184"/>
                      <a:pt x="334228" y="155571"/>
                      <a:pt x="333863" y="154906"/>
                    </a:cubicBezTo>
                    <a:cubicBezTo>
                      <a:pt x="314436" y="117877"/>
                      <a:pt x="255634" y="20221"/>
                      <a:pt x="221604" y="14093"/>
                    </a:cubicBezTo>
                    <a:cubicBezTo>
                      <a:pt x="200482" y="10442"/>
                      <a:pt x="136855" y="43689"/>
                      <a:pt x="76879" y="89975"/>
                    </a:cubicBezTo>
                    <a:cubicBezTo>
                      <a:pt x="34635" y="122441"/>
                      <a:pt x="14817" y="145779"/>
                      <a:pt x="14165" y="153602"/>
                    </a:cubicBezTo>
                    <a:cubicBezTo>
                      <a:pt x="12339" y="175115"/>
                      <a:pt x="59929" y="247608"/>
                      <a:pt x="90439" y="288157"/>
                    </a:cubicBezTo>
                    <a:cubicBezTo>
                      <a:pt x="91964" y="290230"/>
                      <a:pt x="92264" y="292968"/>
                      <a:pt x="91221" y="295328"/>
                    </a:cubicBezTo>
                    <a:cubicBezTo>
                      <a:pt x="90191" y="297675"/>
                      <a:pt x="87922" y="299240"/>
                      <a:pt x="85354" y="299370"/>
                    </a:cubicBezTo>
                    <a:cubicBezTo>
                      <a:pt x="56018" y="301978"/>
                      <a:pt x="27725" y="307715"/>
                      <a:pt x="23813" y="312408"/>
                    </a:cubicBezTo>
                    <a:cubicBezTo>
                      <a:pt x="22509" y="319971"/>
                      <a:pt x="46630" y="362476"/>
                      <a:pt x="67100" y="375253"/>
                    </a:cubicBezTo>
                    <a:cubicBezTo>
                      <a:pt x="82094" y="384641"/>
                      <a:pt x="120688" y="371863"/>
                      <a:pt x="132292" y="366648"/>
                    </a:cubicBezTo>
                    <a:cubicBezTo>
                      <a:pt x="133322" y="366048"/>
                      <a:pt x="134495" y="365735"/>
                      <a:pt x="135682" y="3657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2274" name="Google Shape;2274;g3f3ba1429e3_0_4774"/>
              <p:cNvGrpSpPr/>
              <p:nvPr/>
            </p:nvGrpSpPr>
            <p:grpSpPr>
              <a:xfrm>
                <a:off x="6084245" y="2777613"/>
                <a:ext cx="361352" cy="401447"/>
                <a:chOff x="6084245" y="2777613"/>
                <a:chExt cx="361352" cy="401447"/>
              </a:xfrm>
            </p:grpSpPr>
            <p:sp>
              <p:nvSpPr>
                <p:cNvPr id="2275" name="Google Shape;2275;g3f3ba1429e3_0_4774"/>
                <p:cNvSpPr/>
                <p:nvPr/>
              </p:nvSpPr>
              <p:spPr>
                <a:xfrm>
                  <a:off x="6084245" y="2777613"/>
                  <a:ext cx="361352" cy="401447"/>
                </a:xfrm>
                <a:custGeom>
                  <a:rect b="b" l="l" r="r" t="t"/>
                  <a:pathLst>
                    <a:path extrusionOk="0" h="401447" w="361352">
                      <a:moveTo>
                        <a:pt x="276082" y="398182"/>
                      </a:moveTo>
                      <a:cubicBezTo>
                        <a:pt x="305458" y="391728"/>
                        <a:pt x="334050" y="382119"/>
                        <a:pt x="361352" y="369498"/>
                      </a:cubicBezTo>
                      <a:cubicBezTo>
                        <a:pt x="358823" y="369381"/>
                        <a:pt x="356294" y="369120"/>
                        <a:pt x="353790" y="368716"/>
                      </a:cubicBezTo>
                      <a:cubicBezTo>
                        <a:pt x="322107" y="362327"/>
                        <a:pt x="230448" y="341726"/>
                        <a:pt x="194984" y="297396"/>
                      </a:cubicBezTo>
                      <a:cubicBezTo>
                        <a:pt x="179351" y="276313"/>
                        <a:pt x="161515" y="256952"/>
                        <a:pt x="141788" y="239637"/>
                      </a:cubicBezTo>
                      <a:lnTo>
                        <a:pt x="340231" y="151889"/>
                      </a:lnTo>
                      <a:lnTo>
                        <a:pt x="333190" y="144848"/>
                      </a:lnTo>
                      <a:cubicBezTo>
                        <a:pt x="333190" y="144848"/>
                        <a:pt x="261479" y="8468"/>
                        <a:pt x="215845" y="384"/>
                      </a:cubicBezTo>
                      <a:cubicBezTo>
                        <a:pt x="170211" y="-7700"/>
                        <a:pt x="2669" y="114078"/>
                        <a:pt x="62" y="146283"/>
                      </a:cubicBezTo>
                      <a:cubicBezTo>
                        <a:pt x="-2546" y="178487"/>
                        <a:pt x="78291" y="285531"/>
                        <a:pt x="78291" y="285531"/>
                      </a:cubicBezTo>
                      <a:cubicBezTo>
                        <a:pt x="78291" y="285531"/>
                        <a:pt x="16620" y="291008"/>
                        <a:pt x="11275" y="301699"/>
                      </a:cubicBezTo>
                      <a:cubicBezTo>
                        <a:pt x="5929" y="312390"/>
                        <a:pt x="35395" y="360632"/>
                        <a:pt x="56778" y="374061"/>
                      </a:cubicBezTo>
                      <a:cubicBezTo>
                        <a:pt x="78161" y="387491"/>
                        <a:pt x="129141" y="365978"/>
                        <a:pt x="129141" y="365978"/>
                      </a:cubicBezTo>
                      <a:cubicBezTo>
                        <a:pt x="129141" y="365978"/>
                        <a:pt x="201112" y="414219"/>
                        <a:pt x="276082" y="398182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276" name="Google Shape;2276;g3f3ba1429e3_0_4774"/>
                <p:cNvSpPr/>
                <p:nvPr/>
              </p:nvSpPr>
              <p:spPr>
                <a:xfrm>
                  <a:off x="6084245" y="2777613"/>
                  <a:ext cx="361352" cy="401447"/>
                </a:xfrm>
                <a:custGeom>
                  <a:rect b="b" l="l" r="r" t="t"/>
                  <a:pathLst>
                    <a:path extrusionOk="0" h="401447" w="361352">
                      <a:moveTo>
                        <a:pt x="276082" y="398182"/>
                      </a:moveTo>
                      <a:cubicBezTo>
                        <a:pt x="305458" y="391728"/>
                        <a:pt x="334050" y="382119"/>
                        <a:pt x="361352" y="369498"/>
                      </a:cubicBezTo>
                      <a:cubicBezTo>
                        <a:pt x="358823" y="369381"/>
                        <a:pt x="356294" y="369120"/>
                        <a:pt x="353790" y="368716"/>
                      </a:cubicBezTo>
                      <a:cubicBezTo>
                        <a:pt x="322107" y="362327"/>
                        <a:pt x="230448" y="341726"/>
                        <a:pt x="194984" y="297396"/>
                      </a:cubicBezTo>
                      <a:cubicBezTo>
                        <a:pt x="179351" y="276313"/>
                        <a:pt x="161515" y="256952"/>
                        <a:pt x="141788" y="239637"/>
                      </a:cubicBezTo>
                      <a:lnTo>
                        <a:pt x="340231" y="151889"/>
                      </a:lnTo>
                      <a:lnTo>
                        <a:pt x="333190" y="144848"/>
                      </a:lnTo>
                      <a:cubicBezTo>
                        <a:pt x="333190" y="144848"/>
                        <a:pt x="261479" y="8468"/>
                        <a:pt x="215845" y="384"/>
                      </a:cubicBezTo>
                      <a:cubicBezTo>
                        <a:pt x="170211" y="-7700"/>
                        <a:pt x="2669" y="114078"/>
                        <a:pt x="62" y="146283"/>
                      </a:cubicBezTo>
                      <a:cubicBezTo>
                        <a:pt x="-2546" y="178487"/>
                        <a:pt x="78291" y="285531"/>
                        <a:pt x="78291" y="285531"/>
                      </a:cubicBezTo>
                      <a:cubicBezTo>
                        <a:pt x="78291" y="285531"/>
                        <a:pt x="16620" y="291008"/>
                        <a:pt x="11275" y="301699"/>
                      </a:cubicBezTo>
                      <a:cubicBezTo>
                        <a:pt x="5929" y="312390"/>
                        <a:pt x="35395" y="360632"/>
                        <a:pt x="56778" y="374061"/>
                      </a:cubicBezTo>
                      <a:cubicBezTo>
                        <a:pt x="78161" y="387491"/>
                        <a:pt x="129141" y="365978"/>
                        <a:pt x="129141" y="365978"/>
                      </a:cubicBezTo>
                      <a:cubicBezTo>
                        <a:pt x="129141" y="365978"/>
                        <a:pt x="201112" y="414219"/>
                        <a:pt x="276082" y="398182"/>
                      </a:cubicBezTo>
                      <a:close/>
                    </a:path>
                  </a:pathLst>
                </a:custGeom>
                <a:solidFill>
                  <a:srgbClr val="FFFFFF">
                    <a:alpha val="48627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2277" name="Google Shape;2277;g3f3ba1429e3_0_4774"/>
              <p:cNvSpPr/>
              <p:nvPr/>
            </p:nvSpPr>
            <p:spPr>
              <a:xfrm>
                <a:off x="7083821" y="3078912"/>
                <a:ext cx="334953" cy="1959141"/>
              </a:xfrm>
              <a:custGeom>
                <a:rect b="b" l="l" r="r" t="t"/>
                <a:pathLst>
                  <a:path extrusionOk="0" h="1959141" w="334953">
                    <a:moveTo>
                      <a:pt x="0" y="5746"/>
                    </a:moveTo>
                    <a:lnTo>
                      <a:pt x="297534" y="1959141"/>
                    </a:lnTo>
                    <a:lnTo>
                      <a:pt x="334953" y="1953795"/>
                    </a:lnTo>
                    <a:lnTo>
                      <a:pt x="48111" y="3008"/>
                    </a:lnTo>
                    <a:cubicBezTo>
                      <a:pt x="32257" y="-1791"/>
                      <a:pt x="15216" y="-826"/>
                      <a:pt x="0" y="574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78" name="Google Shape;2278;g3f3ba1429e3_0_4774"/>
              <p:cNvSpPr/>
              <p:nvPr/>
            </p:nvSpPr>
            <p:spPr>
              <a:xfrm>
                <a:off x="7076844" y="3071818"/>
                <a:ext cx="349190" cy="1973928"/>
              </a:xfrm>
              <a:custGeom>
                <a:rect b="b" l="l" r="r" t="t"/>
                <a:pathLst>
                  <a:path extrusionOk="0" h="1973928" w="349190">
                    <a:moveTo>
                      <a:pt x="304511" y="1973928"/>
                    </a:moveTo>
                    <a:cubicBezTo>
                      <a:pt x="300991" y="1973967"/>
                      <a:pt x="297992" y="1971411"/>
                      <a:pt x="297471" y="1967930"/>
                    </a:cubicBezTo>
                    <a:lnTo>
                      <a:pt x="68" y="13883"/>
                    </a:lnTo>
                    <a:cubicBezTo>
                      <a:pt x="-389" y="10571"/>
                      <a:pt x="1502" y="7377"/>
                      <a:pt x="4631" y="6190"/>
                    </a:cubicBezTo>
                    <a:cubicBezTo>
                      <a:pt x="21555" y="-1098"/>
                      <a:pt x="40564" y="-1985"/>
                      <a:pt x="58088" y="3713"/>
                    </a:cubicBezTo>
                    <a:cubicBezTo>
                      <a:pt x="60343" y="4691"/>
                      <a:pt x="61921" y="6764"/>
                      <a:pt x="62260" y="9189"/>
                    </a:cubicBezTo>
                    <a:lnTo>
                      <a:pt x="349102" y="1959846"/>
                    </a:lnTo>
                    <a:cubicBezTo>
                      <a:pt x="349402" y="1961737"/>
                      <a:pt x="348933" y="1963654"/>
                      <a:pt x="347799" y="1965192"/>
                    </a:cubicBezTo>
                    <a:cubicBezTo>
                      <a:pt x="346625" y="1966652"/>
                      <a:pt x="344956" y="1967630"/>
                      <a:pt x="343105" y="1967930"/>
                    </a:cubicBezTo>
                    <a:lnTo>
                      <a:pt x="305554" y="1973276"/>
                    </a:lnTo>
                    <a:close/>
                    <a:moveTo>
                      <a:pt x="14931" y="18185"/>
                    </a:moveTo>
                    <a:lnTo>
                      <a:pt x="310379" y="1958282"/>
                    </a:lnTo>
                    <a:lnTo>
                      <a:pt x="333978" y="1954892"/>
                    </a:lnTo>
                    <a:lnTo>
                      <a:pt x="48961" y="15578"/>
                    </a:lnTo>
                    <a:cubicBezTo>
                      <a:pt x="37579" y="13465"/>
                      <a:pt x="25857" y="14365"/>
                      <a:pt x="14931" y="1818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79" name="Google Shape;2279;g3f3ba1429e3_0_4774"/>
              <p:cNvSpPr/>
              <p:nvPr/>
            </p:nvSpPr>
            <p:spPr>
              <a:xfrm>
                <a:off x="7032378" y="3323444"/>
                <a:ext cx="68639" cy="137851"/>
              </a:xfrm>
              <a:custGeom>
                <a:rect b="b" l="l" r="r" t="t"/>
                <a:pathLst>
                  <a:path extrusionOk="0" h="137851" w="68639">
                    <a:moveTo>
                      <a:pt x="59527" y="2422"/>
                    </a:moveTo>
                    <a:cubicBezTo>
                      <a:pt x="59527" y="2422"/>
                      <a:pt x="594" y="-10616"/>
                      <a:pt x="594" y="23805"/>
                    </a:cubicBezTo>
                    <a:cubicBezTo>
                      <a:pt x="594" y="58226"/>
                      <a:pt x="-4752" y="117550"/>
                      <a:pt x="16631" y="130980"/>
                    </a:cubicBezTo>
                    <a:cubicBezTo>
                      <a:pt x="38014" y="144409"/>
                      <a:pt x="64873" y="139064"/>
                      <a:pt x="67611" y="106859"/>
                    </a:cubicBezTo>
                    <a:cubicBezTo>
                      <a:pt x="70349" y="74655"/>
                      <a:pt x="67611" y="-5661"/>
                      <a:pt x="59527" y="2422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80" name="Google Shape;2280;g3f3ba1429e3_0_4774"/>
              <p:cNvSpPr/>
              <p:nvPr/>
            </p:nvSpPr>
            <p:spPr>
              <a:xfrm>
                <a:off x="7025042" y="3315838"/>
                <a:ext cx="82255" cy="152276"/>
              </a:xfrm>
              <a:custGeom>
                <a:rect b="b" l="l" r="r" t="t"/>
                <a:pathLst>
                  <a:path extrusionOk="0" h="152276" w="82255">
                    <a:moveTo>
                      <a:pt x="46133" y="152276"/>
                    </a:moveTo>
                    <a:cubicBezTo>
                      <a:pt x="36862" y="152133"/>
                      <a:pt x="27827" y="149369"/>
                      <a:pt x="20056" y="144323"/>
                    </a:cubicBezTo>
                    <a:cubicBezTo>
                      <a:pt x="-1457" y="131285"/>
                      <a:pt x="-544" y="87346"/>
                      <a:pt x="368" y="49013"/>
                    </a:cubicBezTo>
                    <a:cubicBezTo>
                      <a:pt x="368" y="42624"/>
                      <a:pt x="368" y="36627"/>
                      <a:pt x="368" y="31151"/>
                    </a:cubicBezTo>
                    <a:cubicBezTo>
                      <a:pt x="55" y="22532"/>
                      <a:pt x="3823" y="14266"/>
                      <a:pt x="10538" y="8855"/>
                    </a:cubicBezTo>
                    <a:cubicBezTo>
                      <a:pt x="26575" y="-4183"/>
                      <a:pt x="56303" y="511"/>
                      <a:pt x="65560" y="2336"/>
                    </a:cubicBezTo>
                    <a:cubicBezTo>
                      <a:pt x="67294" y="1762"/>
                      <a:pt x="69171" y="1762"/>
                      <a:pt x="70905" y="2336"/>
                    </a:cubicBezTo>
                    <a:cubicBezTo>
                      <a:pt x="86551" y="9507"/>
                      <a:pt x="81466" y="113292"/>
                      <a:pt x="81466" y="114335"/>
                    </a:cubicBezTo>
                    <a:cubicBezTo>
                      <a:pt x="81349" y="128351"/>
                      <a:pt x="73735" y="141233"/>
                      <a:pt x="61518" y="148104"/>
                    </a:cubicBezTo>
                    <a:cubicBezTo>
                      <a:pt x="56785" y="150660"/>
                      <a:pt x="51517" y="152094"/>
                      <a:pt x="46133" y="152276"/>
                    </a:cubicBezTo>
                    <a:close/>
                    <a:moveTo>
                      <a:pt x="43134" y="14201"/>
                    </a:moveTo>
                    <a:cubicBezTo>
                      <a:pt x="34959" y="13575"/>
                      <a:pt x="26797" y="15544"/>
                      <a:pt x="19795" y="19807"/>
                    </a:cubicBezTo>
                    <a:cubicBezTo>
                      <a:pt x="16392" y="22545"/>
                      <a:pt x="14580" y="26796"/>
                      <a:pt x="14971" y="31151"/>
                    </a:cubicBezTo>
                    <a:cubicBezTo>
                      <a:pt x="14971" y="36627"/>
                      <a:pt x="14971" y="42885"/>
                      <a:pt x="14971" y="49274"/>
                    </a:cubicBezTo>
                    <a:cubicBezTo>
                      <a:pt x="14319" y="78740"/>
                      <a:pt x="13406" y="123201"/>
                      <a:pt x="28009" y="132328"/>
                    </a:cubicBezTo>
                    <a:cubicBezTo>
                      <a:pt x="36119" y="138234"/>
                      <a:pt x="46680" y="139616"/>
                      <a:pt x="56042" y="135978"/>
                    </a:cubicBezTo>
                    <a:cubicBezTo>
                      <a:pt x="63786" y="131258"/>
                      <a:pt x="68415" y="122757"/>
                      <a:pt x="68167" y="113683"/>
                    </a:cubicBezTo>
                    <a:cubicBezTo>
                      <a:pt x="70384" y="81231"/>
                      <a:pt x="69210" y="48622"/>
                      <a:pt x="64647" y="16417"/>
                    </a:cubicBezTo>
                    <a:cubicBezTo>
                      <a:pt x="57567" y="15035"/>
                      <a:pt x="50357" y="14383"/>
                      <a:pt x="43134" y="1446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81" name="Google Shape;2281;g3f3ba1429e3_0_4774"/>
              <p:cNvSpPr/>
              <p:nvPr/>
            </p:nvSpPr>
            <p:spPr>
              <a:xfrm>
                <a:off x="7126215" y="3460018"/>
                <a:ext cx="128490" cy="59009"/>
              </a:xfrm>
              <a:custGeom>
                <a:rect b="b" l="l" r="r" t="t"/>
                <a:pathLst>
                  <a:path extrusionOk="0" h="59009" w="128490">
                    <a:moveTo>
                      <a:pt x="242" y="11617"/>
                    </a:moveTo>
                    <a:cubicBezTo>
                      <a:pt x="242" y="11617"/>
                      <a:pt x="-1844" y="53730"/>
                      <a:pt x="6239" y="57903"/>
                    </a:cubicBezTo>
                    <a:cubicBezTo>
                      <a:pt x="14323" y="62075"/>
                      <a:pt x="122411" y="53730"/>
                      <a:pt x="126452" y="44864"/>
                    </a:cubicBezTo>
                    <a:cubicBezTo>
                      <a:pt x="130494" y="35998"/>
                      <a:pt x="128539" y="2750"/>
                      <a:pt x="120455" y="664"/>
                    </a:cubicBezTo>
                    <a:cubicBezTo>
                      <a:pt x="112371" y="-1422"/>
                      <a:pt x="10281" y="1186"/>
                      <a:pt x="242" y="1161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82" name="Google Shape;2282;g3f3ba1429e3_0_4774"/>
              <p:cNvSpPr/>
              <p:nvPr/>
            </p:nvSpPr>
            <p:spPr>
              <a:xfrm>
                <a:off x="7119044" y="3453381"/>
                <a:ext cx="142681" cy="72881"/>
              </a:xfrm>
              <a:custGeom>
                <a:rect b="b" l="l" r="r" t="t"/>
                <a:pathLst>
                  <a:path extrusionOk="0" h="72881" w="142681">
                    <a:moveTo>
                      <a:pt x="28795" y="72753"/>
                    </a:moveTo>
                    <a:cubicBezTo>
                      <a:pt x="22511" y="73183"/>
                      <a:pt x="16201" y="72531"/>
                      <a:pt x="10151" y="70797"/>
                    </a:cubicBezTo>
                    <a:cubicBezTo>
                      <a:pt x="2197" y="66625"/>
                      <a:pt x="-1192" y="48893"/>
                      <a:pt x="372" y="17992"/>
                    </a:cubicBezTo>
                    <a:cubicBezTo>
                      <a:pt x="385" y="16297"/>
                      <a:pt x="1037" y="14667"/>
                      <a:pt x="2197" y="13429"/>
                    </a:cubicBezTo>
                    <a:cubicBezTo>
                      <a:pt x="16018" y="-1044"/>
                      <a:pt x="123845" y="-522"/>
                      <a:pt x="129451" y="390"/>
                    </a:cubicBezTo>
                    <a:cubicBezTo>
                      <a:pt x="133441" y="1720"/>
                      <a:pt x="136609" y="4784"/>
                      <a:pt x="138056" y="8735"/>
                    </a:cubicBezTo>
                    <a:cubicBezTo>
                      <a:pt x="143467" y="23416"/>
                      <a:pt x="144145" y="39414"/>
                      <a:pt x="140012" y="54499"/>
                    </a:cubicBezTo>
                    <a:cubicBezTo>
                      <a:pt x="137939" y="57759"/>
                      <a:pt x="134653" y="60066"/>
                      <a:pt x="130885" y="60888"/>
                    </a:cubicBezTo>
                    <a:cubicBezTo>
                      <a:pt x="97351" y="68307"/>
                      <a:pt x="63138" y="72283"/>
                      <a:pt x="28795" y="72753"/>
                    </a:cubicBezTo>
                    <a:close/>
                    <a:moveTo>
                      <a:pt x="17191" y="58280"/>
                    </a:moveTo>
                    <a:cubicBezTo>
                      <a:pt x="54325" y="58893"/>
                      <a:pt x="91405" y="55347"/>
                      <a:pt x="127756" y="47719"/>
                    </a:cubicBezTo>
                    <a:cubicBezTo>
                      <a:pt x="129568" y="36572"/>
                      <a:pt x="128591" y="25150"/>
                      <a:pt x="124888" y="14472"/>
                    </a:cubicBezTo>
                    <a:cubicBezTo>
                      <a:pt x="111849" y="12777"/>
                      <a:pt x="30490" y="15776"/>
                      <a:pt x="14323" y="22295"/>
                    </a:cubicBezTo>
                    <a:cubicBezTo>
                      <a:pt x="13358" y="34368"/>
                      <a:pt x="14323" y="46520"/>
                      <a:pt x="17191" y="5828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83" name="Google Shape;2283;g3f3ba1429e3_0_4774"/>
              <p:cNvSpPr/>
              <p:nvPr/>
            </p:nvSpPr>
            <p:spPr>
              <a:xfrm>
                <a:off x="7094343" y="3402669"/>
                <a:ext cx="163717" cy="74559"/>
              </a:xfrm>
              <a:custGeom>
                <a:rect b="b" l="l" r="r" t="t"/>
                <a:pathLst>
                  <a:path extrusionOk="0" h="74559" w="163717">
                    <a:moveTo>
                      <a:pt x="300" y="14205"/>
                    </a:moveTo>
                    <a:cubicBezTo>
                      <a:pt x="300" y="14205"/>
                      <a:pt x="-2308" y="67792"/>
                      <a:pt x="7862" y="73138"/>
                    </a:cubicBezTo>
                    <a:cubicBezTo>
                      <a:pt x="18032" y="78483"/>
                      <a:pt x="156107" y="67792"/>
                      <a:pt x="161192" y="57101"/>
                    </a:cubicBezTo>
                    <a:cubicBezTo>
                      <a:pt x="166277" y="46409"/>
                      <a:pt x="163669" y="3513"/>
                      <a:pt x="153499" y="906"/>
                    </a:cubicBezTo>
                    <a:cubicBezTo>
                      <a:pt x="143330" y="-1702"/>
                      <a:pt x="13077" y="906"/>
                      <a:pt x="300" y="14205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84" name="Google Shape;2284;g3f3ba1429e3_0_4774"/>
              <p:cNvSpPr/>
              <p:nvPr/>
            </p:nvSpPr>
            <p:spPr>
              <a:xfrm>
                <a:off x="7086936" y="3396120"/>
                <a:ext cx="178088" cy="88334"/>
              </a:xfrm>
              <a:custGeom>
                <a:rect b="b" l="l" r="r" t="t"/>
                <a:pathLst>
                  <a:path extrusionOk="0" h="88334" w="178088">
                    <a:moveTo>
                      <a:pt x="34045" y="88161"/>
                    </a:moveTo>
                    <a:cubicBezTo>
                      <a:pt x="26626" y="88709"/>
                      <a:pt x="19168" y="87953"/>
                      <a:pt x="12010" y="85945"/>
                    </a:cubicBezTo>
                    <a:cubicBezTo>
                      <a:pt x="276" y="79817"/>
                      <a:pt x="-1028" y="46830"/>
                      <a:pt x="536" y="20753"/>
                    </a:cubicBezTo>
                    <a:cubicBezTo>
                      <a:pt x="641" y="19045"/>
                      <a:pt x="1332" y="17442"/>
                      <a:pt x="2492" y="16190"/>
                    </a:cubicBezTo>
                    <a:cubicBezTo>
                      <a:pt x="19051" y="-1151"/>
                      <a:pt x="155692" y="-1021"/>
                      <a:pt x="162733" y="805"/>
                    </a:cubicBezTo>
                    <a:cubicBezTo>
                      <a:pt x="167244" y="2317"/>
                      <a:pt x="170816" y="5825"/>
                      <a:pt x="172381" y="10323"/>
                    </a:cubicBezTo>
                    <a:cubicBezTo>
                      <a:pt x="178965" y="28485"/>
                      <a:pt x="179878" y="48212"/>
                      <a:pt x="174988" y="66909"/>
                    </a:cubicBezTo>
                    <a:cubicBezTo>
                      <a:pt x="172576" y="70638"/>
                      <a:pt x="168769" y="73272"/>
                      <a:pt x="164427" y="74210"/>
                    </a:cubicBezTo>
                    <a:cubicBezTo>
                      <a:pt x="121518" y="83089"/>
                      <a:pt x="77853" y="87770"/>
                      <a:pt x="34045" y="88161"/>
                    </a:cubicBezTo>
                    <a:close/>
                    <a:moveTo>
                      <a:pt x="14618" y="24534"/>
                    </a:moveTo>
                    <a:cubicBezTo>
                      <a:pt x="12883" y="41093"/>
                      <a:pt x="14383" y="57834"/>
                      <a:pt x="19051" y="73819"/>
                    </a:cubicBezTo>
                    <a:cubicBezTo>
                      <a:pt x="30655" y="77209"/>
                      <a:pt x="147347" y="68082"/>
                      <a:pt x="162472" y="59607"/>
                    </a:cubicBezTo>
                    <a:cubicBezTo>
                      <a:pt x="165992" y="49568"/>
                      <a:pt x="163124" y="18276"/>
                      <a:pt x="158169" y="13843"/>
                    </a:cubicBezTo>
                    <a:cubicBezTo>
                      <a:pt x="145652" y="11235"/>
                      <a:pt x="33523" y="15408"/>
                      <a:pt x="14618" y="24534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85" name="Google Shape;2285;g3f3ba1429e3_0_4774"/>
              <p:cNvSpPr/>
              <p:nvPr/>
            </p:nvSpPr>
            <p:spPr>
              <a:xfrm>
                <a:off x="7088983" y="3343554"/>
                <a:ext cx="171719" cy="74741"/>
              </a:xfrm>
              <a:custGeom>
                <a:rect b="b" l="l" r="r" t="t"/>
                <a:pathLst>
                  <a:path extrusionOk="0" h="74741" w="171719">
                    <a:moveTo>
                      <a:pt x="314" y="14387"/>
                    </a:moveTo>
                    <a:cubicBezTo>
                      <a:pt x="314" y="14387"/>
                      <a:pt x="-2424" y="67974"/>
                      <a:pt x="8267" y="73320"/>
                    </a:cubicBezTo>
                    <a:cubicBezTo>
                      <a:pt x="18959" y="78665"/>
                      <a:pt x="163684" y="67974"/>
                      <a:pt x="169030" y="57282"/>
                    </a:cubicBezTo>
                    <a:cubicBezTo>
                      <a:pt x="174375" y="46591"/>
                      <a:pt x="171767" y="3695"/>
                      <a:pt x="161076" y="957"/>
                    </a:cubicBezTo>
                    <a:cubicBezTo>
                      <a:pt x="150385" y="-1781"/>
                      <a:pt x="13613" y="957"/>
                      <a:pt x="314" y="1438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86" name="Google Shape;2286;g3f3ba1429e3_0_4774"/>
              <p:cNvSpPr/>
              <p:nvPr/>
            </p:nvSpPr>
            <p:spPr>
              <a:xfrm>
                <a:off x="7081796" y="3337297"/>
                <a:ext cx="185946" cy="87537"/>
              </a:xfrm>
              <a:custGeom>
                <a:rect b="b" l="l" r="r" t="t"/>
                <a:pathLst>
                  <a:path extrusionOk="0" h="87537" w="185946">
                    <a:moveTo>
                      <a:pt x="34882" y="87399"/>
                    </a:moveTo>
                    <a:cubicBezTo>
                      <a:pt x="27333" y="87804"/>
                      <a:pt x="19758" y="87321"/>
                      <a:pt x="12326" y="85965"/>
                    </a:cubicBezTo>
                    <a:cubicBezTo>
                      <a:pt x="70" y="79837"/>
                      <a:pt x="-712" y="46850"/>
                      <a:pt x="331" y="20774"/>
                    </a:cubicBezTo>
                    <a:cubicBezTo>
                      <a:pt x="448" y="19014"/>
                      <a:pt x="1191" y="17345"/>
                      <a:pt x="2417" y="16080"/>
                    </a:cubicBezTo>
                    <a:cubicBezTo>
                      <a:pt x="19758" y="-1261"/>
                      <a:pt x="162657" y="-1000"/>
                      <a:pt x="169959" y="825"/>
                    </a:cubicBezTo>
                    <a:cubicBezTo>
                      <a:pt x="174770" y="2377"/>
                      <a:pt x="178590" y="6093"/>
                      <a:pt x="180259" y="10865"/>
                    </a:cubicBezTo>
                    <a:cubicBezTo>
                      <a:pt x="186935" y="28884"/>
                      <a:pt x="187756" y="48545"/>
                      <a:pt x="182606" y="67060"/>
                    </a:cubicBezTo>
                    <a:cubicBezTo>
                      <a:pt x="175696" y="80620"/>
                      <a:pt x="79864" y="87399"/>
                      <a:pt x="34882" y="87399"/>
                    </a:cubicBezTo>
                    <a:close/>
                    <a:moveTo>
                      <a:pt x="14282" y="24555"/>
                    </a:moveTo>
                    <a:cubicBezTo>
                      <a:pt x="13499" y="47633"/>
                      <a:pt x="15585" y="70059"/>
                      <a:pt x="19106" y="73579"/>
                    </a:cubicBezTo>
                    <a:cubicBezTo>
                      <a:pt x="30710" y="77099"/>
                      <a:pt x="154834" y="67712"/>
                      <a:pt x="170350" y="59367"/>
                    </a:cubicBezTo>
                    <a:cubicBezTo>
                      <a:pt x="173870" y="49589"/>
                      <a:pt x="171002" y="17905"/>
                      <a:pt x="165787" y="13864"/>
                    </a:cubicBezTo>
                    <a:cubicBezTo>
                      <a:pt x="154704" y="11517"/>
                      <a:pt x="34361" y="15167"/>
                      <a:pt x="14282" y="2455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87" name="Google Shape;2287;g3f3ba1429e3_0_4774"/>
              <p:cNvSpPr/>
              <p:nvPr/>
            </p:nvSpPr>
            <p:spPr>
              <a:xfrm>
                <a:off x="7080905" y="3284274"/>
                <a:ext cx="171810" cy="74696"/>
              </a:xfrm>
              <a:custGeom>
                <a:rect b="b" l="l" r="r" t="t"/>
                <a:pathLst>
                  <a:path extrusionOk="0" h="74696" w="171810">
                    <a:moveTo>
                      <a:pt x="309" y="14342"/>
                    </a:moveTo>
                    <a:cubicBezTo>
                      <a:pt x="309" y="14342"/>
                      <a:pt x="-2429" y="67929"/>
                      <a:pt x="8393" y="73275"/>
                    </a:cubicBezTo>
                    <a:cubicBezTo>
                      <a:pt x="19215" y="78620"/>
                      <a:pt x="163809" y="67929"/>
                      <a:pt x="169155" y="57238"/>
                    </a:cubicBezTo>
                    <a:cubicBezTo>
                      <a:pt x="174501" y="46546"/>
                      <a:pt x="171763" y="3650"/>
                      <a:pt x="161071" y="912"/>
                    </a:cubicBezTo>
                    <a:cubicBezTo>
                      <a:pt x="150380" y="-1826"/>
                      <a:pt x="13738" y="1303"/>
                      <a:pt x="309" y="14342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88" name="Google Shape;2288;g3f3ba1429e3_0_4774"/>
              <p:cNvSpPr/>
              <p:nvPr/>
            </p:nvSpPr>
            <p:spPr>
              <a:xfrm>
                <a:off x="7073519" y="3277973"/>
                <a:ext cx="185878" cy="87837"/>
              </a:xfrm>
              <a:custGeom>
                <a:rect b="b" l="l" r="r" t="t"/>
                <a:pathLst>
                  <a:path extrusionOk="0" h="87837" w="185878">
                    <a:moveTo>
                      <a:pt x="35075" y="87791"/>
                    </a:moveTo>
                    <a:cubicBezTo>
                      <a:pt x="27422" y="88025"/>
                      <a:pt x="19768" y="87373"/>
                      <a:pt x="12258" y="85835"/>
                    </a:cubicBezTo>
                    <a:cubicBezTo>
                      <a:pt x="2" y="79707"/>
                      <a:pt x="-780" y="46720"/>
                      <a:pt x="393" y="20644"/>
                    </a:cubicBezTo>
                    <a:cubicBezTo>
                      <a:pt x="485" y="18909"/>
                      <a:pt x="1228" y="17280"/>
                      <a:pt x="2479" y="16080"/>
                    </a:cubicBezTo>
                    <a:cubicBezTo>
                      <a:pt x="19690" y="-1261"/>
                      <a:pt x="162590" y="-1000"/>
                      <a:pt x="169891" y="825"/>
                    </a:cubicBezTo>
                    <a:cubicBezTo>
                      <a:pt x="174702" y="2377"/>
                      <a:pt x="178522" y="6093"/>
                      <a:pt x="180191" y="10865"/>
                    </a:cubicBezTo>
                    <a:cubicBezTo>
                      <a:pt x="186867" y="28884"/>
                      <a:pt x="187688" y="48545"/>
                      <a:pt x="182538" y="67060"/>
                    </a:cubicBezTo>
                    <a:cubicBezTo>
                      <a:pt x="175889" y="80880"/>
                      <a:pt x="80057" y="87791"/>
                      <a:pt x="35075" y="87791"/>
                    </a:cubicBezTo>
                    <a:close/>
                    <a:moveTo>
                      <a:pt x="14605" y="24946"/>
                    </a:moveTo>
                    <a:cubicBezTo>
                      <a:pt x="12832" y="41440"/>
                      <a:pt x="14422" y="58115"/>
                      <a:pt x="19299" y="73970"/>
                    </a:cubicBezTo>
                    <a:cubicBezTo>
                      <a:pt x="31033" y="77490"/>
                      <a:pt x="155158" y="67973"/>
                      <a:pt x="170673" y="59758"/>
                    </a:cubicBezTo>
                    <a:cubicBezTo>
                      <a:pt x="174194" y="49980"/>
                      <a:pt x="170673" y="18297"/>
                      <a:pt x="166110" y="14255"/>
                    </a:cubicBezTo>
                    <a:cubicBezTo>
                      <a:pt x="155679" y="11908"/>
                      <a:pt x="34684" y="15428"/>
                      <a:pt x="14605" y="2494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89" name="Google Shape;2289;g3f3ba1429e3_0_4774"/>
              <p:cNvSpPr/>
              <p:nvPr/>
            </p:nvSpPr>
            <p:spPr>
              <a:xfrm>
                <a:off x="5914287" y="3433562"/>
                <a:ext cx="962877" cy="299112"/>
              </a:xfrm>
              <a:custGeom>
                <a:rect b="b" l="l" r="r" t="t"/>
                <a:pathLst>
                  <a:path extrusionOk="0" h="299112" w="962877">
                    <a:moveTo>
                      <a:pt x="0" y="113694"/>
                    </a:moveTo>
                    <a:cubicBezTo>
                      <a:pt x="3651" y="194531"/>
                      <a:pt x="73666" y="252030"/>
                      <a:pt x="117345" y="280062"/>
                    </a:cubicBezTo>
                    <a:cubicBezTo>
                      <a:pt x="137189" y="292840"/>
                      <a:pt x="160371" y="299463"/>
                      <a:pt x="183970" y="299098"/>
                    </a:cubicBezTo>
                    <a:lnTo>
                      <a:pt x="962877" y="288798"/>
                    </a:lnTo>
                    <a:lnTo>
                      <a:pt x="962877" y="117345"/>
                    </a:lnTo>
                    <a:lnTo>
                      <a:pt x="121517" y="0"/>
                    </a:lnTo>
                    <a:cubicBezTo>
                      <a:pt x="121517" y="0"/>
                      <a:pt x="54630" y="2608"/>
                      <a:pt x="36638" y="5293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90" name="Google Shape;2290;g3f3ba1429e3_0_4774"/>
              <p:cNvSpPr/>
              <p:nvPr/>
            </p:nvSpPr>
            <p:spPr>
              <a:xfrm>
                <a:off x="5907242" y="3425739"/>
                <a:ext cx="977354" cy="313962"/>
              </a:xfrm>
              <a:custGeom>
                <a:rect b="b" l="l" r="r" t="t"/>
                <a:pathLst>
                  <a:path extrusionOk="0" h="313962" w="977354">
                    <a:moveTo>
                      <a:pt x="189190" y="313962"/>
                    </a:moveTo>
                    <a:cubicBezTo>
                      <a:pt x="164770" y="314040"/>
                      <a:pt x="140857" y="307012"/>
                      <a:pt x="120348" y="293752"/>
                    </a:cubicBezTo>
                    <a:cubicBezTo>
                      <a:pt x="77061" y="265851"/>
                      <a:pt x="3916" y="206396"/>
                      <a:pt x="5" y="121778"/>
                    </a:cubicBezTo>
                    <a:cubicBezTo>
                      <a:pt x="-139" y="117866"/>
                      <a:pt x="2873" y="114554"/>
                      <a:pt x="6785" y="114346"/>
                    </a:cubicBezTo>
                    <a:cubicBezTo>
                      <a:pt x="10592" y="114124"/>
                      <a:pt x="13865" y="117045"/>
                      <a:pt x="14073" y="120852"/>
                    </a:cubicBezTo>
                    <a:cubicBezTo>
                      <a:pt x="14086" y="120943"/>
                      <a:pt x="14086" y="121034"/>
                      <a:pt x="14086" y="121126"/>
                    </a:cubicBezTo>
                    <a:cubicBezTo>
                      <a:pt x="17737" y="199355"/>
                      <a:pt x="86970" y="255550"/>
                      <a:pt x="128041" y="281888"/>
                    </a:cubicBezTo>
                    <a:cubicBezTo>
                      <a:pt x="146633" y="294130"/>
                      <a:pt x="168512" y="300402"/>
                      <a:pt x="190755" y="299881"/>
                    </a:cubicBezTo>
                    <a:lnTo>
                      <a:pt x="963273" y="289711"/>
                    </a:lnTo>
                    <a:lnTo>
                      <a:pt x="963273" y="131296"/>
                    </a:lnTo>
                    <a:lnTo>
                      <a:pt x="127910" y="13951"/>
                    </a:lnTo>
                    <a:cubicBezTo>
                      <a:pt x="128562" y="13951"/>
                      <a:pt x="66891" y="17211"/>
                      <a:pt x="50724" y="62323"/>
                    </a:cubicBezTo>
                    <a:cubicBezTo>
                      <a:pt x="49433" y="65987"/>
                      <a:pt x="45417" y="67916"/>
                      <a:pt x="41753" y="66639"/>
                    </a:cubicBezTo>
                    <a:cubicBezTo>
                      <a:pt x="41741" y="66626"/>
                      <a:pt x="41741" y="66626"/>
                      <a:pt x="41727" y="66626"/>
                    </a:cubicBezTo>
                    <a:cubicBezTo>
                      <a:pt x="38090" y="65217"/>
                      <a:pt x="36186" y="61202"/>
                      <a:pt x="37425" y="57499"/>
                    </a:cubicBezTo>
                    <a:cubicBezTo>
                      <a:pt x="56722" y="3390"/>
                      <a:pt x="125694" y="0"/>
                      <a:pt x="128693" y="0"/>
                    </a:cubicBezTo>
                    <a:lnTo>
                      <a:pt x="971227" y="117345"/>
                    </a:lnTo>
                    <a:cubicBezTo>
                      <a:pt x="974721" y="117853"/>
                      <a:pt x="977328" y="120852"/>
                      <a:pt x="977355" y="124385"/>
                    </a:cubicBezTo>
                    <a:lnTo>
                      <a:pt x="977355" y="296621"/>
                    </a:lnTo>
                    <a:cubicBezTo>
                      <a:pt x="977355" y="300454"/>
                      <a:pt x="974278" y="303596"/>
                      <a:pt x="970444" y="303662"/>
                    </a:cubicBezTo>
                    <a:lnTo>
                      <a:pt x="190885" y="313962"/>
                    </a:ln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grpSp>
            <p:nvGrpSpPr>
              <p:cNvPr id="2291" name="Google Shape;2291;g3f3ba1429e3_0_4774"/>
              <p:cNvGrpSpPr/>
              <p:nvPr/>
            </p:nvGrpSpPr>
            <p:grpSpPr>
              <a:xfrm>
                <a:off x="5914287" y="3433041"/>
                <a:ext cx="962877" cy="299634"/>
                <a:chOff x="5914287" y="3433041"/>
                <a:chExt cx="962877" cy="299634"/>
              </a:xfrm>
            </p:grpSpPr>
            <p:sp>
              <p:nvSpPr>
                <p:cNvPr id="2292" name="Google Shape;2292;g3f3ba1429e3_0_4774"/>
                <p:cNvSpPr/>
                <p:nvPr/>
              </p:nvSpPr>
              <p:spPr>
                <a:xfrm>
                  <a:off x="5914287" y="3433041"/>
                  <a:ext cx="962877" cy="299634"/>
                </a:xfrm>
                <a:custGeom>
                  <a:rect b="b" l="l" r="r" t="t"/>
                  <a:pathLst>
                    <a:path extrusionOk="0" h="299634" w="962877">
                      <a:moveTo>
                        <a:pt x="121908" y="0"/>
                      </a:moveTo>
                      <a:cubicBezTo>
                        <a:pt x="121908" y="0"/>
                        <a:pt x="55022" y="2608"/>
                        <a:pt x="37029" y="52935"/>
                      </a:cubicBezTo>
                      <a:lnTo>
                        <a:pt x="0" y="114215"/>
                      </a:lnTo>
                      <a:cubicBezTo>
                        <a:pt x="3651" y="195053"/>
                        <a:pt x="73666" y="252551"/>
                        <a:pt x="117345" y="280584"/>
                      </a:cubicBezTo>
                      <a:cubicBezTo>
                        <a:pt x="137189" y="293361"/>
                        <a:pt x="160371" y="299985"/>
                        <a:pt x="183970" y="299620"/>
                      </a:cubicBezTo>
                      <a:lnTo>
                        <a:pt x="962877" y="289320"/>
                      </a:lnTo>
                      <a:lnTo>
                        <a:pt x="962877" y="158937"/>
                      </a:lnTo>
                      <a:cubicBezTo>
                        <a:pt x="946710" y="140422"/>
                        <a:pt x="931325" y="123473"/>
                        <a:pt x="920764" y="111869"/>
                      </a:cubicBezTo>
                      <a:lnTo>
                        <a:pt x="902901" y="109261"/>
                      </a:lnTo>
                      <a:lnTo>
                        <a:pt x="862874" y="246684"/>
                      </a:lnTo>
                      <a:cubicBezTo>
                        <a:pt x="862874" y="246684"/>
                        <a:pt x="395842" y="235993"/>
                        <a:pt x="255811" y="210829"/>
                      </a:cubicBezTo>
                      <a:cubicBezTo>
                        <a:pt x="115780" y="185665"/>
                        <a:pt x="72623" y="156981"/>
                        <a:pt x="68973" y="92311"/>
                      </a:cubicBezTo>
                      <a:cubicBezTo>
                        <a:pt x="67460" y="53939"/>
                        <a:pt x="88022" y="18071"/>
                        <a:pt x="121908" y="0"/>
                      </a:cubicBezTo>
                      <a:close/>
                    </a:path>
                  </a:pathLst>
                </a:custGeom>
                <a:solidFill>
                  <a:srgbClr val="1854CD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  <p:sp>
              <p:nvSpPr>
                <p:cNvPr id="2293" name="Google Shape;2293;g3f3ba1429e3_0_4774"/>
                <p:cNvSpPr/>
                <p:nvPr/>
              </p:nvSpPr>
              <p:spPr>
                <a:xfrm>
                  <a:off x="5914287" y="3433041"/>
                  <a:ext cx="962877" cy="299634"/>
                </a:xfrm>
                <a:custGeom>
                  <a:rect b="b" l="l" r="r" t="t"/>
                  <a:pathLst>
                    <a:path extrusionOk="0" h="299634" w="962877">
                      <a:moveTo>
                        <a:pt x="121908" y="0"/>
                      </a:moveTo>
                      <a:cubicBezTo>
                        <a:pt x="121908" y="0"/>
                        <a:pt x="55022" y="2608"/>
                        <a:pt x="37029" y="52935"/>
                      </a:cubicBezTo>
                      <a:lnTo>
                        <a:pt x="0" y="114215"/>
                      </a:lnTo>
                      <a:cubicBezTo>
                        <a:pt x="3651" y="195053"/>
                        <a:pt x="73666" y="252551"/>
                        <a:pt x="117345" y="280584"/>
                      </a:cubicBezTo>
                      <a:cubicBezTo>
                        <a:pt x="137189" y="293361"/>
                        <a:pt x="160371" y="299985"/>
                        <a:pt x="183970" y="299620"/>
                      </a:cubicBezTo>
                      <a:lnTo>
                        <a:pt x="962877" y="289320"/>
                      </a:lnTo>
                      <a:lnTo>
                        <a:pt x="962877" y="158937"/>
                      </a:lnTo>
                      <a:cubicBezTo>
                        <a:pt x="946710" y="140422"/>
                        <a:pt x="931325" y="123473"/>
                        <a:pt x="920764" y="111869"/>
                      </a:cubicBezTo>
                      <a:lnTo>
                        <a:pt x="902901" y="109261"/>
                      </a:lnTo>
                      <a:lnTo>
                        <a:pt x="862874" y="246684"/>
                      </a:lnTo>
                      <a:cubicBezTo>
                        <a:pt x="862874" y="246684"/>
                        <a:pt x="395842" y="235993"/>
                        <a:pt x="255811" y="210829"/>
                      </a:cubicBezTo>
                      <a:cubicBezTo>
                        <a:pt x="115780" y="185665"/>
                        <a:pt x="72623" y="156981"/>
                        <a:pt x="68973" y="92311"/>
                      </a:cubicBezTo>
                      <a:cubicBezTo>
                        <a:pt x="67460" y="53939"/>
                        <a:pt x="88022" y="18071"/>
                        <a:pt x="121908" y="0"/>
                      </a:cubicBezTo>
                      <a:close/>
                    </a:path>
                  </a:pathLst>
                </a:custGeom>
                <a:solidFill>
                  <a:srgbClr val="FFFFFF">
                    <a:alpha val="48627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Quicksand"/>
                    <a:ea typeface="Quicksand"/>
                    <a:cs typeface="Quicksand"/>
                    <a:sym typeface="Quicksand"/>
                  </a:endParaRPr>
                </a:p>
              </p:txBody>
            </p:sp>
          </p:grpSp>
          <p:sp>
            <p:nvSpPr>
              <p:cNvPr id="2294" name="Google Shape;2294;g3f3ba1429e3_0_4774"/>
              <p:cNvSpPr/>
              <p:nvPr/>
            </p:nvSpPr>
            <p:spPr>
              <a:xfrm>
                <a:off x="6815885" y="3528007"/>
                <a:ext cx="489979" cy="253025"/>
              </a:xfrm>
              <a:custGeom>
                <a:rect b="b" l="l" r="r" t="t"/>
                <a:pathLst>
                  <a:path extrusionOk="0" h="253025" w="489979">
                    <a:moveTo>
                      <a:pt x="5346" y="1517"/>
                    </a:moveTo>
                    <a:lnTo>
                      <a:pt x="0" y="253025"/>
                    </a:lnTo>
                    <a:lnTo>
                      <a:pt x="256854" y="199829"/>
                    </a:lnTo>
                    <a:cubicBezTo>
                      <a:pt x="256854" y="199829"/>
                      <a:pt x="388150" y="210521"/>
                      <a:pt x="417616" y="207913"/>
                    </a:cubicBezTo>
                    <a:cubicBezTo>
                      <a:pt x="447083" y="205305"/>
                      <a:pt x="471204" y="162279"/>
                      <a:pt x="471204" y="140896"/>
                    </a:cubicBezTo>
                    <a:lnTo>
                      <a:pt x="471204" y="92655"/>
                    </a:lnTo>
                    <a:cubicBezTo>
                      <a:pt x="483094" y="83841"/>
                      <a:pt x="490057" y="69903"/>
                      <a:pt x="489979" y="55104"/>
                    </a:cubicBezTo>
                    <a:cubicBezTo>
                      <a:pt x="487371" y="33721"/>
                      <a:pt x="444475" y="20292"/>
                      <a:pt x="444475" y="20292"/>
                    </a:cubicBezTo>
                    <a:cubicBezTo>
                      <a:pt x="444475" y="20292"/>
                      <a:pt x="321263" y="-6567"/>
                      <a:pt x="286321" y="1517"/>
                    </a:cubicBezTo>
                    <a:cubicBezTo>
                      <a:pt x="251378" y="9601"/>
                      <a:pt x="5346" y="1517"/>
                      <a:pt x="5346" y="151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95" name="Google Shape;2295;g3f3ba1429e3_0_4774"/>
              <p:cNvSpPr/>
              <p:nvPr/>
            </p:nvSpPr>
            <p:spPr>
              <a:xfrm>
                <a:off x="6808844" y="3520839"/>
                <a:ext cx="504530" cy="268146"/>
              </a:xfrm>
              <a:custGeom>
                <a:rect b="b" l="l" r="r" t="t"/>
                <a:pathLst>
                  <a:path extrusionOk="0" h="268146" w="504530">
                    <a:moveTo>
                      <a:pt x="7041" y="267625"/>
                    </a:moveTo>
                    <a:cubicBezTo>
                      <a:pt x="5424" y="267651"/>
                      <a:pt x="3846" y="267091"/>
                      <a:pt x="2608" y="266061"/>
                    </a:cubicBezTo>
                    <a:cubicBezTo>
                      <a:pt x="965" y="264665"/>
                      <a:pt x="13" y="262619"/>
                      <a:pt x="0" y="260454"/>
                    </a:cubicBezTo>
                    <a:lnTo>
                      <a:pt x="5346" y="8555"/>
                    </a:lnTo>
                    <a:cubicBezTo>
                      <a:pt x="5450" y="6690"/>
                      <a:pt x="6232" y="4917"/>
                      <a:pt x="7562" y="3600"/>
                    </a:cubicBezTo>
                    <a:cubicBezTo>
                      <a:pt x="8840" y="2166"/>
                      <a:pt x="10730" y="1449"/>
                      <a:pt x="12647" y="1644"/>
                    </a:cubicBezTo>
                    <a:cubicBezTo>
                      <a:pt x="97657" y="4382"/>
                      <a:pt x="265329" y="8033"/>
                      <a:pt x="292188" y="1644"/>
                    </a:cubicBezTo>
                    <a:cubicBezTo>
                      <a:pt x="328174" y="-6700"/>
                      <a:pt x="448647" y="19376"/>
                      <a:pt x="453341" y="20419"/>
                    </a:cubicBezTo>
                    <a:cubicBezTo>
                      <a:pt x="458035" y="21462"/>
                      <a:pt x="501322" y="36065"/>
                      <a:pt x="504451" y="61229"/>
                    </a:cubicBezTo>
                    <a:cubicBezTo>
                      <a:pt x="505364" y="77618"/>
                      <a:pt x="498323" y="93434"/>
                      <a:pt x="485546" y="103734"/>
                    </a:cubicBezTo>
                    <a:lnTo>
                      <a:pt x="485546" y="148716"/>
                    </a:lnTo>
                    <a:cubicBezTo>
                      <a:pt x="485546" y="172185"/>
                      <a:pt x="459469" y="219514"/>
                      <a:pt x="425439" y="222774"/>
                    </a:cubicBezTo>
                    <a:cubicBezTo>
                      <a:pt x="396885" y="225381"/>
                      <a:pt x="277715" y="215863"/>
                      <a:pt x="264547" y="214820"/>
                    </a:cubicBezTo>
                    <a:lnTo>
                      <a:pt x="8214" y="268147"/>
                    </a:lnTo>
                    <a:close/>
                    <a:moveTo>
                      <a:pt x="19297" y="15986"/>
                    </a:moveTo>
                    <a:lnTo>
                      <a:pt x="14342" y="251849"/>
                    </a:lnTo>
                    <a:lnTo>
                      <a:pt x="262852" y="199696"/>
                    </a:lnTo>
                    <a:lnTo>
                      <a:pt x="264938" y="199696"/>
                    </a:lnTo>
                    <a:cubicBezTo>
                      <a:pt x="266242" y="199696"/>
                      <a:pt x="395321" y="210257"/>
                      <a:pt x="424396" y="207780"/>
                    </a:cubicBezTo>
                    <a:cubicBezTo>
                      <a:pt x="449821" y="205432"/>
                      <a:pt x="471595" y="166057"/>
                      <a:pt x="471595" y="147803"/>
                    </a:cubicBezTo>
                    <a:lnTo>
                      <a:pt x="471595" y="99562"/>
                    </a:lnTo>
                    <a:cubicBezTo>
                      <a:pt x="471595" y="97345"/>
                      <a:pt x="472664" y="95259"/>
                      <a:pt x="474463" y="93955"/>
                    </a:cubicBezTo>
                    <a:cubicBezTo>
                      <a:pt x="474463" y="93955"/>
                      <a:pt x="492586" y="79874"/>
                      <a:pt x="490500" y="62924"/>
                    </a:cubicBezTo>
                    <a:cubicBezTo>
                      <a:pt x="488805" y="49886"/>
                      <a:pt x="462338" y="37891"/>
                      <a:pt x="449821" y="33979"/>
                    </a:cubicBezTo>
                    <a:cubicBezTo>
                      <a:pt x="416573" y="26808"/>
                      <a:pt x="322697" y="8946"/>
                      <a:pt x="295448" y="15334"/>
                    </a:cubicBezTo>
                    <a:cubicBezTo>
                      <a:pt x="262982" y="23027"/>
                      <a:pt x="60889" y="17290"/>
                      <a:pt x="19297" y="1598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96" name="Google Shape;2296;g3f3ba1429e3_0_4774"/>
              <p:cNvSpPr/>
              <p:nvPr/>
            </p:nvSpPr>
            <p:spPr>
              <a:xfrm>
                <a:off x="5996317" y="2708886"/>
                <a:ext cx="490509" cy="356996"/>
              </a:xfrm>
              <a:custGeom>
                <a:rect b="b" l="l" r="r" t="t"/>
                <a:pathLst>
                  <a:path extrusionOk="0" h="356996" w="490509">
                    <a:moveTo>
                      <a:pt x="34533" y="356997"/>
                    </a:moveTo>
                    <a:lnTo>
                      <a:pt x="484615" y="150731"/>
                    </a:lnTo>
                    <a:cubicBezTo>
                      <a:pt x="484615" y="150731"/>
                      <a:pt x="503390" y="137693"/>
                      <a:pt x="473923" y="134564"/>
                    </a:cubicBezTo>
                    <a:cubicBezTo>
                      <a:pt x="444261" y="134459"/>
                      <a:pt x="414664" y="137158"/>
                      <a:pt x="385524" y="142647"/>
                    </a:cubicBezTo>
                    <a:cubicBezTo>
                      <a:pt x="385524" y="142647"/>
                      <a:pt x="290475" y="7440"/>
                      <a:pt x="271699" y="2095"/>
                    </a:cubicBezTo>
                    <a:cubicBezTo>
                      <a:pt x="252924" y="-3251"/>
                      <a:pt x="242233" y="2095"/>
                      <a:pt x="239625" y="12916"/>
                    </a:cubicBezTo>
                    <a:lnTo>
                      <a:pt x="236887" y="23608"/>
                    </a:lnTo>
                    <a:cubicBezTo>
                      <a:pt x="236887" y="23608"/>
                      <a:pt x="82775" y="67547"/>
                      <a:pt x="23711" y="145255"/>
                    </a:cubicBezTo>
                    <a:cubicBezTo>
                      <a:pt x="-35352" y="222963"/>
                      <a:pt x="34533" y="356997"/>
                      <a:pt x="34533" y="356997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97" name="Google Shape;2297;g3f3ba1429e3_0_4774"/>
              <p:cNvSpPr/>
              <p:nvPr/>
            </p:nvSpPr>
            <p:spPr>
              <a:xfrm>
                <a:off x="5989189" y="2701775"/>
                <a:ext cx="504812" cy="371148"/>
              </a:xfrm>
              <a:custGeom>
                <a:rect b="b" l="l" r="r" t="t"/>
                <a:pathLst>
                  <a:path extrusionOk="0" h="371148" w="504812">
                    <a:moveTo>
                      <a:pt x="41660" y="371148"/>
                    </a:moveTo>
                    <a:cubicBezTo>
                      <a:pt x="39027" y="371161"/>
                      <a:pt x="36615" y="369701"/>
                      <a:pt x="35402" y="367367"/>
                    </a:cubicBezTo>
                    <a:cubicBezTo>
                      <a:pt x="32403" y="361761"/>
                      <a:pt x="-35656" y="228509"/>
                      <a:pt x="25232" y="148194"/>
                    </a:cubicBezTo>
                    <a:cubicBezTo>
                      <a:pt x="80384" y="75570"/>
                      <a:pt x="212983" y="32674"/>
                      <a:pt x="238147" y="25112"/>
                    </a:cubicBezTo>
                    <a:lnTo>
                      <a:pt x="239842" y="18202"/>
                    </a:lnTo>
                    <a:cubicBezTo>
                      <a:pt x="241250" y="12100"/>
                      <a:pt x="245123" y="6859"/>
                      <a:pt x="250534" y="3729"/>
                    </a:cubicBezTo>
                    <a:cubicBezTo>
                      <a:pt x="260039" y="-743"/>
                      <a:pt x="270939" y="-1212"/>
                      <a:pt x="280782" y="2426"/>
                    </a:cubicBezTo>
                    <a:cubicBezTo>
                      <a:pt x="299688" y="7902"/>
                      <a:pt x="370486" y="106732"/>
                      <a:pt x="395780" y="142066"/>
                    </a:cubicBezTo>
                    <a:cubicBezTo>
                      <a:pt x="424099" y="136694"/>
                      <a:pt x="452888" y="134217"/>
                      <a:pt x="481702" y="134634"/>
                    </a:cubicBezTo>
                    <a:cubicBezTo>
                      <a:pt x="490308" y="135416"/>
                      <a:pt x="501912" y="137502"/>
                      <a:pt x="504389" y="146499"/>
                    </a:cubicBezTo>
                    <a:cubicBezTo>
                      <a:pt x="506866" y="155495"/>
                      <a:pt x="497740" y="162275"/>
                      <a:pt x="495914" y="163579"/>
                    </a:cubicBezTo>
                    <a:lnTo>
                      <a:pt x="494741" y="163579"/>
                    </a:lnTo>
                    <a:lnTo>
                      <a:pt x="44529" y="369844"/>
                    </a:lnTo>
                    <a:cubicBezTo>
                      <a:pt x="43707" y="370535"/>
                      <a:pt x="42717" y="370992"/>
                      <a:pt x="41660" y="371148"/>
                    </a:cubicBezTo>
                    <a:close/>
                    <a:moveTo>
                      <a:pt x="265528" y="14160"/>
                    </a:moveTo>
                    <a:cubicBezTo>
                      <a:pt x="262803" y="14056"/>
                      <a:pt x="260104" y="14682"/>
                      <a:pt x="257705" y="15985"/>
                    </a:cubicBezTo>
                    <a:cubicBezTo>
                      <a:pt x="255541" y="17198"/>
                      <a:pt x="254015" y="19297"/>
                      <a:pt x="253533" y="21722"/>
                    </a:cubicBezTo>
                    <a:lnTo>
                      <a:pt x="250925" y="32414"/>
                    </a:lnTo>
                    <a:cubicBezTo>
                      <a:pt x="250286" y="34865"/>
                      <a:pt x="248409" y="36795"/>
                      <a:pt x="245970" y="37499"/>
                    </a:cubicBezTo>
                    <a:cubicBezTo>
                      <a:pt x="244406" y="37499"/>
                      <a:pt x="93292" y="81829"/>
                      <a:pt x="36576" y="156669"/>
                    </a:cubicBezTo>
                    <a:cubicBezTo>
                      <a:pt x="-12188" y="220947"/>
                      <a:pt x="32664" y="328252"/>
                      <a:pt x="44920" y="354850"/>
                    </a:cubicBezTo>
                    <a:lnTo>
                      <a:pt x="488222" y="151714"/>
                    </a:lnTo>
                    <a:lnTo>
                      <a:pt x="489656" y="150410"/>
                    </a:lnTo>
                    <a:cubicBezTo>
                      <a:pt x="486683" y="149536"/>
                      <a:pt x="483619" y="148963"/>
                      <a:pt x="480529" y="148715"/>
                    </a:cubicBezTo>
                    <a:cubicBezTo>
                      <a:pt x="451532" y="148663"/>
                      <a:pt x="422587" y="151323"/>
                      <a:pt x="394085" y="156669"/>
                    </a:cubicBezTo>
                    <a:cubicBezTo>
                      <a:pt x="391373" y="157164"/>
                      <a:pt x="388635" y="156056"/>
                      <a:pt x="387045" y="153800"/>
                    </a:cubicBezTo>
                    <a:cubicBezTo>
                      <a:pt x="341541" y="88609"/>
                      <a:pt x="287954" y="20027"/>
                      <a:pt x="277001" y="15985"/>
                    </a:cubicBezTo>
                    <a:cubicBezTo>
                      <a:pt x="273273" y="14877"/>
                      <a:pt x="269413" y="14264"/>
                      <a:pt x="265528" y="14160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98" name="Google Shape;2298;g3f3ba1429e3_0_4774"/>
              <p:cNvSpPr/>
              <p:nvPr/>
            </p:nvSpPr>
            <p:spPr>
              <a:xfrm>
                <a:off x="6201260" y="2739601"/>
                <a:ext cx="65478" cy="193944"/>
              </a:xfrm>
              <a:custGeom>
                <a:rect b="b" l="l" r="r" t="t"/>
                <a:pathLst>
                  <a:path extrusionOk="0" h="193944" w="65478">
                    <a:moveTo>
                      <a:pt x="46938" y="193943"/>
                    </a:moveTo>
                    <a:cubicBezTo>
                      <a:pt x="44526" y="193917"/>
                      <a:pt x="42283" y="192692"/>
                      <a:pt x="40940" y="190684"/>
                    </a:cubicBezTo>
                    <a:cubicBezTo>
                      <a:pt x="36768" y="184165"/>
                      <a:pt x="0" y="125492"/>
                      <a:pt x="0" y="98112"/>
                    </a:cubicBezTo>
                    <a:cubicBezTo>
                      <a:pt x="0" y="73209"/>
                      <a:pt x="33769" y="52087"/>
                      <a:pt x="48633" y="44003"/>
                    </a:cubicBezTo>
                    <a:lnTo>
                      <a:pt x="31813" y="10364"/>
                    </a:lnTo>
                    <a:cubicBezTo>
                      <a:pt x="30079" y="6766"/>
                      <a:pt x="31605" y="2450"/>
                      <a:pt x="35203" y="716"/>
                    </a:cubicBezTo>
                    <a:cubicBezTo>
                      <a:pt x="38802" y="-1018"/>
                      <a:pt x="43117" y="507"/>
                      <a:pt x="44852" y="4106"/>
                    </a:cubicBezTo>
                    <a:lnTo>
                      <a:pt x="64931" y="44003"/>
                    </a:lnTo>
                    <a:cubicBezTo>
                      <a:pt x="65661" y="45750"/>
                      <a:pt x="65661" y="47732"/>
                      <a:pt x="64931" y="49479"/>
                    </a:cubicBezTo>
                    <a:cubicBezTo>
                      <a:pt x="64357" y="51292"/>
                      <a:pt x="63027" y="52765"/>
                      <a:pt x="61280" y="53521"/>
                    </a:cubicBezTo>
                    <a:cubicBezTo>
                      <a:pt x="49154" y="59388"/>
                      <a:pt x="14342" y="79598"/>
                      <a:pt x="14342" y="98112"/>
                    </a:cubicBezTo>
                    <a:cubicBezTo>
                      <a:pt x="14342" y="118191"/>
                      <a:pt x="42374" y="166172"/>
                      <a:pt x="53457" y="182991"/>
                    </a:cubicBezTo>
                    <a:cubicBezTo>
                      <a:pt x="55504" y="186316"/>
                      <a:pt x="54513" y="190658"/>
                      <a:pt x="51240" y="192770"/>
                    </a:cubicBezTo>
                    <a:cubicBezTo>
                      <a:pt x="49950" y="193552"/>
                      <a:pt x="48450" y="193969"/>
                      <a:pt x="46938" y="193943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299" name="Google Shape;2299;g3f3ba1429e3_0_4774"/>
              <p:cNvSpPr/>
              <p:nvPr/>
            </p:nvSpPr>
            <p:spPr>
              <a:xfrm>
                <a:off x="6059404" y="2824336"/>
                <a:ext cx="48897" cy="171277"/>
              </a:xfrm>
              <a:custGeom>
                <a:rect b="b" l="l" r="r" t="t"/>
                <a:pathLst>
                  <a:path extrusionOk="0" h="171277" w="48897">
                    <a:moveTo>
                      <a:pt x="42505" y="171271"/>
                    </a:moveTo>
                    <a:cubicBezTo>
                      <a:pt x="39923" y="171219"/>
                      <a:pt x="37563" y="169837"/>
                      <a:pt x="36246" y="167620"/>
                    </a:cubicBezTo>
                    <a:cubicBezTo>
                      <a:pt x="34812" y="164882"/>
                      <a:pt x="0" y="101255"/>
                      <a:pt x="0" y="66573"/>
                    </a:cubicBezTo>
                    <a:cubicBezTo>
                      <a:pt x="1187" y="42739"/>
                      <a:pt x="10379" y="20001"/>
                      <a:pt x="26077" y="2034"/>
                    </a:cubicBezTo>
                    <a:cubicBezTo>
                      <a:pt x="28815" y="-678"/>
                      <a:pt x="33248" y="-678"/>
                      <a:pt x="35986" y="2034"/>
                    </a:cubicBezTo>
                    <a:cubicBezTo>
                      <a:pt x="38724" y="4824"/>
                      <a:pt x="38724" y="9283"/>
                      <a:pt x="35986" y="12073"/>
                    </a:cubicBezTo>
                    <a:cubicBezTo>
                      <a:pt x="22635" y="27446"/>
                      <a:pt x="14707" y="46781"/>
                      <a:pt x="13429" y="67095"/>
                    </a:cubicBezTo>
                    <a:cubicBezTo>
                      <a:pt x="13429" y="98126"/>
                      <a:pt x="47720" y="160579"/>
                      <a:pt x="47981" y="161231"/>
                    </a:cubicBezTo>
                    <a:cubicBezTo>
                      <a:pt x="49897" y="164608"/>
                      <a:pt x="48711" y="168911"/>
                      <a:pt x="45334" y="170827"/>
                    </a:cubicBezTo>
                    <a:cubicBezTo>
                      <a:pt x="45308" y="170841"/>
                      <a:pt x="45269" y="170867"/>
                      <a:pt x="45243" y="170880"/>
                    </a:cubicBezTo>
                    <a:cubicBezTo>
                      <a:pt x="44356" y="171180"/>
                      <a:pt x="43430" y="171310"/>
                      <a:pt x="42505" y="17127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300" name="Google Shape;2300;g3f3ba1429e3_0_4774"/>
              <p:cNvSpPr/>
              <p:nvPr/>
            </p:nvSpPr>
            <p:spPr>
              <a:xfrm>
                <a:off x="6029008" y="2899900"/>
                <a:ext cx="272913" cy="133598"/>
              </a:xfrm>
              <a:custGeom>
                <a:rect b="b" l="l" r="r" t="t"/>
                <a:pathLst>
                  <a:path extrusionOk="0" h="133598" w="272913">
                    <a:moveTo>
                      <a:pt x="6405" y="133388"/>
                    </a:moveTo>
                    <a:cubicBezTo>
                      <a:pt x="2533" y="133036"/>
                      <a:pt x="-323" y="129607"/>
                      <a:pt x="29" y="125734"/>
                    </a:cubicBezTo>
                    <a:cubicBezTo>
                      <a:pt x="238" y="123505"/>
                      <a:pt x="1490" y="121510"/>
                      <a:pt x="3406" y="120349"/>
                    </a:cubicBezTo>
                    <a:lnTo>
                      <a:pt x="262738" y="658"/>
                    </a:lnTo>
                    <a:cubicBezTo>
                      <a:pt x="266336" y="-998"/>
                      <a:pt x="270600" y="580"/>
                      <a:pt x="272256" y="4178"/>
                    </a:cubicBezTo>
                    <a:cubicBezTo>
                      <a:pt x="273911" y="7777"/>
                      <a:pt x="272334" y="12040"/>
                      <a:pt x="268735" y="13696"/>
                    </a:cubicBezTo>
                    <a:lnTo>
                      <a:pt x="9274" y="133518"/>
                    </a:lnTo>
                    <a:cubicBezTo>
                      <a:pt x="8322" y="133662"/>
                      <a:pt x="7344" y="133609"/>
                      <a:pt x="6405" y="13338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301" name="Google Shape;2301;g3f3ba1429e3_0_4774"/>
              <p:cNvSpPr/>
              <p:nvPr/>
            </p:nvSpPr>
            <p:spPr>
              <a:xfrm>
                <a:off x="7044315" y="4966343"/>
                <a:ext cx="766259" cy="353207"/>
              </a:xfrm>
              <a:custGeom>
                <a:rect b="b" l="l" r="r" t="t"/>
                <a:pathLst>
                  <a:path extrusionOk="0" h="353207" w="766259">
                    <a:moveTo>
                      <a:pt x="765347" y="353207"/>
                    </a:moveTo>
                    <a:cubicBezTo>
                      <a:pt x="765347" y="345645"/>
                      <a:pt x="766260" y="337952"/>
                      <a:pt x="766260" y="330260"/>
                    </a:cubicBezTo>
                    <a:cubicBezTo>
                      <a:pt x="766260" y="147724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260"/>
                    </a:cubicBezTo>
                    <a:cubicBezTo>
                      <a:pt x="0" y="337952"/>
                      <a:pt x="0" y="345645"/>
                      <a:pt x="1043" y="3532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302" name="Google Shape;2302;g3f3ba1429e3_0_4774"/>
              <p:cNvSpPr/>
              <p:nvPr/>
            </p:nvSpPr>
            <p:spPr>
              <a:xfrm>
                <a:off x="7037275" y="4959693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9"/>
                    </a:moveTo>
                    <a:lnTo>
                      <a:pt x="8084" y="367289"/>
                    </a:lnTo>
                    <a:cubicBezTo>
                      <a:pt x="4394" y="367302"/>
                      <a:pt x="1317" y="364459"/>
                      <a:pt x="1043" y="360769"/>
                    </a:cubicBezTo>
                    <a:cubicBezTo>
                      <a:pt x="391" y="351904"/>
                      <a:pt x="0" y="344472"/>
                      <a:pt x="0" y="337300"/>
                    </a:cubicBezTo>
                    <a:cubicBezTo>
                      <a:pt x="0" y="151375"/>
                      <a:pt x="175104" y="0"/>
                      <a:pt x="390236" y="0"/>
                    </a:cubicBezTo>
                    <a:cubicBezTo>
                      <a:pt x="605367" y="0"/>
                      <a:pt x="780472" y="151375"/>
                      <a:pt x="780472" y="337300"/>
                    </a:cubicBezTo>
                    <a:cubicBezTo>
                      <a:pt x="780472" y="344341"/>
                      <a:pt x="780472" y="351904"/>
                      <a:pt x="779429" y="360769"/>
                    </a:cubicBezTo>
                    <a:cubicBezTo>
                      <a:pt x="779090" y="364420"/>
                      <a:pt x="776052" y="367236"/>
                      <a:pt x="772388" y="367289"/>
                    </a:cubicBezTo>
                    <a:close/>
                    <a:moveTo>
                      <a:pt x="14603" y="353207"/>
                    </a:moveTo>
                    <a:lnTo>
                      <a:pt x="765608" y="353207"/>
                    </a:lnTo>
                    <a:cubicBezTo>
                      <a:pt x="765608" y="347340"/>
                      <a:pt x="765608" y="342255"/>
                      <a:pt x="765608" y="337300"/>
                    </a:cubicBezTo>
                    <a:cubicBezTo>
                      <a:pt x="765608" y="159067"/>
                      <a:pt x="596893" y="14212"/>
                      <a:pt x="389584" y="14212"/>
                    </a:cubicBezTo>
                    <a:cubicBezTo>
                      <a:pt x="182275" y="14212"/>
                      <a:pt x="13429" y="159067"/>
                      <a:pt x="13429" y="337300"/>
                    </a:cubicBezTo>
                    <a:cubicBezTo>
                      <a:pt x="14081" y="342255"/>
                      <a:pt x="14342" y="347470"/>
                      <a:pt x="14603" y="353207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303" name="Google Shape;2303;g3f3ba1429e3_0_4774"/>
              <p:cNvSpPr/>
              <p:nvPr/>
            </p:nvSpPr>
            <p:spPr>
              <a:xfrm>
                <a:off x="7044315" y="4998156"/>
                <a:ext cx="766259" cy="353207"/>
              </a:xfrm>
              <a:custGeom>
                <a:rect b="b" l="l" r="r" t="t"/>
                <a:pathLst>
                  <a:path extrusionOk="0" h="353207" w="766259">
                    <a:moveTo>
                      <a:pt x="765347" y="353207"/>
                    </a:moveTo>
                    <a:cubicBezTo>
                      <a:pt x="765347" y="345514"/>
                      <a:pt x="766260" y="337952"/>
                      <a:pt x="766260" y="330260"/>
                    </a:cubicBezTo>
                    <a:cubicBezTo>
                      <a:pt x="766260" y="147724"/>
                      <a:pt x="594806" y="0"/>
                      <a:pt x="383195" y="0"/>
                    </a:cubicBezTo>
                    <a:cubicBezTo>
                      <a:pt x="171584" y="0"/>
                      <a:pt x="0" y="147854"/>
                      <a:pt x="0" y="330260"/>
                    </a:cubicBezTo>
                    <a:cubicBezTo>
                      <a:pt x="0" y="337952"/>
                      <a:pt x="0" y="345514"/>
                      <a:pt x="1043" y="3532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304" name="Google Shape;2304;g3f3ba1429e3_0_4774"/>
              <p:cNvSpPr/>
              <p:nvPr/>
            </p:nvSpPr>
            <p:spPr>
              <a:xfrm>
                <a:off x="7037275" y="4991376"/>
                <a:ext cx="780471" cy="367288"/>
              </a:xfrm>
              <a:custGeom>
                <a:rect b="b" l="l" r="r" t="t"/>
                <a:pathLst>
                  <a:path extrusionOk="0" h="367288" w="780471">
                    <a:moveTo>
                      <a:pt x="772388" y="367289"/>
                    </a:moveTo>
                    <a:lnTo>
                      <a:pt x="8084" y="367289"/>
                    </a:lnTo>
                    <a:cubicBezTo>
                      <a:pt x="4394" y="367302"/>
                      <a:pt x="1317" y="364459"/>
                      <a:pt x="1043" y="360769"/>
                    </a:cubicBezTo>
                    <a:cubicBezTo>
                      <a:pt x="391" y="351904"/>
                      <a:pt x="0" y="344341"/>
                      <a:pt x="0" y="337301"/>
                    </a:cubicBezTo>
                    <a:cubicBezTo>
                      <a:pt x="0" y="151244"/>
                      <a:pt x="175104" y="0"/>
                      <a:pt x="390236" y="0"/>
                    </a:cubicBezTo>
                    <a:cubicBezTo>
                      <a:pt x="605367" y="0"/>
                      <a:pt x="780472" y="151244"/>
                      <a:pt x="780472" y="337301"/>
                    </a:cubicBezTo>
                    <a:cubicBezTo>
                      <a:pt x="780472" y="344341"/>
                      <a:pt x="780472" y="351773"/>
                      <a:pt x="779429" y="360769"/>
                    </a:cubicBezTo>
                    <a:cubicBezTo>
                      <a:pt x="779090" y="364420"/>
                      <a:pt x="776052" y="367236"/>
                      <a:pt x="772388" y="367289"/>
                    </a:cubicBezTo>
                    <a:close/>
                    <a:moveTo>
                      <a:pt x="14603" y="353077"/>
                    </a:moveTo>
                    <a:lnTo>
                      <a:pt x="765608" y="353077"/>
                    </a:lnTo>
                    <a:cubicBezTo>
                      <a:pt x="765608" y="347340"/>
                      <a:pt x="765608" y="342125"/>
                      <a:pt x="765608" y="337301"/>
                    </a:cubicBezTo>
                    <a:cubicBezTo>
                      <a:pt x="765608" y="159067"/>
                      <a:pt x="596893" y="14082"/>
                      <a:pt x="389584" y="14082"/>
                    </a:cubicBezTo>
                    <a:cubicBezTo>
                      <a:pt x="182275" y="14082"/>
                      <a:pt x="14081" y="158676"/>
                      <a:pt x="14081" y="337040"/>
                    </a:cubicBezTo>
                    <a:cubicBezTo>
                      <a:pt x="14081" y="341994"/>
                      <a:pt x="14342" y="347079"/>
                      <a:pt x="14603" y="352816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305" name="Google Shape;2305;g3f3ba1429e3_0_4774"/>
              <p:cNvSpPr/>
              <p:nvPr/>
            </p:nvSpPr>
            <p:spPr>
              <a:xfrm>
                <a:off x="7112766" y="4998156"/>
                <a:ext cx="634572" cy="212914"/>
              </a:xfrm>
              <a:custGeom>
                <a:rect b="b" l="l" r="r" t="t"/>
                <a:pathLst>
                  <a:path extrusionOk="0" h="212914" w="634572">
                    <a:moveTo>
                      <a:pt x="314744" y="0"/>
                    </a:moveTo>
                    <a:cubicBezTo>
                      <a:pt x="184361" y="0"/>
                      <a:pt x="69233" y="56195"/>
                      <a:pt x="0" y="141987"/>
                    </a:cubicBezTo>
                    <a:lnTo>
                      <a:pt x="89834" y="212915"/>
                    </a:lnTo>
                    <a:cubicBezTo>
                      <a:pt x="184948" y="94892"/>
                      <a:pt x="357731" y="76326"/>
                      <a:pt x="475754" y="171440"/>
                    </a:cubicBezTo>
                    <a:cubicBezTo>
                      <a:pt x="491022" y="183735"/>
                      <a:pt x="504920" y="197647"/>
                      <a:pt x="517228" y="212915"/>
                    </a:cubicBezTo>
                    <a:lnTo>
                      <a:pt x="634573" y="147724"/>
                    </a:lnTo>
                    <a:cubicBezTo>
                      <a:pt x="565470" y="58672"/>
                      <a:pt x="447995" y="0"/>
                      <a:pt x="314744" y="0"/>
                    </a:cubicBezTo>
                    <a:close/>
                  </a:path>
                </a:pathLst>
              </a:custGeom>
              <a:solidFill>
                <a:srgbClr val="1854C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306" name="Google Shape;2306;g3f3ba1429e3_0_4774"/>
              <p:cNvSpPr/>
              <p:nvPr/>
            </p:nvSpPr>
            <p:spPr>
              <a:xfrm>
                <a:off x="7105704" y="4991116"/>
                <a:ext cx="648138" cy="227127"/>
              </a:xfrm>
              <a:custGeom>
                <a:rect b="b" l="l" r="r" t="t"/>
                <a:pathLst>
                  <a:path extrusionOk="0" h="227127" w="648138">
                    <a:moveTo>
                      <a:pt x="524291" y="227127"/>
                    </a:moveTo>
                    <a:cubicBezTo>
                      <a:pt x="522127" y="227153"/>
                      <a:pt x="520093" y="226136"/>
                      <a:pt x="518815" y="224389"/>
                    </a:cubicBezTo>
                    <a:cubicBezTo>
                      <a:pt x="426139" y="109391"/>
                      <a:pt x="257802" y="91294"/>
                      <a:pt x="142804" y="183957"/>
                    </a:cubicBezTo>
                    <a:cubicBezTo>
                      <a:pt x="127915" y="195952"/>
                      <a:pt x="114368" y="209512"/>
                      <a:pt x="102373" y="224389"/>
                    </a:cubicBezTo>
                    <a:cubicBezTo>
                      <a:pt x="99974" y="227375"/>
                      <a:pt x="95632" y="227896"/>
                      <a:pt x="92594" y="225562"/>
                    </a:cubicBezTo>
                    <a:lnTo>
                      <a:pt x="2630" y="154504"/>
                    </a:lnTo>
                    <a:cubicBezTo>
                      <a:pt x="1169" y="153343"/>
                      <a:pt x="231" y="151661"/>
                      <a:pt x="22" y="149810"/>
                    </a:cubicBezTo>
                    <a:cubicBezTo>
                      <a:pt x="-121" y="147932"/>
                      <a:pt x="439" y="146081"/>
                      <a:pt x="1587" y="144595"/>
                    </a:cubicBezTo>
                    <a:cubicBezTo>
                      <a:pt x="74601" y="54109"/>
                      <a:pt x="194292" y="0"/>
                      <a:pt x="321807" y="0"/>
                    </a:cubicBezTo>
                    <a:cubicBezTo>
                      <a:pt x="452190" y="0"/>
                      <a:pt x="574098" y="56325"/>
                      <a:pt x="646721" y="150462"/>
                    </a:cubicBezTo>
                    <a:cubicBezTo>
                      <a:pt x="647907" y="152118"/>
                      <a:pt x="648377" y="154191"/>
                      <a:pt x="648025" y="156199"/>
                    </a:cubicBezTo>
                    <a:cubicBezTo>
                      <a:pt x="647621" y="158246"/>
                      <a:pt x="646330" y="160019"/>
                      <a:pt x="644504" y="161023"/>
                    </a:cubicBezTo>
                    <a:lnTo>
                      <a:pt x="527160" y="226214"/>
                    </a:lnTo>
                    <a:cubicBezTo>
                      <a:pt x="526273" y="226710"/>
                      <a:pt x="525295" y="227010"/>
                      <a:pt x="524291" y="227127"/>
                    </a:cubicBezTo>
                    <a:close/>
                    <a:moveTo>
                      <a:pt x="310594" y="110695"/>
                    </a:moveTo>
                    <a:cubicBezTo>
                      <a:pt x="393726" y="110552"/>
                      <a:pt x="472634" y="147332"/>
                      <a:pt x="525986" y="211090"/>
                    </a:cubicBezTo>
                    <a:lnTo>
                      <a:pt x="630293" y="152809"/>
                    </a:lnTo>
                    <a:cubicBezTo>
                      <a:pt x="559755" y="65843"/>
                      <a:pt x="445149" y="14212"/>
                      <a:pt x="321676" y="14212"/>
                    </a:cubicBezTo>
                    <a:cubicBezTo>
                      <a:pt x="201072" y="14212"/>
                      <a:pt x="87770" y="64149"/>
                      <a:pt x="16972" y="148115"/>
                    </a:cubicBezTo>
                    <a:lnTo>
                      <a:pt x="95202" y="210308"/>
                    </a:lnTo>
                    <a:cubicBezTo>
                      <a:pt x="148750" y="146889"/>
                      <a:pt x="227605" y="110421"/>
                      <a:pt x="310594" y="11069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307" name="Google Shape;2307;g3f3ba1429e3_0_4774"/>
              <p:cNvSpPr/>
              <p:nvPr/>
            </p:nvSpPr>
            <p:spPr>
              <a:xfrm>
                <a:off x="7299344" y="5229050"/>
                <a:ext cx="232733" cy="122313"/>
              </a:xfrm>
              <a:custGeom>
                <a:rect b="b" l="l" r="r" t="t"/>
                <a:pathLst>
                  <a:path extrusionOk="0" h="122313" w="232733">
                    <a:moveTo>
                      <a:pt x="232733" y="112535"/>
                    </a:moveTo>
                    <a:cubicBezTo>
                      <a:pt x="230582" y="48269"/>
                      <a:pt x="176734" y="-2085"/>
                      <a:pt x="112468" y="66"/>
                    </a:cubicBezTo>
                    <a:cubicBezTo>
                      <a:pt x="51227" y="2114"/>
                      <a:pt x="2047" y="51294"/>
                      <a:pt x="0" y="112535"/>
                    </a:cubicBezTo>
                    <a:cubicBezTo>
                      <a:pt x="0" y="115794"/>
                      <a:pt x="0" y="119054"/>
                      <a:pt x="0" y="122313"/>
                    </a:cubicBezTo>
                    <a:lnTo>
                      <a:pt x="231690" y="122313"/>
                    </a:lnTo>
                    <a:cubicBezTo>
                      <a:pt x="232472" y="119054"/>
                      <a:pt x="232733" y="115794"/>
                      <a:pt x="232733" y="112535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308" name="Google Shape;2308;g3f3ba1429e3_0_4774"/>
              <p:cNvSpPr/>
              <p:nvPr/>
            </p:nvSpPr>
            <p:spPr>
              <a:xfrm>
                <a:off x="7292825" y="5222387"/>
                <a:ext cx="246814" cy="136357"/>
              </a:xfrm>
              <a:custGeom>
                <a:rect b="b" l="l" r="r" t="t"/>
                <a:pathLst>
                  <a:path extrusionOk="0" h="136357" w="246814">
                    <a:moveTo>
                      <a:pt x="238731" y="136277"/>
                    </a:moveTo>
                    <a:lnTo>
                      <a:pt x="7041" y="136277"/>
                    </a:lnTo>
                    <a:cubicBezTo>
                      <a:pt x="3377" y="136225"/>
                      <a:pt x="339" y="133409"/>
                      <a:pt x="0" y="129758"/>
                    </a:cubicBezTo>
                    <a:cubicBezTo>
                      <a:pt x="0" y="126368"/>
                      <a:pt x="0" y="122978"/>
                      <a:pt x="0" y="119458"/>
                    </a:cubicBezTo>
                    <a:cubicBezTo>
                      <a:pt x="2216" y="51307"/>
                      <a:pt x="59259" y="-2150"/>
                      <a:pt x="127423" y="67"/>
                    </a:cubicBezTo>
                    <a:cubicBezTo>
                      <a:pt x="192458" y="2179"/>
                      <a:pt x="244703" y="54410"/>
                      <a:pt x="246815" y="119458"/>
                    </a:cubicBezTo>
                    <a:cubicBezTo>
                      <a:pt x="246815" y="122978"/>
                      <a:pt x="246815" y="126368"/>
                      <a:pt x="246815" y="129758"/>
                    </a:cubicBezTo>
                    <a:cubicBezTo>
                      <a:pt x="246567" y="133644"/>
                      <a:pt x="243229" y="136590"/>
                      <a:pt x="239344" y="136343"/>
                    </a:cubicBezTo>
                    <a:cubicBezTo>
                      <a:pt x="239135" y="136329"/>
                      <a:pt x="238939" y="136304"/>
                      <a:pt x="238731" y="136277"/>
                    </a:cubicBezTo>
                    <a:close/>
                    <a:moveTo>
                      <a:pt x="13690" y="122066"/>
                    </a:moveTo>
                    <a:lnTo>
                      <a:pt x="232212" y="122066"/>
                    </a:lnTo>
                    <a:lnTo>
                      <a:pt x="232212" y="119458"/>
                    </a:lnTo>
                    <a:cubicBezTo>
                      <a:pt x="232212" y="59117"/>
                      <a:pt x="183292" y="10197"/>
                      <a:pt x="122951" y="10197"/>
                    </a:cubicBezTo>
                    <a:cubicBezTo>
                      <a:pt x="62610" y="10197"/>
                      <a:pt x="13690" y="59117"/>
                      <a:pt x="13690" y="119458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</p:grpSp>
      <p:sp>
        <p:nvSpPr>
          <p:cNvPr id="2309" name="Google Shape;2309;g3f3ba1429e3_0_4774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2310" name="Google Shape;2310;g3f3ba1429e3_0_4774"/>
          <p:cNvSpPr txBox="1"/>
          <p:nvPr>
            <p:ph type="title"/>
          </p:nvPr>
        </p:nvSpPr>
        <p:spPr>
          <a:xfrm>
            <a:off x="2956267" y="691450"/>
            <a:ext cx="557400" cy="9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b="0" i="0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b="0" i="0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b="0" i="0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b="0" i="0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b="0" i="0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b="0" i="0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b="0" i="0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b="0" i="0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Fredoka"/>
              <a:buNone/>
              <a:defRPr b="0" i="0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">
  <p:cSld name="Transition slide">
    <p:spTree>
      <p:nvGrpSpPr>
        <p:cNvPr id="2311" name="Shape 2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Google Shape;2312;g3f3ba1429e3_0_4892"/>
          <p:cNvSpPr/>
          <p:nvPr/>
        </p:nvSpPr>
        <p:spPr>
          <a:xfrm>
            <a:off x="2292581" y="0"/>
            <a:ext cx="72000" cy="14925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313" name="Google Shape;2313;g3f3ba1429e3_0_4892"/>
          <p:cNvSpPr/>
          <p:nvPr/>
        </p:nvSpPr>
        <p:spPr>
          <a:xfrm>
            <a:off x="2256531" y="0"/>
            <a:ext cx="72000" cy="1491900"/>
          </a:xfrm>
          <a:prstGeom prst="rect">
            <a:avLst/>
          </a:prstGeom>
          <a:solidFill>
            <a:srgbClr val="FC7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314" name="Google Shape;2314;g3f3ba1429e3_0_4892"/>
          <p:cNvSpPr/>
          <p:nvPr/>
        </p:nvSpPr>
        <p:spPr>
          <a:xfrm>
            <a:off x="9686155" y="698"/>
            <a:ext cx="72000" cy="1554600"/>
          </a:xfrm>
          <a:prstGeom prst="rect">
            <a:avLst/>
          </a:prstGeom>
          <a:solidFill>
            <a:srgbClr val="CC66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2315" name="Google Shape;2315;g3f3ba1429e3_0_4892"/>
          <p:cNvGrpSpPr/>
          <p:nvPr/>
        </p:nvGrpSpPr>
        <p:grpSpPr>
          <a:xfrm>
            <a:off x="911104" y="1079070"/>
            <a:ext cx="10369887" cy="4698606"/>
            <a:chOff x="1290381" y="1417103"/>
            <a:chExt cx="9045610" cy="4098575"/>
          </a:xfrm>
        </p:grpSpPr>
        <p:sp>
          <p:nvSpPr>
            <p:cNvPr id="2316" name="Google Shape;2316;g3f3ba1429e3_0_4892"/>
            <p:cNvSpPr/>
            <p:nvPr/>
          </p:nvSpPr>
          <p:spPr>
            <a:xfrm>
              <a:off x="1363291" y="1491778"/>
              <a:ext cx="8972700" cy="40239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317" name="Google Shape;2317;g3f3ba1429e3_0_4892"/>
            <p:cNvSpPr/>
            <p:nvPr/>
          </p:nvSpPr>
          <p:spPr>
            <a:xfrm>
              <a:off x="1290381" y="1417103"/>
              <a:ext cx="8972700" cy="40239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318" name="Google Shape;2318;g3f3ba1429e3_0_4892"/>
          <p:cNvSpPr/>
          <p:nvPr/>
        </p:nvSpPr>
        <p:spPr>
          <a:xfrm>
            <a:off x="9650105" y="0"/>
            <a:ext cx="72000" cy="1554600"/>
          </a:xfrm>
          <a:prstGeom prst="rect">
            <a:avLst/>
          </a:prstGeom>
          <a:solidFill>
            <a:srgbClr val="FC7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319" name="Google Shape;2319;g3f3ba1429e3_0_4892"/>
          <p:cNvSpPr txBox="1"/>
          <p:nvPr>
            <p:ph idx="1" type="body"/>
          </p:nvPr>
        </p:nvSpPr>
        <p:spPr>
          <a:xfrm>
            <a:off x="994679" y="1164672"/>
            <a:ext cx="10105200" cy="44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b="1" i="0" sz="60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valuate">
  <p:cSld name="Evaluate">
    <p:spTree>
      <p:nvGrpSpPr>
        <p:cNvPr id="2320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1" name="Google Shape;2321;g3f3ba1429e3_0_4901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2322" name="Google Shape;2322;g3f3ba1429e3_0_4901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2323" name="Google Shape;2323;g3f3ba1429e3_0_4901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2324" name="Google Shape;2324;g3f3ba1429e3_0_4901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325" name="Google Shape;2325;g3f3ba1429e3_0_4901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326" name="Google Shape;2326;g3f3ba1429e3_0_4901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327" name="Google Shape;2327;g3f3ba1429e3_0_4901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2328" name="Google Shape;2328;g3f3ba1429e3_0_4901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329" name="Google Shape;2329;g3f3ba1429e3_0_4901"/>
          <p:cNvSpPr txBox="1"/>
          <p:nvPr/>
        </p:nvSpPr>
        <p:spPr>
          <a:xfrm>
            <a:off x="680025" y="777563"/>
            <a:ext cx="3018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Evaluate</a:t>
            </a:r>
            <a:endParaRPr b="0" i="0" sz="5400" u="none" cap="none" strike="noStrike">
              <a:solidFill>
                <a:schemeClr val="lt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2330" name="Google Shape;2330;g3f3ba1429e3_0_490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5258" y="-663083"/>
            <a:ext cx="6778655" cy="6778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s">
  <p:cSld name="Tasks">
    <p:spTree>
      <p:nvGrpSpPr>
        <p:cNvPr id="233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2" name="Google Shape;2332;g3f3ba1429e3_0_49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2356" y="626052"/>
            <a:ext cx="5605895" cy="5605895"/>
          </a:xfrm>
          <a:prstGeom prst="rect">
            <a:avLst/>
          </a:prstGeom>
          <a:noFill/>
          <a:ln>
            <a:noFill/>
          </a:ln>
        </p:spPr>
      </p:pic>
      <p:sp>
        <p:nvSpPr>
          <p:cNvPr id="2333" name="Google Shape;2333;g3f3ba1429e3_0_4912"/>
          <p:cNvSpPr txBox="1"/>
          <p:nvPr>
            <p:ph idx="1" type="body"/>
          </p:nvPr>
        </p:nvSpPr>
        <p:spPr>
          <a:xfrm>
            <a:off x="6657975" y="2059619"/>
            <a:ext cx="4687800" cy="39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  <a:defRPr b="1" i="0" sz="28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grpSp>
        <p:nvGrpSpPr>
          <p:cNvPr id="2334" name="Google Shape;2334;g3f3ba1429e3_0_4912"/>
          <p:cNvGrpSpPr/>
          <p:nvPr/>
        </p:nvGrpSpPr>
        <p:grpSpPr>
          <a:xfrm>
            <a:off x="7456649" y="0"/>
            <a:ext cx="3090697" cy="1806089"/>
            <a:chOff x="536716" y="-1319"/>
            <a:chExt cx="3976708" cy="2323841"/>
          </a:xfrm>
        </p:grpSpPr>
        <p:sp>
          <p:nvSpPr>
            <p:cNvPr id="2335" name="Google Shape;2335;g3f3ba1429e3_0_4912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2336" name="Google Shape;2336;g3f3ba1429e3_0_4912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2337" name="Google Shape;2337;g3f3ba1429e3_0_4912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338" name="Google Shape;2338;g3f3ba1429e3_0_4912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339" name="Google Shape;2339;g3f3ba1429e3_0_4912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340" name="Google Shape;2340;g3f3ba1429e3_0_4912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2341" name="Google Shape;2341;g3f3ba1429e3_0_4912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342" name="Google Shape;2342;g3f3ba1429e3_0_4912"/>
          <p:cNvSpPr txBox="1"/>
          <p:nvPr/>
        </p:nvSpPr>
        <p:spPr>
          <a:xfrm>
            <a:off x="7456663" y="702888"/>
            <a:ext cx="301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Tasks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3" name="Google Shape;2343;g3f3ba1429e3_0_491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172A4B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4" name="Google Shape;2344;g3f3ba1429e3_0_4912"/>
          <p:cNvSpPr txBox="1"/>
          <p:nvPr>
            <p:ph idx="2" type="sldNum"/>
          </p:nvPr>
        </p:nvSpPr>
        <p:spPr>
          <a:xfrm>
            <a:off x="5730320" y="6332997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ssion Summary">
  <p:cSld name="Session Summary">
    <p:spTree>
      <p:nvGrpSpPr>
        <p:cNvPr id="2345" name="Shape 2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6" name="Google Shape;2346;g3f3ba1429e3_0_4926"/>
          <p:cNvGrpSpPr/>
          <p:nvPr/>
        </p:nvGrpSpPr>
        <p:grpSpPr>
          <a:xfrm>
            <a:off x="6634601" y="419286"/>
            <a:ext cx="4977959" cy="715758"/>
            <a:chOff x="6651018" y="1094904"/>
            <a:chExt cx="4977959" cy="715758"/>
          </a:xfrm>
        </p:grpSpPr>
        <p:grpSp>
          <p:nvGrpSpPr>
            <p:cNvPr id="2347" name="Google Shape;2347;g3f3ba1429e3_0_4926"/>
            <p:cNvGrpSpPr/>
            <p:nvPr/>
          </p:nvGrpSpPr>
          <p:grpSpPr>
            <a:xfrm flipH="1">
              <a:off x="6651018" y="1105239"/>
              <a:ext cx="4977959" cy="705423"/>
              <a:chOff x="-276224" y="579518"/>
              <a:chExt cx="4483840" cy="705423"/>
            </a:xfrm>
          </p:grpSpPr>
          <p:sp>
            <p:nvSpPr>
              <p:cNvPr id="2348" name="Google Shape;2348;g3f3ba1429e3_0_4926"/>
              <p:cNvSpPr/>
              <p:nvPr/>
            </p:nvSpPr>
            <p:spPr>
              <a:xfrm>
                <a:off x="-160684" y="676841"/>
                <a:ext cx="4368300" cy="608100"/>
              </a:xfrm>
              <a:prstGeom prst="rect">
                <a:avLst/>
              </a:prstGeom>
              <a:solidFill>
                <a:srgbClr val="D068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9" name="Google Shape;2349;g3f3ba1429e3_0_4926"/>
              <p:cNvSpPr/>
              <p:nvPr/>
            </p:nvSpPr>
            <p:spPr>
              <a:xfrm>
                <a:off x="-276224" y="579518"/>
                <a:ext cx="4368300" cy="6081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50" name="Google Shape;2350;g3f3ba1429e3_0_4926"/>
            <p:cNvSpPr txBox="1"/>
            <p:nvPr/>
          </p:nvSpPr>
          <p:spPr>
            <a:xfrm>
              <a:off x="6813500" y="1094904"/>
              <a:ext cx="4797600" cy="6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For Next Session, Search for…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1" name="Google Shape;2351;g3f3ba1429e3_0_4926"/>
          <p:cNvGrpSpPr/>
          <p:nvPr/>
        </p:nvGrpSpPr>
        <p:grpSpPr>
          <a:xfrm>
            <a:off x="546596" y="408850"/>
            <a:ext cx="4862692" cy="736415"/>
            <a:chOff x="563013" y="978293"/>
            <a:chExt cx="4862692" cy="736415"/>
          </a:xfrm>
        </p:grpSpPr>
        <p:grpSp>
          <p:nvGrpSpPr>
            <p:cNvPr id="2352" name="Google Shape;2352;g3f3ba1429e3_0_4926"/>
            <p:cNvGrpSpPr/>
            <p:nvPr/>
          </p:nvGrpSpPr>
          <p:grpSpPr>
            <a:xfrm>
              <a:off x="563051" y="978293"/>
              <a:ext cx="4862654" cy="736415"/>
              <a:chOff x="971550" y="628179"/>
              <a:chExt cx="4207540" cy="727323"/>
            </a:xfrm>
          </p:grpSpPr>
          <p:sp>
            <p:nvSpPr>
              <p:cNvPr id="2353" name="Google Shape;2353;g3f3ba1429e3_0_4926"/>
              <p:cNvSpPr/>
              <p:nvPr/>
            </p:nvSpPr>
            <p:spPr>
              <a:xfrm>
                <a:off x="1087090" y="725502"/>
                <a:ext cx="4092000" cy="630000"/>
              </a:xfrm>
              <a:prstGeom prst="rect">
                <a:avLst/>
              </a:prstGeom>
              <a:solidFill>
                <a:srgbClr val="D068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54" name="Google Shape;2354;g3f3ba1429e3_0_4926"/>
              <p:cNvSpPr/>
              <p:nvPr/>
            </p:nvSpPr>
            <p:spPr>
              <a:xfrm>
                <a:off x="971550" y="628179"/>
                <a:ext cx="4092000" cy="600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55" name="Google Shape;2355;g3f3ba1429e3_0_4926"/>
            <p:cNvSpPr txBox="1"/>
            <p:nvPr/>
          </p:nvSpPr>
          <p:spPr>
            <a:xfrm>
              <a:off x="563013" y="978323"/>
              <a:ext cx="4747200" cy="60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Arial"/>
                <a:buNone/>
              </a:pPr>
              <a:r>
                <a:rPr b="1" i="0" lang="en-US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 this Session, You learned…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56" name="Google Shape;2356;g3f3ba1429e3_0_4926"/>
          <p:cNvSpPr txBox="1"/>
          <p:nvPr>
            <p:ph idx="1" type="body"/>
          </p:nvPr>
        </p:nvSpPr>
        <p:spPr>
          <a:xfrm>
            <a:off x="662484" y="1247527"/>
            <a:ext cx="4746600" cy="48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57" name="Google Shape;2357;g3f3ba1429e3_0_4926"/>
          <p:cNvSpPr txBox="1"/>
          <p:nvPr>
            <p:ph idx="2" type="body"/>
          </p:nvPr>
        </p:nvSpPr>
        <p:spPr>
          <a:xfrm>
            <a:off x="6762792" y="1247527"/>
            <a:ext cx="4831800" cy="48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2358" name="Shape 2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9" name="Google Shape;2359;g3f3ba1429e3_0_4939"/>
          <p:cNvGrpSpPr/>
          <p:nvPr/>
        </p:nvGrpSpPr>
        <p:grpSpPr>
          <a:xfrm>
            <a:off x="680011" y="0"/>
            <a:ext cx="3090697" cy="1806089"/>
            <a:chOff x="536716" y="-1319"/>
            <a:chExt cx="3976708" cy="2323841"/>
          </a:xfrm>
        </p:grpSpPr>
        <p:sp>
          <p:nvSpPr>
            <p:cNvPr id="2360" name="Google Shape;2360;g3f3ba1429e3_0_4939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2361" name="Google Shape;2361;g3f3ba1429e3_0_4939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2362" name="Google Shape;2362;g3f3ba1429e3_0_4939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363" name="Google Shape;2363;g3f3ba1429e3_0_4939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364" name="Google Shape;2364;g3f3ba1429e3_0_4939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1" i="0" lang="en-US" sz="4800" u="none" cap="none" strike="noStrike">
                    <a:solidFill>
                      <a:schemeClr val="lt1"/>
                    </a:solidFill>
                    <a:latin typeface="Quicksand"/>
                    <a:ea typeface="Quicksand"/>
                    <a:cs typeface="Quicksand"/>
                    <a:sym typeface="Quicksand"/>
                  </a:rPr>
                  <a:t>Q &amp; A </a:t>
                </a:r>
                <a:endParaRPr b="1" i="0" sz="4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365" name="Google Shape;2365;g3f3ba1429e3_0_4939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2366" name="Google Shape;2366;g3f3ba1429e3_0_4939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ny Questions?">
  <p:cSld name="Any Questions?">
    <p:spTree>
      <p:nvGrpSpPr>
        <p:cNvPr id="2367" name="Shape 2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8" name="Google Shape;2368;g3f3ba1429e3_0_49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48936" y="1127591"/>
            <a:ext cx="5710169" cy="3961991"/>
          </a:xfrm>
          <a:prstGeom prst="rect">
            <a:avLst/>
          </a:prstGeom>
          <a:noFill/>
          <a:ln>
            <a:noFill/>
          </a:ln>
        </p:spPr>
      </p:pic>
      <p:sp>
        <p:nvSpPr>
          <p:cNvPr id="2369" name="Google Shape;2369;g3f3ba1429e3_0_4948"/>
          <p:cNvSpPr txBox="1"/>
          <p:nvPr/>
        </p:nvSpPr>
        <p:spPr>
          <a:xfrm>
            <a:off x="6288656" y="2231425"/>
            <a:ext cx="47685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002060"/>
                </a:solidFill>
                <a:latin typeface="Fredoka"/>
                <a:ea typeface="Fredoka"/>
                <a:cs typeface="Fredoka"/>
                <a:sym typeface="Fredoka"/>
              </a:rPr>
              <a:t>ANY QUESTIONS?</a:t>
            </a:r>
            <a:endParaRPr b="0" i="0" sz="1400" u="none" cap="none" strike="noStrike">
              <a:solidFill>
                <a:schemeClr val="dk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1_Title slide_1">
    <p:spTree>
      <p:nvGrpSpPr>
        <p:cNvPr id="2370" name="Shape 2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1" name="Google Shape;2371;g3f3ba1429e3_0_4953"/>
          <p:cNvSpPr txBox="1"/>
          <p:nvPr>
            <p:ph type="ctrTitle"/>
          </p:nvPr>
        </p:nvSpPr>
        <p:spPr>
          <a:xfrm>
            <a:off x="959999" y="2052400"/>
            <a:ext cx="4488300" cy="275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2A4B"/>
              </a:buClr>
              <a:buSzPts val="5200"/>
              <a:buFont typeface="Calibri"/>
              <a:buNone/>
              <a:defRPr b="1" i="0" sz="6933" u="none" cap="none" strike="noStrike">
                <a:solidFill>
                  <a:srgbClr val="172A4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b="0" i="0" sz="69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72" name="Google Shape;2372;g3f3ba1429e3_0_4953"/>
          <p:cNvSpPr txBox="1"/>
          <p:nvPr>
            <p:ph idx="1" type="body"/>
          </p:nvPr>
        </p:nvSpPr>
        <p:spPr>
          <a:xfrm>
            <a:off x="10615439" y="78300"/>
            <a:ext cx="1129500" cy="2166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18275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73" name="Google Shape;2373;g3f3ba1429e3_0_4953"/>
          <p:cNvSpPr txBox="1"/>
          <p:nvPr>
            <p:ph idx="2" type="body"/>
          </p:nvPr>
        </p:nvSpPr>
        <p:spPr>
          <a:xfrm>
            <a:off x="959999" y="561975"/>
            <a:ext cx="2430000" cy="6192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74" name="Google Shape;2374;g3f3ba1429e3_0_4953"/>
          <p:cNvSpPr txBox="1"/>
          <p:nvPr>
            <p:ph idx="3" type="body"/>
          </p:nvPr>
        </p:nvSpPr>
        <p:spPr>
          <a:xfrm>
            <a:off x="959999" y="5124450"/>
            <a:ext cx="44883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75" name="Google Shape;2375;g3f3ba1429e3_0_4953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76" name="Google Shape;2376;g3f3ba1429e3_0_4953"/>
          <p:cNvSpPr txBox="1"/>
          <p:nvPr>
            <p:ph idx="4" type="sldNum"/>
          </p:nvPr>
        </p:nvSpPr>
        <p:spPr>
          <a:xfrm>
            <a:off x="1397100" y="6000300"/>
            <a:ext cx="87273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st Q&amp;A">
  <p:cSld name="1st Q&amp;A">
    <p:spTree>
      <p:nvGrpSpPr>
        <p:cNvPr id="2377" name="Shape 2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8" name="Google Shape;2378;g3f3ba1429e3_0_4960"/>
          <p:cNvGrpSpPr/>
          <p:nvPr/>
        </p:nvGrpSpPr>
        <p:grpSpPr>
          <a:xfrm>
            <a:off x="443462" y="0"/>
            <a:ext cx="4424088" cy="1806089"/>
            <a:chOff x="536716" y="-1319"/>
            <a:chExt cx="3976708" cy="2323841"/>
          </a:xfrm>
        </p:grpSpPr>
        <p:sp>
          <p:nvSpPr>
            <p:cNvPr id="2379" name="Google Shape;2379;g3f3ba1429e3_0_4960"/>
            <p:cNvSpPr/>
            <p:nvPr/>
          </p:nvSpPr>
          <p:spPr>
            <a:xfrm>
              <a:off x="3829881" y="897"/>
              <a:ext cx="92700" cy="904500"/>
            </a:xfrm>
            <a:prstGeom prst="rect">
              <a:avLst/>
            </a:prstGeom>
            <a:solidFill>
              <a:srgbClr val="CC66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grpSp>
          <p:nvGrpSpPr>
            <p:cNvPr id="2380" name="Google Shape;2380;g3f3ba1429e3_0_4960"/>
            <p:cNvGrpSpPr/>
            <p:nvPr/>
          </p:nvGrpSpPr>
          <p:grpSpPr>
            <a:xfrm>
              <a:off x="536716" y="0"/>
              <a:ext cx="3976708" cy="2322522"/>
              <a:chOff x="947530" y="0"/>
              <a:chExt cx="3976708" cy="2322522"/>
            </a:xfrm>
          </p:grpSpPr>
          <p:sp>
            <p:nvSpPr>
              <p:cNvPr id="2381" name="Google Shape;2381;g3f3ba1429e3_0_4960"/>
              <p:cNvSpPr/>
              <p:nvPr/>
            </p:nvSpPr>
            <p:spPr>
              <a:xfrm>
                <a:off x="1364970" y="0"/>
                <a:ext cx="92700" cy="9045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382" name="Google Shape;2382;g3f3ba1429e3_0_4960"/>
              <p:cNvSpPr/>
              <p:nvPr/>
            </p:nvSpPr>
            <p:spPr>
              <a:xfrm>
                <a:off x="1041338" y="920922"/>
                <a:ext cx="3882900" cy="1401600"/>
              </a:xfrm>
              <a:prstGeom prst="rect">
                <a:avLst/>
              </a:prstGeom>
              <a:solidFill>
                <a:srgbClr val="CC66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383" name="Google Shape;2383;g3f3ba1429e3_0_4960"/>
              <p:cNvSpPr/>
              <p:nvPr/>
            </p:nvSpPr>
            <p:spPr>
              <a:xfrm>
                <a:off x="947530" y="824843"/>
                <a:ext cx="3882900" cy="14016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  <p:sp>
            <p:nvSpPr>
              <p:cNvPr id="2384" name="Google Shape;2384;g3f3ba1429e3_0_4960"/>
              <p:cNvSpPr/>
              <p:nvPr/>
            </p:nvSpPr>
            <p:spPr>
              <a:xfrm>
                <a:off x="4194312" y="0"/>
                <a:ext cx="92700" cy="904500"/>
              </a:xfrm>
              <a:prstGeom prst="rect">
                <a:avLst/>
              </a:prstGeom>
              <a:solidFill>
                <a:srgbClr val="FC7C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900"/>
                  <a:buFont typeface="Arial"/>
                  <a:buNone/>
                </a:pPr>
                <a:r>
                  <a:t/>
                </a:r>
                <a:endParaRPr b="0" i="0" sz="1900" u="none" cap="none" strike="noStrike">
                  <a:solidFill>
                    <a:schemeClr val="lt1"/>
                  </a:solidFill>
                  <a:latin typeface="Quicksand"/>
                  <a:ea typeface="Quicksand"/>
                  <a:cs typeface="Quicksand"/>
                  <a:sym typeface="Quicksand"/>
                </a:endParaRPr>
              </a:p>
            </p:txBody>
          </p:sp>
        </p:grpSp>
        <p:sp>
          <p:nvSpPr>
            <p:cNvPr id="2385" name="Google Shape;2385;g3f3ba1429e3_0_4960"/>
            <p:cNvSpPr/>
            <p:nvPr/>
          </p:nvSpPr>
          <p:spPr>
            <a:xfrm>
              <a:off x="907773" y="-1319"/>
              <a:ext cx="92700" cy="9045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t/>
              </a:r>
              <a:endParaRPr b="0" i="0" sz="1900" u="none" cap="none" strike="noStrike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386" name="Google Shape;2386;g3f3ba1429e3_0_4960"/>
          <p:cNvSpPr txBox="1"/>
          <p:nvPr/>
        </p:nvSpPr>
        <p:spPr>
          <a:xfrm>
            <a:off x="443450" y="777575"/>
            <a:ext cx="42696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Fredoka"/>
                <a:ea typeface="Fredoka"/>
                <a:cs typeface="Fredoka"/>
                <a:sym typeface="Fredoka"/>
              </a:rPr>
              <a:t>Q &amp; A</a:t>
            </a:r>
            <a:endParaRPr b="0" i="0" sz="5500" u="none" cap="none" strike="noStrike">
              <a:solidFill>
                <a:schemeClr val="lt1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sp>
        <p:nvSpPr>
          <p:cNvPr id="2387" name="Google Shape;2387;g3f3ba1429e3_0_4960"/>
          <p:cNvSpPr/>
          <p:nvPr/>
        </p:nvSpPr>
        <p:spPr>
          <a:xfrm>
            <a:off x="3170875" y="2698425"/>
            <a:ext cx="6104100" cy="3519300"/>
          </a:xfrm>
          <a:prstGeom prst="bevel">
            <a:avLst>
              <a:gd fmla="val 5690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8" name="Google Shape;2388;g3f3ba1429e3_0_4960">
            <a:hlinkClick action="ppaction://hlinkshowjump?jump=previousslide"/>
          </p:cNvPr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37535" y="3911074"/>
            <a:ext cx="607125" cy="758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9" name="Google Shape;2389;g3f3ba1429e3_0_4960">
            <a:hlinkClick action="ppaction://hlinkshowjump?jump=nextslide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0" y="3910219"/>
            <a:ext cx="607113" cy="760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18.xml"/><Relationship Id="rId24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0.xml"/><Relationship Id="rId1" Type="http://schemas.openxmlformats.org/officeDocument/2006/relationships/image" Target="../media/image6.png"/><Relationship Id="rId2" Type="http://schemas.openxmlformats.org/officeDocument/2006/relationships/image" Target="../media/image5.png"/><Relationship Id="rId3" Type="http://schemas.openxmlformats.org/officeDocument/2006/relationships/image" Target="../media/image1.jp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26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2.xml"/><Relationship Id="rId28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6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31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8.xml"/><Relationship Id="rId33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7.xml"/><Relationship Id="rId32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10.xml"/><Relationship Id="rId35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9.xml"/><Relationship Id="rId34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12.xml"/><Relationship Id="rId37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11.xml"/><Relationship Id="rId36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3.xml"/><Relationship Id="rId38" Type="http://schemas.openxmlformats.org/officeDocument/2006/relationships/theme" Target="../theme/theme1.xml"/><Relationship Id="rId19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5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1.xml"/><Relationship Id="rId22" Type="http://schemas.openxmlformats.org/officeDocument/2006/relationships/slideLayout" Target="../slideLayouts/slideLayout53.xml"/><Relationship Id="rId2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55.xml"/><Relationship Id="rId23" Type="http://schemas.openxmlformats.org/officeDocument/2006/relationships/slideLayout" Target="../slideLayouts/slideLayout54.xml"/><Relationship Id="rId1" Type="http://schemas.openxmlformats.org/officeDocument/2006/relationships/image" Target="../media/image5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26" Type="http://schemas.openxmlformats.org/officeDocument/2006/relationships/slideLayout" Target="../slideLayouts/slideLayout57.xml"/><Relationship Id="rId25" Type="http://schemas.openxmlformats.org/officeDocument/2006/relationships/slideLayout" Target="../slideLayouts/slideLayout56.xml"/><Relationship Id="rId28" Type="http://schemas.openxmlformats.org/officeDocument/2006/relationships/slideLayout" Target="../slideLayouts/slideLayout59.xml"/><Relationship Id="rId27" Type="http://schemas.openxmlformats.org/officeDocument/2006/relationships/slideLayout" Target="../slideLayouts/slideLayout58.xml"/><Relationship Id="rId5" Type="http://schemas.openxmlformats.org/officeDocument/2006/relationships/slideLayout" Target="../slideLayouts/slideLayout36.xml"/><Relationship Id="rId6" Type="http://schemas.openxmlformats.org/officeDocument/2006/relationships/slideLayout" Target="../slideLayouts/slideLayout37.xml"/><Relationship Id="rId29" Type="http://schemas.openxmlformats.org/officeDocument/2006/relationships/slideLayout" Target="../slideLayouts/slideLayout60.xml"/><Relationship Id="rId7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9.xml"/><Relationship Id="rId31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1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48.xml"/><Relationship Id="rId16" Type="http://schemas.openxmlformats.org/officeDocument/2006/relationships/slideLayout" Target="../slideLayouts/slideLayout47.xml"/><Relationship Id="rId19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49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9.xml"/><Relationship Id="rId20" Type="http://schemas.openxmlformats.org/officeDocument/2006/relationships/slideLayout" Target="../slideLayouts/slideLayout79.xml"/><Relationship Id="rId42" Type="http://schemas.openxmlformats.org/officeDocument/2006/relationships/slideLayout" Target="../slideLayouts/slideLayout101.xml"/><Relationship Id="rId41" Type="http://schemas.openxmlformats.org/officeDocument/2006/relationships/slideLayout" Target="../slideLayouts/slideLayout100.xml"/><Relationship Id="rId22" Type="http://schemas.openxmlformats.org/officeDocument/2006/relationships/slideLayout" Target="../slideLayouts/slideLayout81.xml"/><Relationship Id="rId44" Type="http://schemas.openxmlformats.org/officeDocument/2006/relationships/slideLayout" Target="../slideLayouts/slideLayout103.xml"/><Relationship Id="rId21" Type="http://schemas.openxmlformats.org/officeDocument/2006/relationships/slideLayout" Target="../slideLayouts/slideLayout80.xml"/><Relationship Id="rId43" Type="http://schemas.openxmlformats.org/officeDocument/2006/relationships/slideLayout" Target="../slideLayouts/slideLayout102.xml"/><Relationship Id="rId24" Type="http://schemas.openxmlformats.org/officeDocument/2006/relationships/slideLayout" Target="../slideLayouts/slideLayout83.xml"/><Relationship Id="rId46" Type="http://schemas.openxmlformats.org/officeDocument/2006/relationships/theme" Target="../theme/theme3.xml"/><Relationship Id="rId23" Type="http://schemas.openxmlformats.org/officeDocument/2006/relationships/slideLayout" Target="../slideLayouts/slideLayout82.xml"/><Relationship Id="rId45" Type="http://schemas.openxmlformats.org/officeDocument/2006/relationships/slideLayout" Target="../slideLayouts/slideLayout104.xml"/><Relationship Id="rId1" Type="http://schemas.openxmlformats.org/officeDocument/2006/relationships/image" Target="../media/image5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26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86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29" Type="http://schemas.openxmlformats.org/officeDocument/2006/relationships/slideLayout" Target="../slideLayouts/slideLayout88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70.xml"/><Relationship Id="rId33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69.xml"/><Relationship Id="rId32" Type="http://schemas.openxmlformats.org/officeDocument/2006/relationships/slideLayout" Target="../slideLayouts/slideLayout91.xml"/><Relationship Id="rId13" Type="http://schemas.openxmlformats.org/officeDocument/2006/relationships/slideLayout" Target="../slideLayouts/slideLayout72.xml"/><Relationship Id="rId35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71.xml"/><Relationship Id="rId34" Type="http://schemas.openxmlformats.org/officeDocument/2006/relationships/slideLayout" Target="../slideLayouts/slideLayout93.xml"/><Relationship Id="rId15" Type="http://schemas.openxmlformats.org/officeDocument/2006/relationships/slideLayout" Target="../slideLayouts/slideLayout74.xml"/><Relationship Id="rId37" Type="http://schemas.openxmlformats.org/officeDocument/2006/relationships/slideLayout" Target="../slideLayouts/slideLayout96.xml"/><Relationship Id="rId14" Type="http://schemas.openxmlformats.org/officeDocument/2006/relationships/slideLayout" Target="../slideLayouts/slideLayout73.xml"/><Relationship Id="rId36" Type="http://schemas.openxmlformats.org/officeDocument/2006/relationships/slideLayout" Target="../slideLayouts/slideLayout95.xml"/><Relationship Id="rId17" Type="http://schemas.openxmlformats.org/officeDocument/2006/relationships/slideLayout" Target="../slideLayouts/slideLayout76.xml"/><Relationship Id="rId39" Type="http://schemas.openxmlformats.org/officeDocument/2006/relationships/slideLayout" Target="../slideLayouts/slideLayout98.xml"/><Relationship Id="rId16" Type="http://schemas.openxmlformats.org/officeDocument/2006/relationships/slideLayout" Target="../slideLayouts/slideLayout75.xml"/><Relationship Id="rId38" Type="http://schemas.openxmlformats.org/officeDocument/2006/relationships/slideLayout" Target="../slideLayouts/slideLayout97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21.xml"/><Relationship Id="rId22" Type="http://schemas.openxmlformats.org/officeDocument/2006/relationships/slideLayout" Target="../slideLayouts/slideLayout123.xml"/><Relationship Id="rId21" Type="http://schemas.openxmlformats.org/officeDocument/2006/relationships/slideLayout" Target="../slideLayouts/slideLayout122.xml"/><Relationship Id="rId23" Type="http://schemas.openxmlformats.org/officeDocument/2006/relationships/theme" Target="../theme/theme5.xml"/><Relationship Id="rId1" Type="http://schemas.openxmlformats.org/officeDocument/2006/relationships/image" Target="../media/image5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9.xml"/><Relationship Id="rId11" Type="http://schemas.openxmlformats.org/officeDocument/2006/relationships/slideLayout" Target="../slideLayouts/slideLayout112.xml"/><Relationship Id="rId10" Type="http://schemas.openxmlformats.org/officeDocument/2006/relationships/slideLayout" Target="../slideLayouts/slideLayout111.xml"/><Relationship Id="rId13" Type="http://schemas.openxmlformats.org/officeDocument/2006/relationships/slideLayout" Target="../slideLayouts/slideLayout114.xml"/><Relationship Id="rId12" Type="http://schemas.openxmlformats.org/officeDocument/2006/relationships/slideLayout" Target="../slideLayouts/slideLayout113.xml"/><Relationship Id="rId15" Type="http://schemas.openxmlformats.org/officeDocument/2006/relationships/slideLayout" Target="../slideLayouts/slideLayout116.xml"/><Relationship Id="rId14" Type="http://schemas.openxmlformats.org/officeDocument/2006/relationships/slideLayout" Target="../slideLayouts/slideLayout115.xml"/><Relationship Id="rId17" Type="http://schemas.openxmlformats.org/officeDocument/2006/relationships/slideLayout" Target="../slideLayouts/slideLayout118.xml"/><Relationship Id="rId16" Type="http://schemas.openxmlformats.org/officeDocument/2006/relationships/slideLayout" Target="../slideLayouts/slideLayout117.xml"/><Relationship Id="rId19" Type="http://schemas.openxmlformats.org/officeDocument/2006/relationships/slideLayout" Target="../slideLayouts/slideLayout120.xml"/><Relationship Id="rId18" Type="http://schemas.openxmlformats.org/officeDocument/2006/relationships/slideLayout" Target="../slideLayouts/slideLayout1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g3f3ba1429e3_0_3961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11" name="Google Shape;11;g3f3ba1429e3_0_3961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2" name="Google Shape;12;g3f3ba1429e3_0_3961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13" name="Google Shape;13;g3f3ba1429e3_0_3961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14" name="Google Shape;14;g3f3ba1429e3_0_3961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5" name="Google Shape;15;g3f3ba1429e3_0_3961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16" name="Google Shape;16;g3f3ba1429e3_0_3961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17" name="Google Shape;17;g3f3ba1429e3_0_3961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8" name="Google Shape;18;g3f3ba1429e3_0_3961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19" name="Google Shape;19;g3f3ba1429e3_0_3961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20" name="Google Shape;20;g3f3ba1429e3_0_3961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21" name="Google Shape;21;g3f3ba1429e3_0_3961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22" name="Google Shape;22;g3f3ba1429e3_0_3961"/>
          <p:cNvSpPr/>
          <p:nvPr/>
        </p:nvSpPr>
        <p:spPr>
          <a:xfrm>
            <a:off x="403802" y="6115573"/>
            <a:ext cx="993300" cy="333600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  <a:effectLst>
            <a:outerShdw blurRad="50800" rotWithShape="0" algn="tl" dir="2700000" dist="76200">
              <a:srgbClr val="000000">
                <a:alpha val="4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Quicksand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g3f3ba1429e3_0_3961"/>
          <p:cNvPicPr preferRelativeResize="0"/>
          <p:nvPr/>
        </p:nvPicPr>
        <p:blipFill rotWithShape="1">
          <a:blip r:embed="rId2">
            <a:alphaModFix/>
          </a:blip>
          <a:srcRect b="36792" l="26106" r="26762" t="35127"/>
          <a:stretch/>
        </p:blipFill>
        <p:spPr>
          <a:xfrm>
            <a:off x="9842275" y="6046025"/>
            <a:ext cx="898355" cy="47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g3f3ba1429e3_0_39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6377" y="6046027"/>
            <a:ext cx="1105124" cy="433574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g3f3ba1429e3_0_3961"/>
          <p:cNvSpPr txBox="1"/>
          <p:nvPr/>
        </p:nvSpPr>
        <p:spPr>
          <a:xfrm>
            <a:off x="11167684" y="76212"/>
            <a:ext cx="7197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65" r:id="rId20"/>
    <p:sldLayoutId id="2147483666" r:id="rId21"/>
    <p:sldLayoutId id="2147483667" r:id="rId22"/>
    <p:sldLayoutId id="2147483668" r:id="rId23"/>
    <p:sldLayoutId id="2147483669" r:id="rId24"/>
    <p:sldLayoutId id="2147483670" r:id="rId25"/>
    <p:sldLayoutId id="2147483671" r:id="rId26"/>
    <p:sldLayoutId id="2147483672" r:id="rId27"/>
    <p:sldLayoutId id="2147483673" r:id="rId28"/>
    <p:sldLayoutId id="2147483674" r:id="rId29"/>
    <p:sldLayoutId id="2147483675" r:id="rId30"/>
    <p:sldLayoutId id="2147483676" r:id="rId31"/>
    <p:sldLayoutId id="2147483677" r:id="rId32"/>
    <p:sldLayoutId id="2147483678" r:id="rId33"/>
    <p:sldLayoutId id="2147483679" r:id="rId34"/>
    <p:sldLayoutId id="2147483680" r:id="rId35"/>
    <p:sldLayoutId id="2147483681" r:id="rId36"/>
    <p:sldLayoutId id="2147483682" r:id="rId3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3" name="Google Shape;603;p71"/>
          <p:cNvGrpSpPr/>
          <p:nvPr/>
        </p:nvGrpSpPr>
        <p:grpSpPr>
          <a:xfrm>
            <a:off x="203201" y="172508"/>
            <a:ext cx="11785599" cy="6512984"/>
            <a:chOff x="795129" y="433904"/>
            <a:chExt cx="10608367" cy="6116087"/>
          </a:xfrm>
        </p:grpSpPr>
        <p:sp>
          <p:nvSpPr>
            <p:cNvPr id="604" name="Google Shape;604;p71"/>
            <p:cNvSpPr/>
            <p:nvPr/>
          </p:nvSpPr>
          <p:spPr>
            <a:xfrm>
              <a:off x="907773" y="559800"/>
              <a:ext cx="10495723" cy="5990191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05" name="Google Shape;605;p71"/>
            <p:cNvSpPr/>
            <p:nvPr/>
          </p:nvSpPr>
          <p:spPr>
            <a:xfrm>
              <a:off x="795129" y="433904"/>
              <a:ext cx="10495723" cy="59901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606" name="Google Shape;606;p71"/>
          <p:cNvGrpSpPr/>
          <p:nvPr/>
        </p:nvGrpSpPr>
        <p:grpSpPr>
          <a:xfrm>
            <a:off x="203201" y="172508"/>
            <a:ext cx="11785599" cy="6512984"/>
            <a:chOff x="795129" y="433904"/>
            <a:chExt cx="10608367" cy="6116087"/>
          </a:xfrm>
        </p:grpSpPr>
        <p:sp>
          <p:nvSpPr>
            <p:cNvPr id="607" name="Google Shape;607;p71"/>
            <p:cNvSpPr/>
            <p:nvPr/>
          </p:nvSpPr>
          <p:spPr>
            <a:xfrm>
              <a:off x="907773" y="559800"/>
              <a:ext cx="10495723" cy="5990191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08" name="Google Shape;608;p71"/>
            <p:cNvSpPr/>
            <p:nvPr/>
          </p:nvSpPr>
          <p:spPr>
            <a:xfrm>
              <a:off x="795129" y="433904"/>
              <a:ext cx="10495723" cy="59901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609" name="Google Shape;609;p71"/>
          <p:cNvGrpSpPr/>
          <p:nvPr/>
        </p:nvGrpSpPr>
        <p:grpSpPr>
          <a:xfrm>
            <a:off x="203201" y="172508"/>
            <a:ext cx="11785599" cy="6512984"/>
            <a:chOff x="795129" y="433904"/>
            <a:chExt cx="10608367" cy="6116087"/>
          </a:xfrm>
        </p:grpSpPr>
        <p:sp>
          <p:nvSpPr>
            <p:cNvPr id="610" name="Google Shape;610;p71"/>
            <p:cNvSpPr/>
            <p:nvPr/>
          </p:nvSpPr>
          <p:spPr>
            <a:xfrm>
              <a:off x="907773" y="559800"/>
              <a:ext cx="10495723" cy="5990191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11" name="Google Shape;611;p71"/>
            <p:cNvSpPr/>
            <p:nvPr/>
          </p:nvSpPr>
          <p:spPr>
            <a:xfrm>
              <a:off x="795129" y="433904"/>
              <a:ext cx="10495723" cy="59901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612" name="Google Shape;612;p71"/>
          <p:cNvGrpSpPr/>
          <p:nvPr/>
        </p:nvGrpSpPr>
        <p:grpSpPr>
          <a:xfrm>
            <a:off x="203201" y="172508"/>
            <a:ext cx="11785599" cy="6512984"/>
            <a:chOff x="795129" y="433904"/>
            <a:chExt cx="10608367" cy="6116087"/>
          </a:xfrm>
        </p:grpSpPr>
        <p:sp>
          <p:nvSpPr>
            <p:cNvPr id="613" name="Google Shape;613;p71"/>
            <p:cNvSpPr/>
            <p:nvPr/>
          </p:nvSpPr>
          <p:spPr>
            <a:xfrm>
              <a:off x="907773" y="559800"/>
              <a:ext cx="10495723" cy="5990191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614" name="Google Shape;614;p71"/>
            <p:cNvSpPr/>
            <p:nvPr/>
          </p:nvSpPr>
          <p:spPr>
            <a:xfrm>
              <a:off x="795129" y="433904"/>
              <a:ext cx="10495723" cy="59901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615" name="Google Shape;615;p71"/>
          <p:cNvSpPr txBox="1"/>
          <p:nvPr/>
        </p:nvSpPr>
        <p:spPr>
          <a:xfrm>
            <a:off x="11167684" y="76212"/>
            <a:ext cx="7197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6" name="Google Shape;616;p71"/>
          <p:cNvPicPr preferRelativeResize="0"/>
          <p:nvPr/>
        </p:nvPicPr>
        <p:blipFill rotWithShape="1">
          <a:blip r:embed="rId1">
            <a:alphaModFix/>
          </a:blip>
          <a:srcRect b="36792" l="26109" r="26760" t="35127"/>
          <a:stretch/>
        </p:blipFill>
        <p:spPr>
          <a:xfrm>
            <a:off x="9613675" y="5969825"/>
            <a:ext cx="898355" cy="47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7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77875" y="6114125"/>
            <a:ext cx="1035203" cy="29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600" y="5661200"/>
            <a:ext cx="1768625" cy="8575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6" r:id="rId26"/>
    <p:sldLayoutId id="2147483707" r:id="rId27"/>
    <p:sldLayoutId id="2147483708" r:id="rId28"/>
    <p:sldLayoutId id="2147483709" r:id="rId29"/>
    <p:sldLayoutId id="2147483710" r:id="rId30"/>
    <p:sldLayoutId id="2147483711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4" name="Google Shape;1114;g3f3ba1429e3_0_2077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1115" name="Google Shape;1115;g3f3ba1429e3_0_2077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16" name="Google Shape;1116;g3f3ba1429e3_0_2077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1117" name="Google Shape;1117;g3f3ba1429e3_0_2077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1118" name="Google Shape;1118;g3f3ba1429e3_0_2077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19" name="Google Shape;1119;g3f3ba1429e3_0_2077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1120" name="Google Shape;1120;g3f3ba1429e3_0_2077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1121" name="Google Shape;1121;g3f3ba1429e3_0_2077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22" name="Google Shape;1122;g3f3ba1429e3_0_2077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1123" name="Google Shape;1123;g3f3ba1429e3_0_2077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1124" name="Google Shape;1124;g3f3ba1429e3_0_2077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125" name="Google Shape;1125;g3f3ba1429e3_0_2077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126" name="Google Shape;1126;g3f3ba1429e3_0_2077"/>
          <p:cNvSpPr txBox="1"/>
          <p:nvPr/>
        </p:nvSpPr>
        <p:spPr>
          <a:xfrm>
            <a:off x="11167684" y="76212"/>
            <a:ext cx="7197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7" name="Google Shape;1127;g3f3ba1429e3_0_2077"/>
          <p:cNvPicPr preferRelativeResize="0"/>
          <p:nvPr/>
        </p:nvPicPr>
        <p:blipFill rotWithShape="1">
          <a:blip r:embed="rId1">
            <a:alphaModFix/>
          </a:blip>
          <a:srcRect b="36792" l="26111" r="26757" t="35127"/>
          <a:stretch/>
        </p:blipFill>
        <p:spPr>
          <a:xfrm>
            <a:off x="9613675" y="5969825"/>
            <a:ext cx="898355" cy="47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8" name="Google Shape;1128;g3f3ba1429e3_0_20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77875" y="6114125"/>
            <a:ext cx="1035203" cy="29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9" name="Google Shape;1129;g3f3ba1429e3_0_20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375" y="5661200"/>
            <a:ext cx="1768625" cy="8575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727" r:id="rId18"/>
    <p:sldLayoutId id="2147483728" r:id="rId19"/>
    <p:sldLayoutId id="2147483729" r:id="rId20"/>
    <p:sldLayoutId id="2147483730" r:id="rId21"/>
    <p:sldLayoutId id="2147483731" r:id="rId22"/>
    <p:sldLayoutId id="2147483732" r:id="rId23"/>
    <p:sldLayoutId id="2147483733" r:id="rId24"/>
    <p:sldLayoutId id="2147483734" r:id="rId25"/>
    <p:sldLayoutId id="2147483735" r:id="rId26"/>
    <p:sldLayoutId id="2147483736" r:id="rId27"/>
    <p:sldLayoutId id="2147483737" r:id="rId28"/>
    <p:sldLayoutId id="2147483738" r:id="rId29"/>
    <p:sldLayoutId id="2147483739" r:id="rId30"/>
    <p:sldLayoutId id="2147483740" r:id="rId31"/>
    <p:sldLayoutId id="2147483741" r:id="rId32"/>
    <p:sldLayoutId id="2147483742" r:id="rId33"/>
    <p:sldLayoutId id="2147483743" r:id="rId34"/>
    <p:sldLayoutId id="2147483744" r:id="rId35"/>
    <p:sldLayoutId id="2147483745" r:id="rId36"/>
    <p:sldLayoutId id="2147483746" r:id="rId37"/>
    <p:sldLayoutId id="2147483747" r:id="rId38"/>
    <p:sldLayoutId id="2147483748" r:id="rId39"/>
    <p:sldLayoutId id="2147483749" r:id="rId40"/>
    <p:sldLayoutId id="2147483750" r:id="rId41"/>
    <p:sldLayoutId id="2147483751" r:id="rId42"/>
    <p:sldLayoutId id="2147483752" r:id="rId43"/>
    <p:sldLayoutId id="2147483753" r:id="rId44"/>
    <p:sldLayoutId id="2147483754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197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2" name="Google Shape;1972;g3f3ba1429e3_0_4554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1973" name="Google Shape;1973;g3f3ba1429e3_0_4554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974" name="Google Shape;1974;g3f3ba1429e3_0_4554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1975" name="Google Shape;1975;g3f3ba1429e3_0_4554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1976" name="Google Shape;1976;g3f3ba1429e3_0_4554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977" name="Google Shape;1977;g3f3ba1429e3_0_4554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1978" name="Google Shape;1978;g3f3ba1429e3_0_4554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1979" name="Google Shape;1979;g3f3ba1429e3_0_4554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980" name="Google Shape;1980;g3f3ba1429e3_0_4554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1981" name="Google Shape;1981;g3f3ba1429e3_0_4554"/>
          <p:cNvGrpSpPr/>
          <p:nvPr/>
        </p:nvGrpSpPr>
        <p:grpSpPr>
          <a:xfrm>
            <a:off x="203223" y="172511"/>
            <a:ext cx="11785981" cy="6512924"/>
            <a:chOff x="795129" y="433904"/>
            <a:chExt cx="10608444" cy="6115996"/>
          </a:xfrm>
        </p:grpSpPr>
        <p:sp>
          <p:nvSpPr>
            <p:cNvPr id="1982" name="Google Shape;1982;g3f3ba1429e3_0_4554"/>
            <p:cNvSpPr/>
            <p:nvPr/>
          </p:nvSpPr>
          <p:spPr>
            <a:xfrm>
              <a:off x="907773" y="559800"/>
              <a:ext cx="10495800" cy="5990100"/>
            </a:xfrm>
            <a:prstGeom prst="rect">
              <a:avLst/>
            </a:prstGeom>
            <a:solidFill>
              <a:srgbClr val="FC7C00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  <p:sp>
          <p:nvSpPr>
            <p:cNvPr id="1983" name="Google Shape;1983;g3f3ba1429e3_0_4554"/>
            <p:cNvSpPr/>
            <p:nvPr/>
          </p:nvSpPr>
          <p:spPr>
            <a:xfrm>
              <a:off x="795129" y="433904"/>
              <a:ext cx="10495800" cy="59901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50800" rotWithShape="0" algn="tl" dir="27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984" name="Google Shape;1984;g3f3ba1429e3_0_4554"/>
          <p:cNvSpPr txBox="1"/>
          <p:nvPr/>
        </p:nvSpPr>
        <p:spPr>
          <a:xfrm>
            <a:off x="11167684" y="76212"/>
            <a:ext cx="7197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0066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1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5" name="Google Shape;1985;g3f3ba1429e3_0_4554"/>
          <p:cNvPicPr preferRelativeResize="0"/>
          <p:nvPr/>
        </p:nvPicPr>
        <p:blipFill rotWithShape="1">
          <a:blip r:embed="rId1">
            <a:alphaModFix/>
          </a:blip>
          <a:srcRect b="36792" l="26106" r="26762" t="35127"/>
          <a:stretch/>
        </p:blipFill>
        <p:spPr>
          <a:xfrm>
            <a:off x="9613675" y="5969825"/>
            <a:ext cx="898355" cy="472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6" name="Google Shape;1986;g3f3ba1429e3_0_45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77875" y="6114125"/>
            <a:ext cx="1035203" cy="29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7" name="Google Shape;1987;g3f3ba1429e3_0_45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375" y="5661200"/>
            <a:ext cx="1768625" cy="8575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  <p:sldLayoutId id="2147483769" r:id="rId17"/>
    <p:sldLayoutId id="2147483770" r:id="rId18"/>
    <p:sldLayoutId id="2147483771" r:id="rId19"/>
    <p:sldLayoutId id="2147483772" r:id="rId20"/>
    <p:sldLayoutId id="2147483773" r:id="rId21"/>
    <p:sldLayoutId id="2147483774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youtu.be/8IbheB2-ixM?si=_RslQfJyWng1fy5u" TargetMode="External"/><Relationship Id="rId4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3" name="Shape 2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g3f3ba1429e3_0_602"/>
          <p:cNvSpPr txBox="1"/>
          <p:nvPr>
            <p:ph idx="1" type="body"/>
          </p:nvPr>
        </p:nvSpPr>
        <p:spPr>
          <a:xfrm>
            <a:off x="838200" y="3077083"/>
            <a:ext cx="7752600" cy="5430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139700">
              <a:schemeClr val="dk1">
                <a:alpha val="14510"/>
              </a:schemeClr>
            </a:outerShdw>
          </a:effectLst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None/>
            </a:pPr>
            <a:r>
              <a:rPr lang="en-US"/>
              <a:t>DEMI  G4S1-Lesson 3–Sprites in Action (Events).</a:t>
            </a:r>
            <a:endParaRPr/>
          </a:p>
        </p:txBody>
      </p:sp>
      <p:sp>
        <p:nvSpPr>
          <p:cNvPr id="2395" name="Google Shape;2395;g3f3ba1429e3_0_602"/>
          <p:cNvSpPr txBox="1"/>
          <p:nvPr>
            <p:ph idx="12" type="sldNum"/>
          </p:nvPr>
        </p:nvSpPr>
        <p:spPr>
          <a:xfrm>
            <a:off x="11409045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6" name="Google Shape;2396;g3f3ba1429e3_0_602"/>
          <p:cNvSpPr txBox="1"/>
          <p:nvPr/>
        </p:nvSpPr>
        <p:spPr>
          <a:xfrm>
            <a:off x="838200" y="2523046"/>
            <a:ext cx="7754700" cy="6825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3529"/>
              </a:srgbClr>
            </a:outerShdw>
          </a:effectLst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rPr>
              <a:t>Intro to Computer Science </a:t>
            </a:r>
            <a:br>
              <a:rPr b="0" i="0" lang="en-US" sz="4400" u="none" cap="none" strike="noStrike">
                <a:solidFill>
                  <a:srgbClr val="00337F"/>
                </a:solidFill>
                <a:latin typeface="Fredoka"/>
                <a:ea typeface="Fredoka"/>
                <a:cs typeface="Fredoka"/>
                <a:sym typeface="Fredoka"/>
              </a:rPr>
            </a:br>
            <a:endParaRPr b="1" i="0" sz="4400" u="none" cap="none" strike="noStrike">
              <a:solidFill>
                <a:srgbClr val="00337F"/>
              </a:solidFill>
              <a:latin typeface="Fredoka"/>
              <a:ea typeface="Fredoka"/>
              <a:cs typeface="Fredoka"/>
              <a:sym typeface="Fredoka"/>
            </a:endParaRPr>
          </a:p>
        </p:txBody>
      </p:sp>
      <p:pic>
        <p:nvPicPr>
          <p:cNvPr id="2397" name="Google Shape;2397;g3f3ba1429e3_0_602" title="WhatsApp Image 2026-04-09 at 8.02.26 PM (1)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8" name="Google Shape;2398;g3f3ba1429e3_0_602"/>
          <p:cNvSpPr/>
          <p:nvPr/>
        </p:nvSpPr>
        <p:spPr>
          <a:xfrm>
            <a:off x="4216050" y="4129050"/>
            <a:ext cx="3939300" cy="1336800"/>
          </a:xfrm>
          <a:prstGeom prst="rect">
            <a:avLst/>
          </a:prstGeom>
          <a:solidFill>
            <a:srgbClr val="03AD5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9" name="Google Shape;2399;g3f3ba1429e3_0_602"/>
          <p:cNvSpPr txBox="1"/>
          <p:nvPr/>
        </p:nvSpPr>
        <p:spPr>
          <a:xfrm>
            <a:off x="4001675" y="4129050"/>
            <a:ext cx="37344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الجلسة التطبيقية: الثالثة</a:t>
            </a:r>
            <a:endParaRPr b="1" i="0" sz="3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المستوى: الأول</a:t>
            </a:r>
            <a:endParaRPr b="1" i="0" sz="3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3" name="Shape 2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4" name="Google Shape;2404;p1"/>
          <p:cNvSpPr txBox="1"/>
          <p:nvPr>
            <p:ph type="title"/>
          </p:nvPr>
        </p:nvSpPr>
        <p:spPr>
          <a:xfrm>
            <a:off x="836307" y="1888345"/>
            <a:ext cx="10488918" cy="682625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50800">
              <a:srgbClr val="000000">
                <a:alpha val="21961"/>
              </a:srgbClr>
            </a:outerShdw>
          </a:effectLst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/>
              <a:t>World Problems </a:t>
            </a:r>
            <a:endParaRPr sz="2800"/>
          </a:p>
        </p:txBody>
      </p:sp>
      <p:sp>
        <p:nvSpPr>
          <p:cNvPr id="2405" name="Google Shape;2405;p1"/>
          <p:cNvSpPr txBox="1"/>
          <p:nvPr>
            <p:ph idx="1" type="body"/>
          </p:nvPr>
        </p:nvSpPr>
        <p:spPr>
          <a:xfrm>
            <a:off x="837249" y="2816783"/>
            <a:ext cx="10106975" cy="543000"/>
          </a:xfrm>
          <a:prstGeom prst="rect">
            <a:avLst/>
          </a:prstGeom>
          <a:noFill/>
          <a:ln>
            <a:noFill/>
          </a:ln>
          <a:effectLst>
            <a:outerShdw blurRad="76200" rotWithShape="0" algn="tl" dir="2700000" dist="139700">
              <a:schemeClr val="dk1">
                <a:alpha val="12157"/>
              </a:schemeClr>
            </a:outerShdw>
          </a:effectLst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DEMI  G4S3 - Lesson 1 – Health App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0" name="Shape 24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4" name="Shape 2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5" name="Google Shape;2415;p2"/>
          <p:cNvSpPr txBox="1"/>
          <p:nvPr>
            <p:ph idx="2" type="body"/>
          </p:nvPr>
        </p:nvSpPr>
        <p:spPr>
          <a:xfrm>
            <a:off x="1871000" y="1667186"/>
            <a:ext cx="9359100" cy="45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2400"/>
              <a:t>Learn </a:t>
            </a:r>
            <a:endParaRPr/>
          </a:p>
          <a:p>
            <a:pPr indent="-419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Learn about the different world problems</a:t>
            </a:r>
            <a:endParaRPr/>
          </a:p>
          <a:p>
            <a:pPr indent="-419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Go through the phases of ideation and brainstorm software ideas to solve a certain problem</a:t>
            </a:r>
            <a:endParaRPr/>
          </a:p>
          <a:p>
            <a:pPr indent="-419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Draw an outline to illustrate the application idea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 sz="2400"/>
              <a:t>Make</a:t>
            </a:r>
            <a:r>
              <a:rPr b="1" lang="en-US" sz="2000"/>
              <a:t>  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Get and Develop a mobile app idea that talks about (</a:t>
            </a:r>
            <a:r>
              <a:rPr lang="en-US" sz="1800">
                <a:solidFill>
                  <a:srgbClr val="FC7C00"/>
                </a:solidFill>
              </a:rPr>
              <a:t>health care</a:t>
            </a:r>
            <a:r>
              <a:rPr lang="en-US"/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rPr b="1" lang="en-US" sz="2400"/>
              <a:t>Share</a:t>
            </a:r>
            <a:r>
              <a:rPr b="1" lang="en-US" sz="2800"/>
              <a:t> </a:t>
            </a:r>
            <a:endParaRPr/>
          </a:p>
          <a:p>
            <a:pPr indent="-4191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Present the work done through the session and the learned topics</a:t>
            </a:r>
            <a:endParaRPr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b="1" sz="2000">
              <a:solidFill>
                <a:schemeClr val="accent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  <a:p>
            <a:pPr indent="-381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sp>
        <p:nvSpPr>
          <p:cNvPr id="2416" name="Google Shape;2416;p2"/>
          <p:cNvSpPr txBox="1"/>
          <p:nvPr>
            <p:ph idx="3" type="body"/>
          </p:nvPr>
        </p:nvSpPr>
        <p:spPr>
          <a:xfrm>
            <a:off x="2337773" y="654820"/>
            <a:ext cx="678663" cy="387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</a:pPr>
            <a:r>
              <a:rPr lang="en-US"/>
              <a:t>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0" name="Shape 2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1" name="Google Shape;2421;p5"/>
          <p:cNvSpPr txBox="1"/>
          <p:nvPr>
            <p:ph idx="1" type="body"/>
          </p:nvPr>
        </p:nvSpPr>
        <p:spPr>
          <a:xfrm>
            <a:off x="651337" y="2133600"/>
            <a:ext cx="4968413" cy="3643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</a:pPr>
            <a:r>
              <a:rPr lang="en-US" sz="3600">
                <a:solidFill>
                  <a:srgbClr val="002060"/>
                </a:solidFill>
              </a:rPr>
              <a:t>Have you ever used a mobile app to learn something new or to solve a problem?</a:t>
            </a:r>
            <a:endParaRPr sz="3200">
              <a:solidFill>
                <a:srgbClr val="002060"/>
              </a:solidFill>
            </a:endParaRPr>
          </a:p>
        </p:txBody>
      </p:sp>
      <p:sp>
        <p:nvSpPr>
          <p:cNvPr id="2422" name="Google Shape;2422;p5"/>
          <p:cNvSpPr txBox="1"/>
          <p:nvPr/>
        </p:nvSpPr>
        <p:spPr>
          <a:xfrm>
            <a:off x="997000" y="183575"/>
            <a:ext cx="1986900" cy="4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highlight>
                  <a:srgbClr val="FC7C00"/>
                </a:highlight>
                <a:latin typeface="Arial"/>
                <a:ea typeface="Arial"/>
                <a:cs typeface="Arial"/>
                <a:sym typeface="Arial"/>
              </a:rPr>
              <a:t>Learn &amp;</a:t>
            </a:r>
            <a:endParaRPr b="0" i="0" sz="2100" u="none" cap="none" strike="noStrike">
              <a:solidFill>
                <a:srgbClr val="FFFFFF"/>
              </a:solidFill>
              <a:highlight>
                <a:srgbClr val="FC7C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6" name="Shape 2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7" name="Google Shape;2427;p11"/>
          <p:cNvSpPr txBox="1"/>
          <p:nvPr/>
        </p:nvSpPr>
        <p:spPr>
          <a:xfrm>
            <a:off x="270000" y="1661275"/>
            <a:ext cx="114480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</a:pPr>
            <a:r>
              <a:rPr b="1" i="0" lang="en-US" sz="36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Do you think that we can use mobile apps to help solving world problems? </a:t>
            </a:r>
            <a:endParaRPr b="1" i="0" sz="3600" u="none" cap="none" strike="noStrike">
              <a:solidFill>
                <a:srgbClr val="00206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2" name="Shape 2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3" name="Google Shape;2433;g2de0fd72278_0_6"/>
          <p:cNvSpPr txBox="1"/>
          <p:nvPr/>
        </p:nvSpPr>
        <p:spPr>
          <a:xfrm>
            <a:off x="270000" y="1661275"/>
            <a:ext cx="114480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</a:pPr>
            <a:r>
              <a:rPr b="1" i="0" lang="en-US" sz="36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There are a lot of common world problems, like </a:t>
            </a:r>
            <a:r>
              <a:rPr b="1" i="0" lang="en-US" sz="36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rPr>
              <a:t>Health</a:t>
            </a:r>
            <a:r>
              <a:rPr b="1" i="0" lang="en-US" sz="36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 and </a:t>
            </a:r>
            <a:r>
              <a:rPr b="1" i="0" lang="en-US" sz="36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rPr>
              <a:t>Hunger</a:t>
            </a:r>
            <a:r>
              <a:rPr b="1" i="0" lang="en-US" sz="36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.</a:t>
            </a:r>
            <a:endParaRPr b="1" i="0" sz="3600" u="none" cap="none" strike="noStrike">
              <a:solidFill>
                <a:srgbClr val="00206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7" name="Shape 2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8" name="Google Shape;2438;p10"/>
          <p:cNvSpPr txBox="1"/>
          <p:nvPr/>
        </p:nvSpPr>
        <p:spPr>
          <a:xfrm>
            <a:off x="325017" y="1796658"/>
            <a:ext cx="7352522" cy="32646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</a:pPr>
            <a:r>
              <a:rPr b="1" i="0" lang="en-US" sz="36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During this session we are going to learn more about the </a:t>
            </a:r>
            <a:r>
              <a:rPr b="1" i="0" lang="en-US" sz="3600" u="none" cap="none" strike="noStrike">
                <a:solidFill>
                  <a:srgbClr val="FC7C00"/>
                </a:solidFill>
                <a:latin typeface="Quicksand"/>
                <a:ea typeface="Quicksand"/>
                <a:cs typeface="Quicksand"/>
                <a:sym typeface="Quicksand"/>
              </a:rPr>
              <a:t>Health Care </a:t>
            </a:r>
            <a:r>
              <a:rPr b="1" i="0" lang="en-US" sz="36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….</a:t>
            </a:r>
            <a:br>
              <a:rPr b="1" i="0" lang="en-US" sz="36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</a:br>
            <a:endParaRPr b="1" i="0" sz="3600" u="none" cap="none" strike="noStrike">
              <a:solidFill>
                <a:srgbClr val="00206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2439" name="Google Shape;243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6000" y="1642800"/>
            <a:ext cx="3637200" cy="289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4" name="Shape 2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5" name="Google Shape;2445;g2de0fd72278_0_14"/>
          <p:cNvSpPr txBox="1"/>
          <p:nvPr/>
        </p:nvSpPr>
        <p:spPr>
          <a:xfrm>
            <a:off x="172800" y="2782500"/>
            <a:ext cx="11739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Do you know any ways we can take care of ourselves to stay healthy?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0" name="Shape 2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1" name="Google Shape;2451;g2de0fd72278_0_21"/>
          <p:cNvSpPr txBox="1"/>
          <p:nvPr/>
        </p:nvSpPr>
        <p:spPr>
          <a:xfrm>
            <a:off x="890400" y="2782500"/>
            <a:ext cx="10411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How could we use mobile apps to solve health problems?.. </a:t>
            </a:r>
            <a:r>
              <a:rPr b="1" i="0" lang="en-US" sz="36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rPr>
              <a:t>lets’ see</a:t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6" name="Shape 2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" name="Google Shape;2457;g2de0fd72278_0_27"/>
          <p:cNvSpPr txBox="1"/>
          <p:nvPr/>
        </p:nvSpPr>
        <p:spPr>
          <a:xfrm>
            <a:off x="890400" y="2782500"/>
            <a:ext cx="10411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Mobile apps can help people take care of their health..</a:t>
            </a:r>
            <a:endParaRPr b="1" i="0" sz="3600" u="none" cap="none" strike="noStrike">
              <a:solidFill>
                <a:srgbClr val="00206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rPr>
              <a:t>for example..</a:t>
            </a:r>
            <a:endParaRPr b="1" i="0" sz="3600" u="none" cap="none" strike="noStrike">
              <a:solidFill>
                <a:schemeClr val="accent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2" name="Shape 2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3" name="Google Shape;2463;g2de0fd72278_0_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657575"/>
            <a:ext cx="3206400" cy="5734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4" name="Google Shape;2464;g2de0fd72278_0_34"/>
          <p:cNvSpPr txBox="1"/>
          <p:nvPr/>
        </p:nvSpPr>
        <p:spPr>
          <a:xfrm>
            <a:off x="723600" y="2300400"/>
            <a:ext cx="5302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rPr>
              <a:t>Drinking water reminder App</a:t>
            </a:r>
            <a:endParaRPr b="1" i="0" sz="3600" u="none" cap="none" strike="noStrike">
              <a:solidFill>
                <a:schemeClr val="accent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9" name="Shape 2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0" name="Google Shape;2470;g2de0fd72278_0_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3200" y="1988400"/>
            <a:ext cx="6885600" cy="3670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1" name="Google Shape;2471;g2de0fd72278_0_40"/>
          <p:cNvSpPr txBox="1"/>
          <p:nvPr/>
        </p:nvSpPr>
        <p:spPr>
          <a:xfrm>
            <a:off x="793200" y="658800"/>
            <a:ext cx="5302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rPr>
              <a:t>Fitness App</a:t>
            </a:r>
            <a:endParaRPr b="1" i="0" sz="3600" u="none" cap="none" strike="noStrike">
              <a:solidFill>
                <a:schemeClr val="accent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6" name="Shape 2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7" name="Google Shape;2477;g2de0fd72278_0_48"/>
          <p:cNvPicPr preferRelativeResize="0"/>
          <p:nvPr/>
        </p:nvPicPr>
        <p:blipFill rotWithShape="1">
          <a:blip r:embed="rId3">
            <a:alphaModFix/>
          </a:blip>
          <a:srcRect b="4502" l="15076" r="15445" t="4909"/>
          <a:stretch/>
        </p:blipFill>
        <p:spPr>
          <a:xfrm>
            <a:off x="5334600" y="1101600"/>
            <a:ext cx="4870800" cy="476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8" name="Google Shape;2478;g2de0fd72278_0_48"/>
          <p:cNvSpPr txBox="1"/>
          <p:nvPr/>
        </p:nvSpPr>
        <p:spPr>
          <a:xfrm>
            <a:off x="793200" y="658800"/>
            <a:ext cx="4293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accent2"/>
                </a:solidFill>
                <a:latin typeface="Quicksand"/>
                <a:ea typeface="Quicksand"/>
                <a:cs typeface="Quicksand"/>
                <a:sym typeface="Quicksand"/>
              </a:rPr>
              <a:t>Calories Counter App</a:t>
            </a:r>
            <a:endParaRPr b="1" i="0" sz="3600" u="none" cap="none" strike="noStrike">
              <a:solidFill>
                <a:schemeClr val="accent2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3" name="Shape 2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4" name="Google Shape;2484;g2e046b7af1d_1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6600" y="4616549"/>
            <a:ext cx="5017949" cy="1696174"/>
          </a:xfrm>
          <a:prstGeom prst="rect">
            <a:avLst/>
          </a:prstGeom>
          <a:noFill/>
          <a:ln>
            <a:noFill/>
          </a:ln>
        </p:spPr>
      </p:pic>
      <p:sp>
        <p:nvSpPr>
          <p:cNvPr id="2485" name="Google Shape;2485;g2e046b7af1d_1_6"/>
          <p:cNvSpPr txBox="1"/>
          <p:nvPr/>
        </p:nvSpPr>
        <p:spPr>
          <a:xfrm>
            <a:off x="1150800" y="1467308"/>
            <a:ext cx="98904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</a:pPr>
            <a:r>
              <a:rPr b="1" i="0" lang="en-US" sz="36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Now we will start searching for our idea</a:t>
            </a:r>
            <a:endParaRPr b="1" i="0" sz="3600" u="none" cap="none" strike="noStrike">
              <a:solidFill>
                <a:srgbClr val="00206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0" name="Shape 2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1" name="Google Shape;2491;g2e046b7af1d_1_0"/>
          <p:cNvSpPr txBox="1"/>
          <p:nvPr/>
        </p:nvSpPr>
        <p:spPr>
          <a:xfrm>
            <a:off x="704700" y="1721075"/>
            <a:ext cx="107826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</a:pPr>
            <a:r>
              <a:rPr b="1" i="0" lang="en-US" sz="24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Before you use google you need to know how to use it correctly.</a:t>
            </a:r>
            <a:endParaRPr b="1" i="0" sz="2400" u="none" cap="none" strike="noStrike">
              <a:solidFill>
                <a:srgbClr val="00206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206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Do not copy others work</a:t>
            </a:r>
            <a:endParaRPr b="0" i="0" sz="2400" u="none" cap="none" strike="noStrike">
              <a:solidFill>
                <a:srgbClr val="00206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Use trusted references: for example links that ends with .org or . edu</a:t>
            </a:r>
            <a:endParaRPr b="0" i="0" sz="2400" u="none" cap="none" strike="noStrike">
              <a:solidFill>
                <a:srgbClr val="00206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Quicksand"/>
              <a:buChar char="●"/>
            </a:pPr>
            <a:r>
              <a:rPr b="0" i="0" lang="en-US" sz="24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Use accurate related words in your search</a:t>
            </a:r>
            <a:endParaRPr b="0" i="0" sz="2400" u="none" cap="none" strike="noStrike">
              <a:solidFill>
                <a:srgbClr val="00206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2060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206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5" name="Shape 2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6" name="Google Shape;2496;p44"/>
          <p:cNvSpPr txBox="1"/>
          <p:nvPr/>
        </p:nvSpPr>
        <p:spPr>
          <a:xfrm>
            <a:off x="1150775" y="1796658"/>
            <a:ext cx="98904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</a:pPr>
            <a:r>
              <a:rPr b="1" i="0" lang="en-US" sz="36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You have 10 minutes to work with your group to find an application idea for people health… </a:t>
            </a:r>
            <a:endParaRPr b="1" i="0" sz="3600" u="none" cap="none" strike="noStrike">
              <a:solidFill>
                <a:srgbClr val="00206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497" name="Google Shape;2497;p44"/>
          <p:cNvSpPr txBox="1"/>
          <p:nvPr/>
        </p:nvSpPr>
        <p:spPr>
          <a:xfrm>
            <a:off x="156625" y="6061075"/>
            <a:ext cx="10884600" cy="5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38761D"/>
                </a:solidFill>
                <a:latin typeface="Quicksand"/>
                <a:ea typeface="Quicksand"/>
                <a:cs typeface="Quicksand"/>
                <a:sym typeface="Quicksand"/>
              </a:rPr>
              <a:t>Hint:</a:t>
            </a:r>
            <a:r>
              <a:rPr b="1" i="0" lang="en-US" sz="23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 Use google to get inspired from similar applications</a:t>
            </a:r>
            <a:endParaRPr b="0" i="0" sz="100" u="none" cap="none" strike="noStrike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2" name="Shape 2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3" name="Google Shape;2503;g3f3ba1429e3_0_2071" title="Break L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6"/>
          </a:xfrm>
          <a:prstGeom prst="rect">
            <a:avLst/>
          </a:prstGeom>
          <a:noFill/>
          <a:ln>
            <a:noFill/>
          </a:ln>
        </p:spPr>
      </p:pic>
      <p:sp>
        <p:nvSpPr>
          <p:cNvPr id="2504" name="Google Shape;2504;g3f3ba1429e3_0_2071"/>
          <p:cNvSpPr txBox="1"/>
          <p:nvPr/>
        </p:nvSpPr>
        <p:spPr>
          <a:xfrm>
            <a:off x="4501186" y="4502597"/>
            <a:ext cx="31512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 15 دقائق</a:t>
            </a:r>
            <a:endParaRPr b="0" i="0" sz="6400" u="none" cap="none" strike="noStrike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9" name="Shape 25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4" name="Shape 2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5" name="Google Shape;2515;g2030daf0655_0_0"/>
          <p:cNvSpPr txBox="1"/>
          <p:nvPr>
            <p:ph idx="1" type="body"/>
          </p:nvPr>
        </p:nvSpPr>
        <p:spPr>
          <a:xfrm>
            <a:off x="752925" y="2133600"/>
            <a:ext cx="52977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/>
              <a:t>Design and Code pages of your application idea (On App lab):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chemeClr val="accent2"/>
                </a:solidFill>
              </a:rPr>
              <a:t>It should include:</a:t>
            </a:r>
            <a:endParaRPr>
              <a:solidFill>
                <a:schemeClr val="accent2"/>
              </a:solidFill>
            </a:endParaRPr>
          </a:p>
          <a:p>
            <a:pPr indent="-4064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-"/>
            </a:pPr>
            <a:r>
              <a:rPr lang="en-US"/>
              <a:t>Sign up page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US"/>
              <a:t>Login page</a:t>
            </a:r>
            <a:endParaRPr/>
          </a:p>
          <a:p>
            <a:pPr indent="-4064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US"/>
              <a:t>Home page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9" name="Shape 2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0" name="Google Shape;2520;p45"/>
          <p:cNvSpPr txBox="1"/>
          <p:nvPr/>
        </p:nvSpPr>
        <p:spPr>
          <a:xfrm>
            <a:off x="1150775" y="1796658"/>
            <a:ext cx="9890450" cy="32646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</a:pPr>
            <a:r>
              <a:rPr b="1" i="0" lang="en-US" sz="36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let’s see how to present </a:t>
            </a:r>
            <a:r>
              <a:rPr b="1" lang="en-US" sz="3600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our app</a:t>
            </a:r>
            <a:endParaRPr b="1" i="0" sz="3600" u="none" cap="none" strike="noStrike">
              <a:solidFill>
                <a:srgbClr val="00206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4" name="Shape 2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5" name="Google Shape;2525;p54"/>
          <p:cNvSpPr txBox="1"/>
          <p:nvPr>
            <p:ph type="title"/>
          </p:nvPr>
        </p:nvSpPr>
        <p:spPr>
          <a:xfrm>
            <a:off x="180975" y="579519"/>
            <a:ext cx="11112600" cy="7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 sz="3600">
                <a:latin typeface="Arial"/>
                <a:ea typeface="Arial"/>
                <a:cs typeface="Arial"/>
                <a:sym typeface="Arial"/>
              </a:rPr>
              <a:t>Presentation Skills </a:t>
            </a:r>
            <a:endParaRPr b="1" sz="3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6" name="Google Shape;2526;p54"/>
          <p:cNvSpPr/>
          <p:nvPr/>
        </p:nvSpPr>
        <p:spPr>
          <a:xfrm>
            <a:off x="3842017" y="6124592"/>
            <a:ext cx="43300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https://youtu.be/8IbheB2-ixM?si=_RslQfJyWng1fy5u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7" name="Google Shape;2527;p54" title="Schooled by Kids: Presentation Skills, Part 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0645" y="1604729"/>
            <a:ext cx="7470710" cy="4220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1" name="Shape 2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2" name="Google Shape;2532;g2030daf08d1_0_2"/>
          <p:cNvSpPr txBox="1"/>
          <p:nvPr/>
        </p:nvSpPr>
        <p:spPr>
          <a:xfrm>
            <a:off x="352425" y="1944066"/>
            <a:ext cx="42102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2A4B"/>
              </a:buClr>
              <a:buSzPts val="2800"/>
              <a:buFont typeface="Arial"/>
              <a:buNone/>
            </a:pPr>
            <a:r>
              <a:rPr b="1" i="0" lang="en-US" sz="36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Each group will have</a:t>
            </a:r>
            <a:br>
              <a:rPr b="1" i="0" lang="en-US" sz="36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</a:br>
            <a:r>
              <a:rPr b="1" i="0" lang="en-US" sz="3600" u="none" cap="none" strike="noStrike">
                <a:solidFill>
                  <a:srgbClr val="002060"/>
                </a:solidFill>
                <a:latin typeface="Quicksand"/>
                <a:ea typeface="Quicksand"/>
                <a:cs typeface="Quicksand"/>
                <a:sym typeface="Quicksand"/>
              </a:rPr>
              <a:t>3 minutes to present their app and how they built it</a:t>
            </a:r>
            <a:endParaRPr b="1" i="0" sz="3600" u="none" cap="none" strike="noStrike">
              <a:solidFill>
                <a:srgbClr val="00206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descr="A screenshot of a computer&#10;&#10;Description automatically generated with low confidence" id="2533" name="Google Shape;2533;g2030daf08d1_0_2"/>
          <p:cNvPicPr preferRelativeResize="0"/>
          <p:nvPr/>
        </p:nvPicPr>
        <p:blipFill rotWithShape="1">
          <a:blip r:embed="rId3">
            <a:alphaModFix/>
          </a:blip>
          <a:srcRect b="-1229" l="-6053" r="-6053" t="-1229"/>
          <a:stretch/>
        </p:blipFill>
        <p:spPr>
          <a:xfrm>
            <a:off x="4239986" y="1441613"/>
            <a:ext cx="7238999" cy="3767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8" name="Shape 2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" name="Google Shape;2539;g2de0fd72278_0_1362"/>
          <p:cNvSpPr txBox="1"/>
          <p:nvPr>
            <p:ph idx="1" type="body"/>
          </p:nvPr>
        </p:nvSpPr>
        <p:spPr>
          <a:xfrm>
            <a:off x="752936" y="2133600"/>
            <a:ext cx="4482900" cy="32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/>
              <a:t>Conditional Cards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3" name="Shape 25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7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1" name="Shape 2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2" name="Google Shape;2552;g27b0a9b8b0f_0_2"/>
          <p:cNvSpPr txBox="1"/>
          <p:nvPr>
            <p:ph idx="1" type="body"/>
          </p:nvPr>
        </p:nvSpPr>
        <p:spPr>
          <a:xfrm>
            <a:off x="662484" y="1247527"/>
            <a:ext cx="4746600" cy="48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400"/>
              <a:t>Learn about the different world problems</a:t>
            </a:r>
            <a:endParaRPr sz="2400"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400"/>
              <a:t>Go through the phases of ideation and brainstorm software ideas to solve a certain problem</a:t>
            </a:r>
            <a:endParaRPr sz="2400"/>
          </a:p>
          <a:p>
            <a:pPr indent="-406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400"/>
              <a:t>Draw an outline to illustrate the application idea</a:t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400"/>
          </a:p>
        </p:txBody>
      </p:sp>
      <p:sp>
        <p:nvSpPr>
          <p:cNvPr id="2553" name="Google Shape;2553;g27b0a9b8b0f_0_2"/>
          <p:cNvSpPr txBox="1"/>
          <p:nvPr>
            <p:ph idx="2" type="body"/>
          </p:nvPr>
        </p:nvSpPr>
        <p:spPr>
          <a:xfrm>
            <a:off x="6762792" y="1247527"/>
            <a:ext cx="4914858" cy="48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400"/>
              <a:t>Determine all the features to be included in the application </a:t>
            </a:r>
            <a:endParaRPr/>
          </a:p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 sz="2400"/>
              <a:t>Draw flowcharts that define the user interactivity across the application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7" name="Shape 25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1" name="Shape 2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2" name="Google Shape;2562;g3f3ba1429e3_0_3957" title="WhatsApp Image 2026-04-09 at 8.02.26 PM (2).jpe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7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School-Quicksand">
  <a:themeElements>
    <a:clrScheme name="iSchool Teacher Manual Colors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F5496"/>
      </a:accent1>
      <a:accent2>
        <a:srgbClr val="FC7C00"/>
      </a:accent2>
      <a:accent3>
        <a:srgbClr val="A5A5A5"/>
      </a:accent3>
      <a:accent4>
        <a:srgbClr val="0066FF"/>
      </a:accent4>
      <a:accent5>
        <a:srgbClr val="5B9BD5"/>
      </a:accent5>
      <a:accent6>
        <a:srgbClr val="FF9966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School-Quicksand">
  <a:themeElements>
    <a:clrScheme name="iSchool Teacher Manual Colors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F5496"/>
      </a:accent1>
      <a:accent2>
        <a:srgbClr val="FC7C00"/>
      </a:accent2>
      <a:accent3>
        <a:srgbClr val="A5A5A5"/>
      </a:accent3>
      <a:accent4>
        <a:srgbClr val="0066FF"/>
      </a:accent4>
      <a:accent5>
        <a:srgbClr val="5B9BD5"/>
      </a:accent5>
      <a:accent6>
        <a:srgbClr val="FF9966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School-Quicksand">
  <a:themeElements>
    <a:clrScheme name="iSchool Teacher Manual Colors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F5496"/>
      </a:accent1>
      <a:accent2>
        <a:srgbClr val="FC7C00"/>
      </a:accent2>
      <a:accent3>
        <a:srgbClr val="A5A5A5"/>
      </a:accent3>
      <a:accent4>
        <a:srgbClr val="0066FF"/>
      </a:accent4>
      <a:accent5>
        <a:srgbClr val="5B9BD5"/>
      </a:accent5>
      <a:accent6>
        <a:srgbClr val="FF9966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iSchool-Quicksand">
  <a:themeElements>
    <a:clrScheme name="iSchool Teacher Manual Colors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F5496"/>
      </a:accent1>
      <a:accent2>
        <a:srgbClr val="FC7C00"/>
      </a:accent2>
      <a:accent3>
        <a:srgbClr val="A5A5A5"/>
      </a:accent3>
      <a:accent4>
        <a:srgbClr val="0066FF"/>
      </a:accent4>
      <a:accent5>
        <a:srgbClr val="5B9BD5"/>
      </a:accent5>
      <a:accent6>
        <a:srgbClr val="FF9966"/>
      </a:accent6>
      <a:hlink>
        <a:srgbClr val="3F3F3F"/>
      </a:hlink>
      <a:folHlink>
        <a:srgbClr val="3F3F3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2021-09-28T10:24:17Z</dcterms:created>
  <dc:creator>317170246</dc:creator>
</cp:coreProperties>
</file>