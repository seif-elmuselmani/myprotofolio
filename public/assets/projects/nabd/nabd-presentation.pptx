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7511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6158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51631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516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74751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56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9728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516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3924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6581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87471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0809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3000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542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05391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36497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56908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74751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8370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28511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03032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788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65818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47287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14562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55269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05391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28511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5591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110709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708370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